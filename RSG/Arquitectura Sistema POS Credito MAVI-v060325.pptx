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tags/tag1.xml" ContentType="application/vnd.openxmlformats-officedocument.presentationml.tags+xml"/>
  <Override PartName="/ppt/notesSlides/notesSlide69.xml" ContentType="application/vnd.openxmlformats-officedocument.presentationml.notesSlide+xml"/>
  <Override PartName="/ppt/tags/tag2.xml" ContentType="application/vnd.openxmlformats-officedocument.presentationml.tags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tags/tag3.xml" ContentType="application/vnd.openxmlformats-officedocument.presentationml.tags+xml"/>
  <Override PartName="/ppt/notesSlides/notesSlide103.xml" ContentType="application/vnd.openxmlformats-officedocument.presentationml.notesSlide+xml"/>
  <Override PartName="/ppt/tags/tag4.xml" ContentType="application/vnd.openxmlformats-officedocument.presentationml.tags+xml"/>
  <Override PartName="/ppt/notesSlides/notesSlide10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3"/>
  </p:notesMasterIdLst>
  <p:sldIdLst>
    <p:sldId id="1018" r:id="rId5"/>
    <p:sldId id="1256" r:id="rId6"/>
    <p:sldId id="1482" r:id="rId7"/>
    <p:sldId id="1483" r:id="rId8"/>
    <p:sldId id="1484" r:id="rId9"/>
    <p:sldId id="1485" r:id="rId10"/>
    <p:sldId id="1462" r:id="rId11"/>
    <p:sldId id="1486" r:id="rId12"/>
    <p:sldId id="1487" r:id="rId13"/>
    <p:sldId id="1488" r:id="rId14"/>
    <p:sldId id="1458" r:id="rId15"/>
    <p:sldId id="1093" r:id="rId16"/>
    <p:sldId id="1489" r:id="rId17"/>
    <p:sldId id="1457" r:id="rId18"/>
    <p:sldId id="1490" r:id="rId19"/>
    <p:sldId id="1106" r:id="rId20"/>
    <p:sldId id="1364" r:id="rId21"/>
    <p:sldId id="1491" r:id="rId22"/>
    <p:sldId id="1492" r:id="rId23"/>
    <p:sldId id="1375" r:id="rId24"/>
    <p:sldId id="1373" r:id="rId25"/>
    <p:sldId id="1437" r:id="rId26"/>
    <p:sldId id="1438" r:id="rId27"/>
    <p:sldId id="1111" r:id="rId28"/>
    <p:sldId id="1367" r:id="rId29"/>
    <p:sldId id="1493" r:id="rId30"/>
    <p:sldId id="1121" r:id="rId31"/>
    <p:sldId id="1419" r:id="rId32"/>
    <p:sldId id="1421" r:id="rId33"/>
    <p:sldId id="1443" r:id="rId34"/>
    <p:sldId id="1494" r:id="rId35"/>
    <p:sldId id="1495" r:id="rId36"/>
    <p:sldId id="1445" r:id="rId37"/>
    <p:sldId id="1424" r:id="rId38"/>
    <p:sldId id="1496" r:id="rId39"/>
    <p:sldId id="1497" r:id="rId40"/>
    <p:sldId id="1498" r:id="rId41"/>
    <p:sldId id="1472" r:id="rId42"/>
    <p:sldId id="1127" r:id="rId43"/>
    <p:sldId id="1150" r:id="rId44"/>
    <p:sldId id="1340" r:id="rId45"/>
    <p:sldId id="1499" r:id="rId46"/>
    <p:sldId id="1500" r:id="rId47"/>
    <p:sldId id="1151" r:id="rId48"/>
    <p:sldId id="1370" r:id="rId49"/>
    <p:sldId id="1501" r:id="rId50"/>
    <p:sldId id="1372" r:id="rId51"/>
    <p:sldId id="1152" r:id="rId52"/>
    <p:sldId id="1376" r:id="rId53"/>
    <p:sldId id="1153" r:id="rId54"/>
    <p:sldId id="1439" r:id="rId55"/>
    <p:sldId id="1502" r:id="rId56"/>
    <p:sldId id="1467" r:id="rId57"/>
    <p:sldId id="1503" r:id="rId58"/>
    <p:sldId id="1513" r:id="rId59"/>
    <p:sldId id="1157" r:id="rId60"/>
    <p:sldId id="1388" r:id="rId61"/>
    <p:sldId id="1154" r:id="rId62"/>
    <p:sldId id="1378" r:id="rId63"/>
    <p:sldId id="1155" r:id="rId64"/>
    <p:sldId id="1381" r:id="rId65"/>
    <p:sldId id="1382" r:id="rId66"/>
    <p:sldId id="1379" r:id="rId67"/>
    <p:sldId id="1446" r:id="rId68"/>
    <p:sldId id="1156" r:id="rId69"/>
    <p:sldId id="1504" r:id="rId70"/>
    <p:sldId id="1384" r:id="rId71"/>
    <p:sldId id="1505" r:id="rId72"/>
    <p:sldId id="1479" r:id="rId73"/>
    <p:sldId id="1512" r:id="rId74"/>
    <p:sldId id="1159" r:id="rId75"/>
    <p:sldId id="1390" r:id="rId76"/>
    <p:sldId id="1453" r:id="rId77"/>
    <p:sldId id="1452" r:id="rId78"/>
    <p:sldId id="1394" r:id="rId79"/>
    <p:sldId id="1158" r:id="rId80"/>
    <p:sldId id="1169" r:id="rId81"/>
    <p:sldId id="1451" r:id="rId82"/>
    <p:sldId id="1396" r:id="rId83"/>
    <p:sldId id="1506" r:id="rId84"/>
    <p:sldId id="1507" r:id="rId85"/>
    <p:sldId id="1137" r:id="rId86"/>
    <p:sldId id="1400" r:id="rId87"/>
    <p:sldId id="1508" r:id="rId88"/>
    <p:sldId id="1160" r:id="rId89"/>
    <p:sldId id="1337" r:id="rId90"/>
    <p:sldId id="1161" r:id="rId91"/>
    <p:sldId id="1241" r:id="rId92"/>
    <p:sldId id="1162" r:id="rId93"/>
    <p:sldId id="1509" r:id="rId94"/>
    <p:sldId id="1409" r:id="rId95"/>
    <p:sldId id="1450" r:id="rId96"/>
    <p:sldId id="1510" r:id="rId97"/>
    <p:sldId id="1410" r:id="rId98"/>
    <p:sldId id="1431" r:id="rId99"/>
    <p:sldId id="1514" r:id="rId100"/>
    <p:sldId id="1511" r:id="rId101"/>
    <p:sldId id="1474" r:id="rId102"/>
    <p:sldId id="1516" r:id="rId103"/>
    <p:sldId id="1517" r:id="rId104"/>
    <p:sldId id="1575" r:id="rId105"/>
    <p:sldId id="1576" r:id="rId106"/>
    <p:sldId id="1520" r:id="rId107"/>
    <p:sldId id="1518" r:id="rId108"/>
    <p:sldId id="1519" r:id="rId109"/>
    <p:sldId id="1521" r:id="rId110"/>
    <p:sldId id="1583" r:id="rId111"/>
    <p:sldId id="1523" r:id="rId112"/>
    <p:sldId id="1524" r:id="rId113"/>
    <p:sldId id="1577" r:id="rId114"/>
    <p:sldId id="1525" r:id="rId115"/>
    <p:sldId id="1578" r:id="rId116"/>
    <p:sldId id="1579" r:id="rId117"/>
    <p:sldId id="1580" r:id="rId118"/>
    <p:sldId id="1527" r:id="rId119"/>
    <p:sldId id="1528" r:id="rId120"/>
    <p:sldId id="1529" r:id="rId121"/>
    <p:sldId id="1592" r:id="rId122"/>
    <p:sldId id="1593" r:id="rId123"/>
    <p:sldId id="1531" r:id="rId124"/>
    <p:sldId id="1594" r:id="rId125"/>
    <p:sldId id="1595" r:id="rId126"/>
    <p:sldId id="1596" r:id="rId127"/>
    <p:sldId id="1533" r:id="rId128"/>
    <p:sldId id="1597" r:id="rId129"/>
    <p:sldId id="1598" r:id="rId130"/>
    <p:sldId id="1535" r:id="rId131"/>
    <p:sldId id="1584" r:id="rId132"/>
    <p:sldId id="1537" r:id="rId133"/>
    <p:sldId id="1586" r:id="rId134"/>
    <p:sldId id="1541" r:id="rId135"/>
    <p:sldId id="1587" r:id="rId136"/>
    <p:sldId id="1588" r:id="rId137"/>
    <p:sldId id="1543" r:id="rId138"/>
    <p:sldId id="1544" r:id="rId139"/>
    <p:sldId id="1545" r:id="rId140"/>
    <p:sldId id="1546" r:id="rId141"/>
    <p:sldId id="1547" r:id="rId142"/>
    <p:sldId id="1548" r:id="rId143"/>
    <p:sldId id="1549" r:id="rId144"/>
    <p:sldId id="1550" r:id="rId145"/>
    <p:sldId id="1551" r:id="rId146"/>
    <p:sldId id="1599" r:id="rId147"/>
    <p:sldId id="1553" r:id="rId148"/>
    <p:sldId id="1554" r:id="rId149"/>
    <p:sldId id="1555" r:id="rId150"/>
    <p:sldId id="1556" r:id="rId151"/>
    <p:sldId id="1557" r:id="rId152"/>
    <p:sldId id="1558" r:id="rId153"/>
    <p:sldId id="1582" r:id="rId154"/>
    <p:sldId id="1559" r:id="rId155"/>
    <p:sldId id="1560" r:id="rId156"/>
    <p:sldId id="1581" r:id="rId157"/>
    <p:sldId id="1601" r:id="rId158"/>
    <p:sldId id="1600" r:id="rId159"/>
    <p:sldId id="1561" r:id="rId160"/>
    <p:sldId id="1602" r:id="rId161"/>
    <p:sldId id="1605" r:id="rId162"/>
    <p:sldId id="1603" r:id="rId163"/>
    <p:sldId id="1604" r:id="rId164"/>
    <p:sldId id="1563" r:id="rId165"/>
    <p:sldId id="1606" r:id="rId166"/>
    <p:sldId id="1608" r:id="rId167"/>
    <p:sldId id="1607" r:id="rId168"/>
    <p:sldId id="1609" r:id="rId169"/>
    <p:sldId id="1565" r:id="rId170"/>
    <p:sldId id="1610" r:id="rId171"/>
    <p:sldId id="1612" r:id="rId172"/>
    <p:sldId id="1611" r:id="rId173"/>
    <p:sldId id="1613" r:id="rId174"/>
    <p:sldId id="1567" r:id="rId175"/>
    <p:sldId id="1616" r:id="rId176"/>
    <p:sldId id="1617" r:id="rId177"/>
    <p:sldId id="1569" r:id="rId178"/>
    <p:sldId id="1614" r:id="rId179"/>
    <p:sldId id="1615" r:id="rId180"/>
    <p:sldId id="1571" r:id="rId181"/>
    <p:sldId id="1573" r:id="rId182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90700C-8123-FDA8-AC5B-3AA2DF95B7BB}" name="Angelica Zarate" initials="AZ" userId="S::angelica.zarate@redsinergia.com::7a8c61a2-e74b-4f38-ad62-585903729365" providerId="AD"/>
  <p188:author id="{D5E69DB6-2EE5-55C0-7E62-F35CD057DFDC}" name="Ricardo Zamora Morales" initials="RZ" userId="S::ricardo.zamora@redsinergia.com::6c53a260-a932-4183-bdb0-bd4ef5d27063" providerId="AD"/>
  <p188:author id="{BA7275F2-DB49-9889-7484-FDF27D6B985F}" name="Juan Manuel Quitl Meléndez" initials="JQ" userId="S::juan.quitl@redsinergia.com::9e0f8a03-1bf6-457e-9f4e-7b70449f02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0"/>
    <a:srgbClr val="D5FC79"/>
    <a:srgbClr val="FF85FF"/>
    <a:srgbClr val="DEECF8"/>
    <a:srgbClr val="929000"/>
    <a:srgbClr val="008F00"/>
    <a:srgbClr val="73FB79"/>
    <a:srgbClr val="942093"/>
    <a:srgbClr val="0096FF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79091-6A4D-1343-92C0-CBE146F69092}" v="3377" dt="2025-03-05T19:55:41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94"/>
    <p:restoredTop sz="94694"/>
  </p:normalViewPr>
  <p:slideViewPr>
    <p:cSldViewPr snapToGrid="0">
      <p:cViewPr varScale="1">
        <p:scale>
          <a:sx n="117" d="100"/>
          <a:sy n="11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presProps" Target="presProps.xml"/><Relationship Id="rId189" Type="http://schemas.microsoft.com/office/2015/10/relationships/revisionInfo" Target="revisionInfo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0" Type="http://schemas.microsoft.com/office/2018/10/relationships/authors" Target="author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theme" Target="theme/theme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tableStyles" Target="tableStyles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Zamora Morales" userId="6c53a260-a932-4183-bdb0-bd4ef5d27063" providerId="ADAL" clId="{B4A94876-F9A2-4D05-BD6F-6D9D02889C34}"/>
    <pc:docChg chg="undo custSel addSld delSld modSld">
      <pc:chgData name="Ricardo Zamora Morales" userId="6c53a260-a932-4183-bdb0-bd4ef5d27063" providerId="ADAL" clId="{B4A94876-F9A2-4D05-BD6F-6D9D02889C34}" dt="2025-03-01T00:25:37.068" v="1346" actId="20577"/>
      <pc:docMkLst>
        <pc:docMk/>
      </pc:docMkLst>
      <pc:sldChg chg="addSp modSp">
        <pc:chgData name="Ricardo Zamora Morales" userId="6c53a260-a932-4183-bdb0-bd4ef5d27063" providerId="ADAL" clId="{B4A94876-F9A2-4D05-BD6F-6D9D02889C34}" dt="2025-02-27T19:17:13.730" v="677"/>
        <pc:sldMkLst>
          <pc:docMk/>
          <pc:sldMk cId="1134098405" sldId="1445"/>
        </pc:sldMkLst>
        <pc:spChg chg="add mod">
          <ac:chgData name="Ricardo Zamora Morales" userId="6c53a260-a932-4183-bdb0-bd4ef5d27063" providerId="ADAL" clId="{B4A94876-F9A2-4D05-BD6F-6D9D02889C34}" dt="2025-02-27T19:17:13.730" v="677"/>
          <ac:spMkLst>
            <pc:docMk/>
            <pc:sldMk cId="1134098405" sldId="1445"/>
            <ac:spMk id="4" creationId="{06BBAA0E-72FF-33F1-6DC0-102932127558}"/>
          </ac:spMkLst>
        </pc:spChg>
      </pc:sldChg>
      <pc:sldChg chg="delSp mod">
        <pc:chgData name="Ricardo Zamora Morales" userId="6c53a260-a932-4183-bdb0-bd4ef5d27063" providerId="ADAL" clId="{B4A94876-F9A2-4D05-BD6F-6D9D02889C34}" dt="2025-02-27T15:42:51.258" v="0" actId="478"/>
        <pc:sldMkLst>
          <pc:docMk/>
          <pc:sldMk cId="1107450017" sldId="1494"/>
        </pc:sldMkLst>
      </pc:sldChg>
      <pc:sldChg chg="modSp mod">
        <pc:chgData name="Ricardo Zamora Morales" userId="6c53a260-a932-4183-bdb0-bd4ef5d27063" providerId="ADAL" clId="{B4A94876-F9A2-4D05-BD6F-6D9D02889C34}" dt="2025-02-27T22:39:39.726" v="1029" actId="20577"/>
        <pc:sldMkLst>
          <pc:docMk/>
          <pc:sldMk cId="429119950" sldId="1506"/>
        </pc:sldMkLst>
        <pc:spChg chg="mod">
          <ac:chgData name="Ricardo Zamora Morales" userId="6c53a260-a932-4183-bdb0-bd4ef5d27063" providerId="ADAL" clId="{B4A94876-F9A2-4D05-BD6F-6D9D02889C34}" dt="2025-02-27T22:39:39.726" v="1029" actId="20577"/>
          <ac:spMkLst>
            <pc:docMk/>
            <pc:sldMk cId="429119950" sldId="1506"/>
            <ac:spMk id="18" creationId="{FB27F664-A20E-6D89-AA0B-F654F5DB8966}"/>
          </ac:spMkLst>
        </pc:spChg>
      </pc:sldChg>
      <pc:sldChg chg="modSp mod">
        <pc:chgData name="Ricardo Zamora Morales" userId="6c53a260-a932-4183-bdb0-bd4ef5d27063" providerId="ADAL" clId="{B4A94876-F9A2-4D05-BD6F-6D9D02889C34}" dt="2025-02-27T23:06:15.367" v="1142" actId="242"/>
        <pc:sldMkLst>
          <pc:docMk/>
          <pc:sldMk cId="1425814619" sldId="1507"/>
        </pc:sldMkLst>
        <pc:spChg chg="mod">
          <ac:chgData name="Ricardo Zamora Morales" userId="6c53a260-a932-4183-bdb0-bd4ef5d27063" providerId="ADAL" clId="{B4A94876-F9A2-4D05-BD6F-6D9D02889C34}" dt="2025-02-27T23:06:15.367" v="1142" actId="242"/>
          <ac:spMkLst>
            <pc:docMk/>
            <pc:sldMk cId="1425814619" sldId="1507"/>
            <ac:spMk id="56" creationId="{FBAAECCB-EE4F-F1BA-8E4E-37509E255A3B}"/>
          </ac:spMkLst>
        </pc:spChg>
      </pc:sldChg>
      <pc:sldChg chg="addSp delSp modSp mod">
        <pc:chgData name="Ricardo Zamora Morales" userId="6c53a260-a932-4183-bdb0-bd4ef5d27063" providerId="ADAL" clId="{B4A94876-F9A2-4D05-BD6F-6D9D02889C34}" dt="2025-02-28T23:19:16.712" v="1270" actId="403"/>
        <pc:sldMkLst>
          <pc:docMk/>
          <pc:sldMk cId="2866146979" sldId="1524"/>
        </pc:sldMkLst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7" creationId="{9905A32D-5DA4-3F0B-0E1F-A7E20F269CA6}"/>
          </ac:spMkLst>
        </pc:spChg>
        <pc:spChg chg="add mod">
          <ac:chgData name="Ricardo Zamora Morales" userId="6c53a260-a932-4183-bdb0-bd4ef5d27063" providerId="ADAL" clId="{B4A94876-F9A2-4D05-BD6F-6D9D02889C34}" dt="2025-02-27T16:01:57.259" v="32" actId="20577"/>
          <ac:spMkLst>
            <pc:docMk/>
            <pc:sldMk cId="2866146979" sldId="1524"/>
            <ac:spMk id="12" creationId="{EB4898E4-6158-D546-4E59-CCE6D08A2682}"/>
          </ac:spMkLst>
        </pc:spChg>
        <pc:spChg chg="mod">
          <ac:chgData name="Ricardo Zamora Morales" userId="6c53a260-a932-4183-bdb0-bd4ef5d27063" providerId="ADAL" clId="{B4A94876-F9A2-4D05-BD6F-6D9D02889C34}" dt="2025-02-28T23:19:03.038" v="1266" actId="20577"/>
          <ac:spMkLst>
            <pc:docMk/>
            <pc:sldMk cId="2866146979" sldId="1524"/>
            <ac:spMk id="13" creationId="{D4203B4C-11C8-D638-A684-6156DCFEF88C}"/>
          </ac:spMkLst>
        </pc:spChg>
        <pc:spChg chg="add mod">
          <ac:chgData name="Ricardo Zamora Morales" userId="6c53a260-a932-4183-bdb0-bd4ef5d27063" providerId="ADAL" clId="{B4A94876-F9A2-4D05-BD6F-6D9D02889C34}" dt="2025-02-27T16:10:58.338" v="100" actId="6549"/>
          <ac:spMkLst>
            <pc:docMk/>
            <pc:sldMk cId="2866146979" sldId="1524"/>
            <ac:spMk id="14" creationId="{C97AE719-BB85-5453-5213-CD23849EC019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17" creationId="{24BBF602-2EA2-8B0C-D896-00A93EAAD14D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19" creationId="{89B199C6-177D-D4AC-A83C-4A9C8C3D73F3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23" creationId="{837D37EE-50D2-BCF5-AA3C-9FA171F90E17}"/>
          </ac:spMkLst>
        </pc:spChg>
        <pc:spChg chg="mod">
          <ac:chgData name="Ricardo Zamora Morales" userId="6c53a260-a932-4183-bdb0-bd4ef5d27063" providerId="ADAL" clId="{B4A94876-F9A2-4D05-BD6F-6D9D02889C34}" dt="2025-02-28T23:19:16.712" v="1270" actId="403"/>
          <ac:spMkLst>
            <pc:docMk/>
            <pc:sldMk cId="2866146979" sldId="1524"/>
            <ac:spMk id="27" creationId="{BADF502A-A957-C8BE-6661-3ECD2BB3D33E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30" creationId="{15CD3006-F8F6-A53B-ABF1-E8C056CCC989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31" creationId="{F5A4B99A-1E08-D4FF-B7A4-90240C6F5AD5}"/>
          </ac:spMkLst>
        </pc:spChg>
        <pc:spChg chg="mod">
          <ac:chgData name="Ricardo Zamora Morales" userId="6c53a260-a932-4183-bdb0-bd4ef5d27063" providerId="ADAL" clId="{B4A94876-F9A2-4D05-BD6F-6D9D02889C34}" dt="2025-02-27T16:15:54.142" v="228" actId="14100"/>
          <ac:spMkLst>
            <pc:docMk/>
            <pc:sldMk cId="2866146979" sldId="1524"/>
            <ac:spMk id="38" creationId="{E16301E6-76B1-23AA-68AB-B44EE34A9B0A}"/>
          </ac:spMkLst>
        </pc:spChg>
        <pc:spChg chg="mod">
          <ac:chgData name="Ricardo Zamora Morales" userId="6c53a260-a932-4183-bdb0-bd4ef5d27063" providerId="ADAL" clId="{B4A94876-F9A2-4D05-BD6F-6D9D02889C34}" dt="2025-02-27T16:00:27.032" v="14" actId="14100"/>
          <ac:spMkLst>
            <pc:docMk/>
            <pc:sldMk cId="2866146979" sldId="1524"/>
            <ac:spMk id="40" creationId="{0790E94B-EDF1-62BC-0BD7-980794653F88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42" creationId="{4B289FEB-7D2F-2162-B318-5453CE5102BC}"/>
          </ac:spMkLst>
        </pc:spChg>
        <pc:spChg chg="mod">
          <ac:chgData name="Ricardo Zamora Morales" userId="6c53a260-a932-4183-bdb0-bd4ef5d27063" providerId="ADAL" clId="{B4A94876-F9A2-4D05-BD6F-6D9D02889C34}" dt="2025-02-27T16:25:19.535" v="235" actId="20577"/>
          <ac:spMkLst>
            <pc:docMk/>
            <pc:sldMk cId="2866146979" sldId="1524"/>
            <ac:spMk id="43" creationId="{E043C5A1-B6C2-E08C-09C8-6ADCC55A33B6}"/>
          </ac:spMkLst>
        </pc:spChg>
        <pc:spChg chg="add mod">
          <ac:chgData name="Ricardo Zamora Morales" userId="6c53a260-a932-4183-bdb0-bd4ef5d27063" providerId="ADAL" clId="{B4A94876-F9A2-4D05-BD6F-6D9D02889C34}" dt="2025-02-27T15:59:17.672" v="10"/>
          <ac:spMkLst>
            <pc:docMk/>
            <pc:sldMk cId="2866146979" sldId="1524"/>
            <ac:spMk id="48" creationId="{54960C48-DB49-B838-5EBE-4A02A7F8CD4F}"/>
          </ac:spMkLst>
        </pc:spChg>
        <pc:spChg chg="add mod">
          <ac:chgData name="Ricardo Zamora Morales" userId="6c53a260-a932-4183-bdb0-bd4ef5d27063" providerId="ADAL" clId="{B4A94876-F9A2-4D05-BD6F-6D9D02889C34}" dt="2025-02-27T15:59:38.878" v="11"/>
          <ac:spMkLst>
            <pc:docMk/>
            <pc:sldMk cId="2866146979" sldId="1524"/>
            <ac:spMk id="49" creationId="{969521B1-EBFF-AF5F-7828-C311194A1B40}"/>
          </ac:spMkLst>
        </pc:spChg>
        <pc:spChg chg="add mod">
          <ac:chgData name="Ricardo Zamora Morales" userId="6c53a260-a932-4183-bdb0-bd4ef5d27063" providerId="ADAL" clId="{B4A94876-F9A2-4D05-BD6F-6D9D02889C34}" dt="2025-02-27T16:27:40.968" v="311" actId="1036"/>
          <ac:spMkLst>
            <pc:docMk/>
            <pc:sldMk cId="2866146979" sldId="1524"/>
            <ac:spMk id="52" creationId="{A3F0D44E-092D-9260-DF70-8DE9345B6DD0}"/>
          </ac:spMkLst>
        </pc:spChg>
      </pc:sldChg>
      <pc:sldChg chg="modSp add del mod">
        <pc:chgData name="Ricardo Zamora Morales" userId="6c53a260-a932-4183-bdb0-bd4ef5d27063" providerId="ADAL" clId="{B4A94876-F9A2-4D05-BD6F-6D9D02889C34}" dt="2025-02-28T23:48:34.652" v="1277" actId="47"/>
        <pc:sldMkLst>
          <pc:docMk/>
          <pc:sldMk cId="41336277" sldId="1526"/>
        </pc:sldMkLst>
      </pc:sldChg>
      <pc:sldChg chg="addSp modSp mod">
        <pc:chgData name="Ricardo Zamora Morales" userId="6c53a260-a932-4183-bdb0-bd4ef5d27063" providerId="ADAL" clId="{B4A94876-F9A2-4D05-BD6F-6D9D02889C34}" dt="2025-03-01T00:15:53.241" v="1297" actId="20577"/>
        <pc:sldMkLst>
          <pc:docMk/>
          <pc:sldMk cId="2951850872" sldId="1528"/>
        </pc:sldMkLst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5" creationId="{5756B0D6-3EDD-6A54-9926-D11D3C2AEDE6}"/>
          </ac:spMkLst>
        </pc:spChg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6" creationId="{4776BB6F-54AB-4BEC-B2FE-0210712237C1}"/>
          </ac:spMkLst>
        </pc:spChg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11" creationId="{35FE4E31-D4A2-CB87-F928-41942A4EEC18}"/>
          </ac:spMkLst>
        </pc:spChg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23" creationId="{8BD41665-6B76-CE12-F475-514D172B3439}"/>
          </ac:spMkLst>
        </pc:spChg>
        <pc:spChg chg="add mod">
          <ac:chgData name="Ricardo Zamora Morales" userId="6c53a260-a932-4183-bdb0-bd4ef5d27063" providerId="ADAL" clId="{B4A94876-F9A2-4D05-BD6F-6D9D02889C34}" dt="2025-02-27T19:30:10.196" v="698" actId="20577"/>
          <ac:spMkLst>
            <pc:docMk/>
            <pc:sldMk cId="2951850872" sldId="1528"/>
            <ac:spMk id="28" creationId="{473B202C-DA1A-F836-6378-36FB2109477B}"/>
          </ac:spMkLst>
        </pc:spChg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29" creationId="{BB7E28A4-A438-5F55-55EC-3008A0D4E962}"/>
          </ac:spMkLst>
        </pc:spChg>
        <pc:spChg chg="add mod">
          <ac:chgData name="Ricardo Zamora Morales" userId="6c53a260-a932-4183-bdb0-bd4ef5d27063" providerId="ADAL" clId="{B4A94876-F9A2-4D05-BD6F-6D9D02889C34}" dt="2025-02-27T19:31:29.877" v="739" actId="20577"/>
          <ac:spMkLst>
            <pc:docMk/>
            <pc:sldMk cId="2951850872" sldId="1528"/>
            <ac:spMk id="37" creationId="{869FDB31-1740-4C02-D583-096FF82C49A5}"/>
          </ac:spMkLst>
        </pc:spChg>
        <pc:spChg chg="add mod">
          <ac:chgData name="Ricardo Zamora Morales" userId="6c53a260-a932-4183-bdb0-bd4ef5d27063" providerId="ADAL" clId="{B4A94876-F9A2-4D05-BD6F-6D9D02889C34}" dt="2025-03-01T00:15:53.241" v="1297" actId="20577"/>
          <ac:spMkLst>
            <pc:docMk/>
            <pc:sldMk cId="2951850872" sldId="1528"/>
            <ac:spMk id="38" creationId="{577BE8A4-063A-6CF2-0495-5ACAFA41359A}"/>
          </ac:spMkLst>
        </pc:spChg>
        <pc:spChg chg="mod">
          <ac:chgData name="Ricardo Zamora Morales" userId="6c53a260-a932-4183-bdb0-bd4ef5d27063" providerId="ADAL" clId="{B4A94876-F9A2-4D05-BD6F-6D9D02889C34}" dt="2025-02-27T19:22:44.015" v="681" actId="20577"/>
          <ac:spMkLst>
            <pc:docMk/>
            <pc:sldMk cId="2951850872" sldId="1528"/>
            <ac:spMk id="40" creationId="{62CBC028-E714-6EB9-3BEE-DA96048E1DB8}"/>
          </ac:spMkLst>
        </pc:spChg>
        <pc:spChg chg="add mod">
          <ac:chgData name="Ricardo Zamora Morales" userId="6c53a260-a932-4183-bdb0-bd4ef5d27063" providerId="ADAL" clId="{B4A94876-F9A2-4D05-BD6F-6D9D02889C34}" dt="2025-02-27T19:30:33.070" v="716" actId="20577"/>
          <ac:spMkLst>
            <pc:docMk/>
            <pc:sldMk cId="2951850872" sldId="1528"/>
            <ac:spMk id="54" creationId="{BD2FA174-4820-90B7-C4BF-F1F1F95C0360}"/>
          </ac:spMkLst>
        </pc:spChg>
        <pc:spChg chg="mod">
          <ac:chgData name="Ricardo Zamora Morales" userId="6c53a260-a932-4183-bdb0-bd4ef5d27063" providerId="ADAL" clId="{B4A94876-F9A2-4D05-BD6F-6D9D02889C34}" dt="2025-02-27T19:31:10.327" v="734" actId="1035"/>
          <ac:spMkLst>
            <pc:docMk/>
            <pc:sldMk cId="2951850872" sldId="1528"/>
            <ac:spMk id="59" creationId="{34645BFA-3E84-DEF1-A4C3-F79144B49AD5}"/>
          </ac:spMkLst>
        </pc:spChg>
        <pc:spChg chg="add mod">
          <ac:chgData name="Ricardo Zamora Morales" userId="6c53a260-a932-4183-bdb0-bd4ef5d27063" providerId="ADAL" clId="{B4A94876-F9A2-4D05-BD6F-6D9D02889C34}" dt="2025-02-27T19:23:24.637" v="682"/>
          <ac:spMkLst>
            <pc:docMk/>
            <pc:sldMk cId="2951850872" sldId="1528"/>
            <ac:spMk id="61" creationId="{65A11ADD-471A-FE43-EE55-135054FFC2B8}"/>
          </ac:spMkLst>
        </pc:spChg>
      </pc:sldChg>
      <pc:sldChg chg="addSp modSp mod">
        <pc:chgData name="Ricardo Zamora Morales" userId="6c53a260-a932-4183-bdb0-bd4ef5d27063" providerId="ADAL" clId="{B4A94876-F9A2-4D05-BD6F-6D9D02889C34}" dt="2025-02-27T19:44:16.391" v="764" actId="1035"/>
        <pc:sldMkLst>
          <pc:docMk/>
          <pc:sldMk cId="1969337862" sldId="1544"/>
        </pc:sldMkLst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2" creationId="{FAE97F19-DA7D-BED4-BD45-B4A339D32BF1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7" creationId="{8151ED17-25D4-959F-FAD3-3BE9283BCD98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9" creationId="{49619B46-CC82-8F6F-0976-3AAFCA8300C2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13" creationId="{FA6C9179-1EEB-119F-CBB8-07AA6F39FC33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15" creationId="{3C070BDD-4F86-32B3-C1B0-56E8C43E1D1E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22" creationId="{BB888BC1-C14F-E73F-9216-5DBA6B704CBD}"/>
          </ac:spMkLst>
        </pc:spChg>
        <pc:spChg chg="add mod">
          <ac:chgData name="Ricardo Zamora Morales" userId="6c53a260-a932-4183-bdb0-bd4ef5d27063" providerId="ADAL" clId="{B4A94876-F9A2-4D05-BD6F-6D9D02889C34}" dt="2025-02-27T19:38:29.848" v="755" actId="20577"/>
          <ac:spMkLst>
            <pc:docMk/>
            <pc:sldMk cId="1969337862" sldId="1544"/>
            <ac:spMk id="24" creationId="{E7F060B3-1590-2408-269F-D08A88A91B1E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26" creationId="{0BCC48F9-FDA9-1F6A-1734-0A214207AC09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27" creationId="{261EF99D-8D36-BB3E-8269-7AED1054F145}"/>
          </ac:spMkLst>
        </pc:spChg>
        <pc:spChg chg="mod">
          <ac:chgData name="Ricardo Zamora Morales" userId="6c53a260-a932-4183-bdb0-bd4ef5d27063" providerId="ADAL" clId="{B4A94876-F9A2-4D05-BD6F-6D9D02889C34}" dt="2025-02-27T19:44:16.391" v="764" actId="1035"/>
          <ac:spMkLst>
            <pc:docMk/>
            <pc:sldMk cId="1969337862" sldId="1544"/>
            <ac:spMk id="32" creationId="{3BF51454-F560-CA45-6C13-7510961499B8}"/>
          </ac:spMkLst>
        </pc:spChg>
        <pc:spChg chg="add mod">
          <ac:chgData name="Ricardo Zamora Morales" userId="6c53a260-a932-4183-bdb0-bd4ef5d27063" providerId="ADAL" clId="{B4A94876-F9A2-4D05-BD6F-6D9D02889C34}" dt="2025-02-27T19:38:14.550" v="747"/>
          <ac:spMkLst>
            <pc:docMk/>
            <pc:sldMk cId="1969337862" sldId="1544"/>
            <ac:spMk id="33" creationId="{81E125DF-A6D9-ACF9-B215-823E506D8313}"/>
          </ac:spMkLst>
        </pc:spChg>
        <pc:spChg chg="mod">
          <ac:chgData name="Ricardo Zamora Morales" userId="6c53a260-a932-4183-bdb0-bd4ef5d27063" providerId="ADAL" clId="{B4A94876-F9A2-4D05-BD6F-6D9D02889C34}" dt="2025-02-27T19:37:17.519" v="746" actId="313"/>
          <ac:spMkLst>
            <pc:docMk/>
            <pc:sldMk cId="1969337862" sldId="1544"/>
            <ac:spMk id="40" creationId="{17CF9AE9-025B-99E3-5242-EAA6157AD0DD}"/>
          </ac:spMkLst>
        </pc:spChg>
      </pc:sldChg>
      <pc:sldChg chg="addSp delSp modSp mod">
        <pc:chgData name="Ricardo Zamora Morales" userId="6c53a260-a932-4183-bdb0-bd4ef5d27063" providerId="ADAL" clId="{B4A94876-F9A2-4D05-BD6F-6D9D02889C34}" dt="2025-03-01T00:19:56.856" v="1314" actId="20577"/>
        <pc:sldMkLst>
          <pc:docMk/>
          <pc:sldMk cId="388282334" sldId="1546"/>
        </pc:sldMkLst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2" creationId="{108237CF-A836-C629-D7E4-9950AFF1D456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4" creationId="{E49CF33A-2526-D66C-4A23-BCE1AD48E239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8" creationId="{8FAFF12C-F861-CC5D-7036-BF4B54597038}"/>
          </ac:spMkLst>
        </pc:spChg>
        <pc:spChg chg="mod">
          <ac:chgData name="Ricardo Zamora Morales" userId="6c53a260-a932-4183-bdb0-bd4ef5d27063" providerId="ADAL" clId="{B4A94876-F9A2-4D05-BD6F-6D9D02889C34}" dt="2025-02-27T19:56:09.354" v="788" actId="6549"/>
          <ac:spMkLst>
            <pc:docMk/>
            <pc:sldMk cId="388282334" sldId="1546"/>
            <ac:spMk id="9" creationId="{FC983A2E-6AA4-474C-B86F-1CF5DF241679}"/>
          </ac:spMkLst>
        </pc:spChg>
        <pc:spChg chg="mod">
          <ac:chgData name="Ricardo Zamora Morales" userId="6c53a260-a932-4183-bdb0-bd4ef5d27063" providerId="ADAL" clId="{B4A94876-F9A2-4D05-BD6F-6D9D02889C34}" dt="2025-03-01T00:19:29.599" v="1304" actId="20577"/>
          <ac:spMkLst>
            <pc:docMk/>
            <pc:sldMk cId="388282334" sldId="1546"/>
            <ac:spMk id="11" creationId="{3AC79D76-A2F2-D03E-40EC-3D43C216D55E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18" creationId="{5D1AFA5C-FE52-8856-3BE4-87ACB5CC3866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20" creationId="{C10F5BA1-82BE-7957-F328-E4E17E42E8B8}"/>
          </ac:spMkLst>
        </pc:spChg>
        <pc:spChg chg="mod">
          <ac:chgData name="Ricardo Zamora Morales" userId="6c53a260-a932-4183-bdb0-bd4ef5d27063" providerId="ADAL" clId="{B4A94876-F9A2-4D05-BD6F-6D9D02889C34}" dt="2025-03-01T00:19:34.846" v="1306" actId="20577"/>
          <ac:spMkLst>
            <pc:docMk/>
            <pc:sldMk cId="388282334" sldId="1546"/>
            <ac:spMk id="22" creationId="{DB1CD661-166E-D731-CB57-A78AB21D6080}"/>
          </ac:spMkLst>
        </pc:spChg>
        <pc:spChg chg="mod">
          <ac:chgData name="Ricardo Zamora Morales" userId="6c53a260-a932-4183-bdb0-bd4ef5d27063" providerId="ADAL" clId="{B4A94876-F9A2-4D05-BD6F-6D9D02889C34}" dt="2025-03-01T00:19:38.995" v="1308" actId="20577"/>
          <ac:spMkLst>
            <pc:docMk/>
            <pc:sldMk cId="388282334" sldId="1546"/>
            <ac:spMk id="23" creationId="{EEC05F39-9484-10FA-E614-C2C46D87BF80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24" creationId="{8E5D6B4E-9B93-189A-8E0C-1A0EC94F736C}"/>
          </ac:spMkLst>
        </pc:spChg>
        <pc:spChg chg="add mod">
          <ac:chgData name="Ricardo Zamora Morales" userId="6c53a260-a932-4183-bdb0-bd4ef5d27063" providerId="ADAL" clId="{B4A94876-F9A2-4D05-BD6F-6D9D02889C34}" dt="2025-02-27T20:01:45.158" v="891" actId="6549"/>
          <ac:spMkLst>
            <pc:docMk/>
            <pc:sldMk cId="388282334" sldId="1546"/>
            <ac:spMk id="25" creationId="{F2F39A33-B0F8-1C98-0305-E603D1A41235}"/>
          </ac:spMkLst>
        </pc:spChg>
        <pc:spChg chg="mod">
          <ac:chgData name="Ricardo Zamora Morales" userId="6c53a260-a932-4183-bdb0-bd4ef5d27063" providerId="ADAL" clId="{B4A94876-F9A2-4D05-BD6F-6D9D02889C34}" dt="2025-02-27T20:01:30.651" v="879" actId="6549"/>
          <ac:spMkLst>
            <pc:docMk/>
            <pc:sldMk cId="388282334" sldId="1546"/>
            <ac:spMk id="26" creationId="{848DF560-5920-2BFD-E983-7646A4FED77E}"/>
          </ac:spMkLst>
        </pc:spChg>
        <pc:spChg chg="mod">
          <ac:chgData name="Ricardo Zamora Morales" userId="6c53a260-a932-4183-bdb0-bd4ef5d27063" providerId="ADAL" clId="{B4A94876-F9A2-4D05-BD6F-6D9D02889C34}" dt="2025-02-27T20:01:51.050" v="896" actId="20577"/>
          <ac:spMkLst>
            <pc:docMk/>
            <pc:sldMk cId="388282334" sldId="1546"/>
            <ac:spMk id="27" creationId="{F8FE9307-A9B0-5B1E-28E4-36546E7E6C24}"/>
          </ac:spMkLst>
        </pc:spChg>
        <pc:spChg chg="mod">
          <ac:chgData name="Ricardo Zamora Morales" userId="6c53a260-a932-4183-bdb0-bd4ef5d27063" providerId="ADAL" clId="{B4A94876-F9A2-4D05-BD6F-6D9D02889C34}" dt="2025-03-01T00:19:56.856" v="1314" actId="20577"/>
          <ac:spMkLst>
            <pc:docMk/>
            <pc:sldMk cId="388282334" sldId="1546"/>
            <ac:spMk id="28" creationId="{21437783-C332-CE91-BA9C-46ADE9E1D08D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39" creationId="{580D82A8-EA82-4497-725B-FC334CF5E669}"/>
          </ac:spMkLst>
        </pc:spChg>
        <pc:spChg chg="mod">
          <ac:chgData name="Ricardo Zamora Morales" userId="6c53a260-a932-4183-bdb0-bd4ef5d27063" providerId="ADAL" clId="{B4A94876-F9A2-4D05-BD6F-6D9D02889C34}" dt="2025-02-27T19:53:08.061" v="768" actId="108"/>
          <ac:spMkLst>
            <pc:docMk/>
            <pc:sldMk cId="388282334" sldId="1546"/>
            <ac:spMk id="40" creationId="{B29AE2A6-59C7-5B2F-3B3A-6C4574FCBE0B}"/>
          </ac:spMkLst>
        </pc:spChg>
        <pc:spChg chg="add del mod">
          <ac:chgData name="Ricardo Zamora Morales" userId="6c53a260-a932-4183-bdb0-bd4ef5d27063" providerId="ADAL" clId="{B4A94876-F9A2-4D05-BD6F-6D9D02889C34}" dt="2025-03-01T00:19:51.163" v="1312" actId="20577"/>
          <ac:spMkLst>
            <pc:docMk/>
            <pc:sldMk cId="388282334" sldId="1546"/>
            <ac:spMk id="56" creationId="{219D765E-72FC-28F1-16FF-2D09FF27D46E}"/>
          </ac:spMkLst>
        </pc:spChg>
        <pc:spChg chg="mod">
          <ac:chgData name="Ricardo Zamora Morales" userId="6c53a260-a932-4183-bdb0-bd4ef5d27063" providerId="ADAL" clId="{B4A94876-F9A2-4D05-BD6F-6D9D02889C34}" dt="2025-02-27T20:01:14.921" v="873" actId="6549"/>
          <ac:spMkLst>
            <pc:docMk/>
            <pc:sldMk cId="388282334" sldId="1546"/>
            <ac:spMk id="57" creationId="{47057CC7-26D2-6BAE-63C9-5F44FCEBC5B5}"/>
          </ac:spMkLst>
        </pc:spChg>
        <pc:spChg chg="add mod">
          <ac:chgData name="Ricardo Zamora Morales" userId="6c53a260-a932-4183-bdb0-bd4ef5d27063" providerId="ADAL" clId="{B4A94876-F9A2-4D05-BD6F-6D9D02889C34}" dt="2025-02-27T19:52:51.713" v="767"/>
          <ac:spMkLst>
            <pc:docMk/>
            <pc:sldMk cId="388282334" sldId="1546"/>
            <ac:spMk id="65" creationId="{AA980F96-C764-907C-FB73-ED07A253FC39}"/>
          </ac:spMkLst>
        </pc:spChg>
        <pc:cxnChg chg="mod">
          <ac:chgData name="Ricardo Zamora Morales" userId="6c53a260-a932-4183-bdb0-bd4ef5d27063" providerId="ADAL" clId="{B4A94876-F9A2-4D05-BD6F-6D9D02889C34}" dt="2025-02-27T19:57:10.666" v="794" actId="14100"/>
          <ac:cxnSpMkLst>
            <pc:docMk/>
            <pc:sldMk cId="388282334" sldId="1546"/>
            <ac:cxnSpMk id="17" creationId="{DE353A31-2852-8F33-2FBD-27027863BE44}"/>
          </ac:cxnSpMkLst>
        </pc:cxnChg>
        <pc:cxnChg chg="mod">
          <ac:chgData name="Ricardo Zamora Morales" userId="6c53a260-a932-4183-bdb0-bd4ef5d27063" providerId="ADAL" clId="{B4A94876-F9A2-4D05-BD6F-6D9D02889C34}" dt="2025-02-27T19:56:59.443" v="792" actId="14100"/>
          <ac:cxnSpMkLst>
            <pc:docMk/>
            <pc:sldMk cId="388282334" sldId="1546"/>
            <ac:cxnSpMk id="34" creationId="{B1A4B6F7-9298-6ECB-7CCB-368644461986}"/>
          </ac:cxnSpMkLst>
        </pc:cxnChg>
        <pc:cxnChg chg="mod">
          <ac:chgData name="Ricardo Zamora Morales" userId="6c53a260-a932-4183-bdb0-bd4ef5d27063" providerId="ADAL" clId="{B4A94876-F9A2-4D05-BD6F-6D9D02889C34}" dt="2025-02-27T20:00:06.231" v="863" actId="14100"/>
          <ac:cxnSpMkLst>
            <pc:docMk/>
            <pc:sldMk cId="388282334" sldId="1546"/>
            <ac:cxnSpMk id="51" creationId="{1276EE04-2BD7-2AB3-03A2-3DA3160CB7B3}"/>
          </ac:cxnSpMkLst>
        </pc:cxnChg>
        <pc:cxnChg chg="mod">
          <ac:chgData name="Ricardo Zamora Morales" userId="6c53a260-a932-4183-bdb0-bd4ef5d27063" providerId="ADAL" clId="{B4A94876-F9A2-4D05-BD6F-6D9D02889C34}" dt="2025-02-27T19:57:04.085" v="793" actId="14100"/>
          <ac:cxnSpMkLst>
            <pc:docMk/>
            <pc:sldMk cId="388282334" sldId="1546"/>
            <ac:cxnSpMk id="55" creationId="{50B2D323-8619-CD2B-995B-0E47097C3140}"/>
          </ac:cxnSpMkLst>
        </pc:cxnChg>
      </pc:sldChg>
      <pc:sldChg chg="addSp modSp mod">
        <pc:chgData name="Ricardo Zamora Morales" userId="6c53a260-a932-4183-bdb0-bd4ef5d27063" providerId="ADAL" clId="{B4A94876-F9A2-4D05-BD6F-6D9D02889C34}" dt="2025-02-27T20:14:25.495" v="1003" actId="14100"/>
        <pc:sldMkLst>
          <pc:docMk/>
          <pc:sldMk cId="3995052173" sldId="1548"/>
        </pc:sldMkLst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4" creationId="{1FC788C7-B12C-9AD0-6C69-27D61BDF8BE8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8" creationId="{3FD9A19A-ADC3-2183-6FBE-9BAD1F3C61BF}"/>
          </ac:spMkLst>
        </pc:spChg>
        <pc:spChg chg="add mod">
          <ac:chgData name="Ricardo Zamora Morales" userId="6c53a260-a932-4183-bdb0-bd4ef5d27063" providerId="ADAL" clId="{B4A94876-F9A2-4D05-BD6F-6D9D02889C34}" dt="2025-02-27T20:14:25.495" v="1003" actId="14100"/>
          <ac:spMkLst>
            <pc:docMk/>
            <pc:sldMk cId="3995052173" sldId="1548"/>
            <ac:spMk id="14" creationId="{9A9CBE71-160B-DDF5-C8D0-5CC9DB3AF53C}"/>
          </ac:spMkLst>
        </pc:spChg>
        <pc:spChg chg="mod">
          <ac:chgData name="Ricardo Zamora Morales" userId="6c53a260-a932-4183-bdb0-bd4ef5d27063" providerId="ADAL" clId="{B4A94876-F9A2-4D05-BD6F-6D9D02889C34}" dt="2025-02-27T20:10:56.624" v="948" actId="20577"/>
          <ac:spMkLst>
            <pc:docMk/>
            <pc:sldMk cId="3995052173" sldId="1548"/>
            <ac:spMk id="15" creationId="{613FA816-8E72-AAE2-EE6B-8A0A85DAD983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17" creationId="{560E71F2-F530-3526-8D97-AEBBFE35F2B9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18" creationId="{C5274F7F-7E36-EC9B-FE08-5FCA294E4CDA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20" creationId="{964EF43B-B293-FF08-9DC2-AA19447C5E05}"/>
          </ac:spMkLst>
        </pc:spChg>
        <pc:spChg chg="mod">
          <ac:chgData name="Ricardo Zamora Morales" userId="6c53a260-a932-4183-bdb0-bd4ef5d27063" providerId="ADAL" clId="{B4A94876-F9A2-4D05-BD6F-6D9D02889C34}" dt="2025-02-27T20:14:18.061" v="1002" actId="20577"/>
          <ac:spMkLst>
            <pc:docMk/>
            <pc:sldMk cId="3995052173" sldId="1548"/>
            <ac:spMk id="21" creationId="{2839624F-94B1-E322-FE22-27D0074250FC}"/>
          </ac:spMkLst>
        </pc:spChg>
        <pc:spChg chg="mod">
          <ac:chgData name="Ricardo Zamora Morales" userId="6c53a260-a932-4183-bdb0-bd4ef5d27063" providerId="ADAL" clId="{B4A94876-F9A2-4D05-BD6F-6D9D02889C34}" dt="2025-02-27T20:14:12.511" v="995" actId="20577"/>
          <ac:spMkLst>
            <pc:docMk/>
            <pc:sldMk cId="3995052173" sldId="1548"/>
            <ac:spMk id="23" creationId="{8252CB1C-1B11-F075-F351-DCF8FA4A264B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24" creationId="{06454CA7-6A74-929E-CFB2-B7E5D8F96519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25" creationId="{BE9B9FC9-D80A-E198-70AD-965541702F0C}"/>
          </ac:spMkLst>
        </pc:spChg>
        <pc:spChg chg="add mod">
          <ac:chgData name="Ricardo Zamora Morales" userId="6c53a260-a932-4183-bdb0-bd4ef5d27063" providerId="ADAL" clId="{B4A94876-F9A2-4D05-BD6F-6D9D02889C34}" dt="2025-02-27T20:03:56.342" v="897"/>
          <ac:spMkLst>
            <pc:docMk/>
            <pc:sldMk cId="3995052173" sldId="1548"/>
            <ac:spMk id="32" creationId="{8428FF1B-6564-2FFA-76A2-7212B5B2F12D}"/>
          </ac:spMkLst>
        </pc:spChg>
        <pc:spChg chg="add mod">
          <ac:chgData name="Ricardo Zamora Morales" userId="6c53a260-a932-4183-bdb0-bd4ef5d27063" providerId="ADAL" clId="{B4A94876-F9A2-4D05-BD6F-6D9D02889C34}" dt="2025-02-27T20:11:07.617" v="968" actId="1037"/>
          <ac:spMkLst>
            <pc:docMk/>
            <pc:sldMk cId="3995052173" sldId="1548"/>
            <ac:spMk id="37" creationId="{89FE03FF-EBAD-2E87-8ED5-2D0B31DE958B}"/>
          </ac:spMkLst>
        </pc:spChg>
        <pc:spChg chg="mod">
          <ac:chgData name="Ricardo Zamora Morales" userId="6c53a260-a932-4183-bdb0-bd4ef5d27063" providerId="ADAL" clId="{B4A94876-F9A2-4D05-BD6F-6D9D02889C34}" dt="2025-02-27T20:04:36.976" v="901" actId="404"/>
          <ac:spMkLst>
            <pc:docMk/>
            <pc:sldMk cId="3995052173" sldId="1548"/>
            <ac:spMk id="40" creationId="{00B4C951-997E-53E4-37E3-8D41106197B9}"/>
          </ac:spMkLst>
        </pc:spChg>
        <pc:cxnChg chg="mod">
          <ac:chgData name="Ricardo Zamora Morales" userId="6c53a260-a932-4183-bdb0-bd4ef5d27063" providerId="ADAL" clId="{B4A94876-F9A2-4D05-BD6F-6D9D02889C34}" dt="2025-02-27T20:14:25.495" v="1003" actId="14100"/>
          <ac:cxnSpMkLst>
            <pc:docMk/>
            <pc:sldMk cId="3995052173" sldId="1548"/>
            <ac:cxnSpMk id="30" creationId="{706A6460-FC1E-D8F3-7FC9-EB141378063F}"/>
          </ac:cxnSpMkLst>
        </pc:cxnChg>
        <pc:cxnChg chg="mod">
          <ac:chgData name="Ricardo Zamora Morales" userId="6c53a260-a932-4183-bdb0-bd4ef5d27063" providerId="ADAL" clId="{B4A94876-F9A2-4D05-BD6F-6D9D02889C34}" dt="2025-02-27T20:14:25.495" v="1003" actId="14100"/>
          <ac:cxnSpMkLst>
            <pc:docMk/>
            <pc:sldMk cId="3995052173" sldId="1548"/>
            <ac:cxnSpMk id="38" creationId="{7BDB505B-123F-3AD9-3B65-AF95BB1FB268}"/>
          </ac:cxnSpMkLst>
        </pc:cxnChg>
      </pc:sldChg>
      <pc:sldChg chg="addSp delSp modSp mod">
        <pc:chgData name="Ricardo Zamora Morales" userId="6c53a260-a932-4183-bdb0-bd4ef5d27063" providerId="ADAL" clId="{B4A94876-F9A2-4D05-BD6F-6D9D02889C34}" dt="2025-02-27T22:26:09.317" v="1027" actId="20577"/>
        <pc:sldMkLst>
          <pc:docMk/>
          <pc:sldMk cId="2607708594" sldId="1550"/>
        </pc:sldMkLst>
        <pc:spChg chg="add mod">
          <ac:chgData name="Ricardo Zamora Morales" userId="6c53a260-a932-4183-bdb0-bd4ef5d27063" providerId="ADAL" clId="{B4A94876-F9A2-4D05-BD6F-6D9D02889C34}" dt="2025-02-27T22:23:22.543" v="1012" actId="20577"/>
          <ac:spMkLst>
            <pc:docMk/>
            <pc:sldMk cId="2607708594" sldId="1550"/>
            <ac:spMk id="2" creationId="{45C64A2E-0F12-6FCE-D5A4-FD08804D4911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4" creationId="{FC2B9958-6894-18B4-8645-A8B446D18A59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5" creationId="{D33C0890-C670-72DF-E587-DC599F8B7E1E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6" creationId="{845F18F9-D7E1-8B9E-BE45-2EE3EFB368B2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7" creationId="{076A7DB2-A10C-41AF-82E6-E4113A33B9C2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11" creationId="{C7EB80BB-D05B-555C-CBFF-AD4F295AD8EF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12" creationId="{62F16193-A6AB-6638-271F-98F930102F0B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13" creationId="{2B0A8C7A-5CD7-954C-CBDF-C4EB7E88E612}"/>
          </ac:spMkLst>
        </pc:spChg>
        <pc:spChg chg="add mod">
          <ac:chgData name="Ricardo Zamora Morales" userId="6c53a260-a932-4183-bdb0-bd4ef5d27063" providerId="ADAL" clId="{B4A94876-F9A2-4D05-BD6F-6D9D02889C34}" dt="2025-02-27T22:26:09.317" v="1027" actId="20577"/>
          <ac:spMkLst>
            <pc:docMk/>
            <pc:sldMk cId="2607708594" sldId="1550"/>
            <ac:spMk id="14" creationId="{630EB48E-072D-D6B2-E2A1-B8A82BB294E5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18" creationId="{3C5A9FEC-BE11-FF3A-1282-3244C4892A0E}"/>
          </ac:spMkLst>
        </pc:spChg>
        <pc:spChg chg="mod">
          <ac:chgData name="Ricardo Zamora Morales" userId="6c53a260-a932-4183-bdb0-bd4ef5d27063" providerId="ADAL" clId="{B4A94876-F9A2-4D05-BD6F-6D9D02889C34}" dt="2025-02-27T22:24:51.895" v="1022" actId="20577"/>
          <ac:spMkLst>
            <pc:docMk/>
            <pc:sldMk cId="2607708594" sldId="1550"/>
            <ac:spMk id="20" creationId="{E15D4EF8-5F80-E3C4-A43A-60414CC448C1}"/>
          </ac:spMkLst>
        </pc:spChg>
        <pc:spChg chg="mod">
          <ac:chgData name="Ricardo Zamora Morales" userId="6c53a260-a932-4183-bdb0-bd4ef5d27063" providerId="ADAL" clId="{B4A94876-F9A2-4D05-BD6F-6D9D02889C34}" dt="2025-02-27T22:24:47.716" v="1017" actId="6549"/>
          <ac:spMkLst>
            <pc:docMk/>
            <pc:sldMk cId="2607708594" sldId="1550"/>
            <ac:spMk id="22" creationId="{8F09A4C1-C940-D9A7-D8E0-4B388B1520B2}"/>
          </ac:spMkLst>
        </pc:spChg>
        <pc:spChg chg="add mod">
          <ac:chgData name="Ricardo Zamora Morales" userId="6c53a260-a932-4183-bdb0-bd4ef5d27063" providerId="ADAL" clId="{B4A94876-F9A2-4D05-BD6F-6D9D02889C34}" dt="2025-02-27T22:24:39.427" v="1013"/>
          <ac:spMkLst>
            <pc:docMk/>
            <pc:sldMk cId="2607708594" sldId="1550"/>
            <ac:spMk id="28" creationId="{B4DCDABC-38A7-5AC4-8D35-377916DBBEBA}"/>
          </ac:spMkLst>
        </pc:spChg>
      </pc:sldChg>
      <pc:sldChg chg="addSp delSp modSp mod">
        <pc:chgData name="Ricardo Zamora Morales" userId="6c53a260-a932-4183-bdb0-bd4ef5d27063" providerId="ADAL" clId="{B4A94876-F9A2-4D05-BD6F-6D9D02889C34}" dt="2025-03-01T00:22:54.671" v="1322" actId="20577"/>
        <pc:sldMkLst>
          <pc:docMk/>
          <pc:sldMk cId="566877524" sldId="1554"/>
        </pc:sldMkLst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2" creationId="{D8141DE0-FB78-B61B-7DC0-AE1C790E9B94}"/>
          </ac:spMkLst>
        </pc:spChg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5" creationId="{2F3DB9C1-8589-E97F-B731-F6D27066CD41}"/>
          </ac:spMkLst>
        </pc:spChg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7" creationId="{C9620896-B4BB-0548-FF09-5C6857F46449}"/>
          </ac:spMkLst>
        </pc:spChg>
        <pc:spChg chg="mod">
          <ac:chgData name="Ricardo Zamora Morales" userId="6c53a260-a932-4183-bdb0-bd4ef5d27063" providerId="ADAL" clId="{B4A94876-F9A2-4D05-BD6F-6D9D02889C34}" dt="2025-02-27T22:52:30.615" v="1069" actId="20577"/>
          <ac:spMkLst>
            <pc:docMk/>
            <pc:sldMk cId="566877524" sldId="1554"/>
            <ac:spMk id="8" creationId="{1DA7F9FA-659F-0C5B-E849-9770E5F168F3}"/>
          </ac:spMkLst>
        </pc:spChg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10" creationId="{857E94EE-DBE5-2845-817D-50A1C912C5D4}"/>
          </ac:spMkLst>
        </pc:spChg>
        <pc:spChg chg="mod">
          <ac:chgData name="Ricardo Zamora Morales" userId="6c53a260-a932-4183-bdb0-bd4ef5d27063" providerId="ADAL" clId="{B4A94876-F9A2-4D05-BD6F-6D9D02889C34}" dt="2025-02-27T23:02:30.538" v="1141" actId="20577"/>
          <ac:spMkLst>
            <pc:docMk/>
            <pc:sldMk cId="566877524" sldId="1554"/>
            <ac:spMk id="14" creationId="{5E2E06CE-E40B-65C9-5BE0-00F4DE438B37}"/>
          </ac:spMkLst>
        </pc:spChg>
        <pc:spChg chg="add mod">
          <ac:chgData name="Ricardo Zamora Morales" userId="6c53a260-a932-4183-bdb0-bd4ef5d27063" providerId="ADAL" clId="{B4A94876-F9A2-4D05-BD6F-6D9D02889C34}" dt="2025-03-01T00:22:50.802" v="1320" actId="20577"/>
          <ac:spMkLst>
            <pc:docMk/>
            <pc:sldMk cId="566877524" sldId="1554"/>
            <ac:spMk id="19" creationId="{688B6796-1F86-1C11-855B-98E3DC520C61}"/>
          </ac:spMkLst>
        </pc:spChg>
        <pc:spChg chg="mod">
          <ac:chgData name="Ricardo Zamora Morales" userId="6c53a260-a932-4183-bdb0-bd4ef5d27063" providerId="ADAL" clId="{B4A94876-F9A2-4D05-BD6F-6D9D02889C34}" dt="2025-03-01T00:22:47.251" v="1318" actId="20577"/>
          <ac:spMkLst>
            <pc:docMk/>
            <pc:sldMk cId="566877524" sldId="1554"/>
            <ac:spMk id="21" creationId="{8C5AF221-65A9-F469-6B1D-A7776A617082}"/>
          </ac:spMkLst>
        </pc:spChg>
        <pc:spChg chg="add mod">
          <ac:chgData name="Ricardo Zamora Morales" userId="6c53a260-a932-4183-bdb0-bd4ef5d27063" providerId="ADAL" clId="{B4A94876-F9A2-4D05-BD6F-6D9D02889C34}" dt="2025-03-01T00:22:54.671" v="1322" actId="20577"/>
          <ac:spMkLst>
            <pc:docMk/>
            <pc:sldMk cId="566877524" sldId="1554"/>
            <ac:spMk id="22" creationId="{BB8CD5C6-E6B3-90A8-DB75-B57255145E33}"/>
          </ac:spMkLst>
        </pc:spChg>
        <pc:spChg chg="mod">
          <ac:chgData name="Ricardo Zamora Morales" userId="6c53a260-a932-4183-bdb0-bd4ef5d27063" providerId="ADAL" clId="{B4A94876-F9A2-4D05-BD6F-6D9D02889C34}" dt="2025-02-27T22:53:21.139" v="1095" actId="313"/>
          <ac:spMkLst>
            <pc:docMk/>
            <pc:sldMk cId="566877524" sldId="1554"/>
            <ac:spMk id="23" creationId="{C92771A4-2E23-47C8-B665-07076F679277}"/>
          </ac:spMkLst>
        </pc:spChg>
        <pc:spChg chg="mod">
          <ac:chgData name="Ricardo Zamora Morales" userId="6c53a260-a932-4183-bdb0-bd4ef5d27063" providerId="ADAL" clId="{B4A94876-F9A2-4D05-BD6F-6D9D02889C34}" dt="2025-02-27T22:52:45.045" v="1084" actId="20577"/>
          <ac:spMkLst>
            <pc:docMk/>
            <pc:sldMk cId="566877524" sldId="1554"/>
            <ac:spMk id="24" creationId="{63666649-F1F7-7AA5-9BD7-E733D9F7D8DB}"/>
          </ac:spMkLst>
        </pc:spChg>
        <pc:spChg chg="add mod">
          <ac:chgData name="Ricardo Zamora Morales" userId="6c53a260-a932-4183-bdb0-bd4ef5d27063" providerId="ADAL" clId="{B4A94876-F9A2-4D05-BD6F-6D9D02889C34}" dt="2025-02-27T22:53:51.540" v="1113" actId="20577"/>
          <ac:spMkLst>
            <pc:docMk/>
            <pc:sldMk cId="566877524" sldId="1554"/>
            <ac:spMk id="27" creationId="{1F7F22F8-3B53-75D9-287B-DD290F521660}"/>
          </ac:spMkLst>
        </pc:spChg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28" creationId="{D97E0DD7-13BC-28C3-FAC0-BFFDA4FEA8AE}"/>
          </ac:spMkLst>
        </pc:spChg>
        <pc:spChg chg="mod">
          <ac:chgData name="Ricardo Zamora Morales" userId="6c53a260-a932-4183-bdb0-bd4ef5d27063" providerId="ADAL" clId="{B4A94876-F9A2-4D05-BD6F-6D9D02889C34}" dt="2025-02-27T22:46:05.166" v="1039" actId="403"/>
          <ac:spMkLst>
            <pc:docMk/>
            <pc:sldMk cId="566877524" sldId="1554"/>
            <ac:spMk id="40" creationId="{EB4B6A08-C396-CDC2-DDAE-AEDB25798BEF}"/>
          </ac:spMkLst>
        </pc:spChg>
        <pc:spChg chg="add mod">
          <ac:chgData name="Ricardo Zamora Morales" userId="6c53a260-a932-4183-bdb0-bd4ef5d27063" providerId="ADAL" clId="{B4A94876-F9A2-4D05-BD6F-6D9D02889C34}" dt="2025-03-01T00:22:41.140" v="1316" actId="20577"/>
          <ac:spMkLst>
            <pc:docMk/>
            <pc:sldMk cId="566877524" sldId="1554"/>
            <ac:spMk id="43" creationId="{2890933F-44D5-7B72-7535-8704F2221BA1}"/>
          </ac:spMkLst>
        </pc:spChg>
        <pc:spChg chg="mod">
          <ac:chgData name="Ricardo Zamora Morales" userId="6c53a260-a932-4183-bdb0-bd4ef5d27063" providerId="ADAL" clId="{B4A94876-F9A2-4D05-BD6F-6D9D02889C34}" dt="2025-02-27T22:53:44.140" v="1106" actId="20577"/>
          <ac:spMkLst>
            <pc:docMk/>
            <pc:sldMk cId="566877524" sldId="1554"/>
            <ac:spMk id="50" creationId="{41DCF540-F18B-BA70-6C34-8A8B3FE23AA2}"/>
          </ac:spMkLst>
        </pc:spChg>
        <pc:spChg chg="add mod">
          <ac:chgData name="Ricardo Zamora Morales" userId="6c53a260-a932-4183-bdb0-bd4ef5d27063" providerId="ADAL" clId="{B4A94876-F9A2-4D05-BD6F-6D9D02889C34}" dt="2025-02-27T22:45:51.760" v="1036"/>
          <ac:spMkLst>
            <pc:docMk/>
            <pc:sldMk cId="566877524" sldId="1554"/>
            <ac:spMk id="51" creationId="{458F61EC-BD49-045F-A205-40A445CD579E}"/>
          </ac:spMkLst>
        </pc:spChg>
      </pc:sldChg>
      <pc:sldChg chg="addSp delSp modSp mod">
        <pc:chgData name="Ricardo Zamora Morales" userId="6c53a260-a932-4183-bdb0-bd4ef5d27063" providerId="ADAL" clId="{B4A94876-F9A2-4D05-BD6F-6D9D02889C34}" dt="2025-03-01T00:23:08.766" v="1326" actId="20577"/>
        <pc:sldMkLst>
          <pc:docMk/>
          <pc:sldMk cId="788997389" sldId="1556"/>
        </pc:sldMkLst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4" creationId="{4568E38D-ACD0-EAC6-A6C3-6E60C862D2A1}"/>
          </ac:spMkLst>
        </pc:spChg>
        <pc:spChg chg="mod">
          <ac:chgData name="Ricardo Zamora Morales" userId="6c53a260-a932-4183-bdb0-bd4ef5d27063" providerId="ADAL" clId="{B4A94876-F9A2-4D05-BD6F-6D9D02889C34}" dt="2025-02-27T23:07:21.339" v="1148" actId="20577"/>
          <ac:spMkLst>
            <pc:docMk/>
            <pc:sldMk cId="788997389" sldId="1556"/>
            <ac:spMk id="8" creationId="{5AA15BBC-531A-6974-F9D7-C13A6E73AE92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9" creationId="{AB566844-901C-1BC0-D0AB-8D9B6E2F944B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10" creationId="{E8E22887-2DC3-A228-7CCF-921C15C786D0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13" creationId="{A8504496-18D1-6AF2-4492-A97BB0F78BA8}"/>
          </ac:spMkLst>
        </pc:spChg>
        <pc:spChg chg="mod">
          <ac:chgData name="Ricardo Zamora Morales" userId="6c53a260-a932-4183-bdb0-bd4ef5d27063" providerId="ADAL" clId="{B4A94876-F9A2-4D05-BD6F-6D9D02889C34}" dt="2025-02-27T23:07:37.490" v="1165" actId="20577"/>
          <ac:spMkLst>
            <pc:docMk/>
            <pc:sldMk cId="788997389" sldId="1556"/>
            <ac:spMk id="14" creationId="{A95BF62B-D0A7-A3F0-9EAB-A1CFD3F27C31}"/>
          </ac:spMkLst>
        </pc:spChg>
        <pc:spChg chg="add mod">
          <ac:chgData name="Ricardo Zamora Morales" userId="6c53a260-a932-4183-bdb0-bd4ef5d27063" providerId="ADAL" clId="{B4A94876-F9A2-4D05-BD6F-6D9D02889C34}" dt="2025-03-01T00:23:08.766" v="1326" actId="20577"/>
          <ac:spMkLst>
            <pc:docMk/>
            <pc:sldMk cId="788997389" sldId="1556"/>
            <ac:spMk id="19" creationId="{6F94C98E-4F70-12A7-F318-8453865B2324}"/>
          </ac:spMkLst>
        </pc:spChg>
        <pc:spChg chg="add mod">
          <ac:chgData name="Ricardo Zamora Morales" userId="6c53a260-a932-4183-bdb0-bd4ef5d27063" providerId="ADAL" clId="{B4A94876-F9A2-4D05-BD6F-6D9D02889C34}" dt="2025-02-27T23:08:41.646" v="1172" actId="20577"/>
          <ac:spMkLst>
            <pc:docMk/>
            <pc:sldMk cId="788997389" sldId="1556"/>
            <ac:spMk id="21" creationId="{A1D1A3D4-5BA4-CF07-C45C-FB9C63735FE0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24" creationId="{1497C67E-7EBE-8B04-BD45-752DC7CAB728}"/>
          </ac:spMkLst>
        </pc:spChg>
        <pc:spChg chg="mod">
          <ac:chgData name="Ricardo Zamora Morales" userId="6c53a260-a932-4183-bdb0-bd4ef5d27063" providerId="ADAL" clId="{B4A94876-F9A2-4D05-BD6F-6D9D02889C34}" dt="2025-03-01T00:23:04.703" v="1324" actId="20577"/>
          <ac:spMkLst>
            <pc:docMk/>
            <pc:sldMk cId="788997389" sldId="1556"/>
            <ac:spMk id="31" creationId="{466DE3CA-A47A-6818-CD29-2240CDFF400C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34" creationId="{A751B653-41AF-7274-B19A-62679CAD25F7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35" creationId="{FC82225C-166D-3C78-6BDD-F3AEB5C23548}"/>
          </ac:spMkLst>
        </pc:spChg>
        <pc:spChg chg="add mod">
          <ac:chgData name="Ricardo Zamora Morales" userId="6c53a260-a932-4183-bdb0-bd4ef5d27063" providerId="ADAL" clId="{B4A94876-F9A2-4D05-BD6F-6D9D02889C34}" dt="2025-02-27T23:00:20.606" v="1118"/>
          <ac:spMkLst>
            <pc:docMk/>
            <pc:sldMk cId="788997389" sldId="1556"/>
            <ac:spMk id="38" creationId="{7D3C3B5F-FA64-491D-AD23-8B806321D695}"/>
          </ac:spMkLst>
        </pc:spChg>
        <pc:spChg chg="mod">
          <ac:chgData name="Ricardo Zamora Morales" userId="6c53a260-a932-4183-bdb0-bd4ef5d27063" providerId="ADAL" clId="{B4A94876-F9A2-4D05-BD6F-6D9D02889C34}" dt="2025-02-27T22:58:43.539" v="1117" actId="404"/>
          <ac:spMkLst>
            <pc:docMk/>
            <pc:sldMk cId="788997389" sldId="1556"/>
            <ac:spMk id="40" creationId="{95CBCC2A-3BE5-0146-5915-13CDAEA13DE9}"/>
          </ac:spMkLst>
        </pc:spChg>
      </pc:sldChg>
      <pc:sldChg chg="addSp modSp mod">
        <pc:chgData name="Ricardo Zamora Morales" userId="6c53a260-a932-4183-bdb0-bd4ef5d27063" providerId="ADAL" clId="{B4A94876-F9A2-4D05-BD6F-6D9D02889C34}" dt="2025-02-27T23:38:47.355" v="1215" actId="20577"/>
        <pc:sldMkLst>
          <pc:docMk/>
          <pc:sldMk cId="2187421276" sldId="1558"/>
        </pc:sldMkLst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38" creationId="{A393FEED-6A38-6669-A35E-62AD95F4A8B1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39" creationId="{9BC31055-A509-DD3F-C5EA-7C6352C0678A}"/>
          </ac:spMkLst>
        </pc:spChg>
        <pc:spChg chg="mod">
          <ac:chgData name="Ricardo Zamora Morales" userId="6c53a260-a932-4183-bdb0-bd4ef5d27063" providerId="ADAL" clId="{B4A94876-F9A2-4D05-BD6F-6D9D02889C34}" dt="2025-02-27T23:10:45.416" v="1182" actId="404"/>
          <ac:spMkLst>
            <pc:docMk/>
            <pc:sldMk cId="2187421276" sldId="1558"/>
            <ac:spMk id="40" creationId="{977E23B9-1E17-461C-9452-D92A04829EDE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43" creationId="{6753B258-0401-9F7E-F5E3-A099CE8A9544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50" creationId="{820A2B9E-631F-DCB6-5283-7FD8EEB8849E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51" creationId="{7C017F0A-B6C1-D9DE-73AF-19E3E87357EF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55" creationId="{D9B1EAE8-609F-1E71-B3A6-AA815F394C39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58" creationId="{7BA84C63-A06C-2A63-7024-136BDB9F739F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62" creationId="{E40CDAC8-019E-68E1-6F21-9EA38C76E3CB}"/>
          </ac:spMkLst>
        </pc:spChg>
        <pc:spChg chg="mod">
          <ac:chgData name="Ricardo Zamora Morales" userId="6c53a260-a932-4183-bdb0-bd4ef5d27063" providerId="ADAL" clId="{B4A94876-F9A2-4D05-BD6F-6D9D02889C34}" dt="2025-02-27T23:38:47.355" v="1215" actId="20577"/>
          <ac:spMkLst>
            <pc:docMk/>
            <pc:sldMk cId="2187421276" sldId="1558"/>
            <ac:spMk id="64" creationId="{E150D078-4D76-9839-02D6-E7CC98A57DA5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71" creationId="{13F629AB-6ADB-7172-5898-A29B39F8CDA7}"/>
          </ac:spMkLst>
        </pc:spChg>
        <pc:spChg chg="add mod">
          <ac:chgData name="Ricardo Zamora Morales" userId="6c53a260-a932-4183-bdb0-bd4ef5d27063" providerId="ADAL" clId="{B4A94876-F9A2-4D05-BD6F-6D9D02889C34}" dt="2025-02-27T23:12:02.269" v="1185"/>
          <ac:spMkLst>
            <pc:docMk/>
            <pc:sldMk cId="2187421276" sldId="1558"/>
            <ac:spMk id="72" creationId="{2665C889-E979-20B0-3DA9-A6A9828997EF}"/>
          </ac:spMkLst>
        </pc:spChg>
      </pc:sldChg>
      <pc:sldChg chg="addSp delSp modSp add mod">
        <pc:chgData name="Ricardo Zamora Morales" userId="6c53a260-a932-4183-bdb0-bd4ef5d27063" providerId="ADAL" clId="{B4A94876-F9A2-4D05-BD6F-6D9D02889C34}" dt="2025-02-28T23:19:48.263" v="1276" actId="403"/>
        <pc:sldMkLst>
          <pc:docMk/>
          <pc:sldMk cId="2649943884" sldId="1577"/>
        </pc:sldMkLst>
        <pc:spChg chg="mod">
          <ac:chgData name="Ricardo Zamora Morales" userId="6c53a260-a932-4183-bdb0-bd4ef5d27063" providerId="ADAL" clId="{B4A94876-F9A2-4D05-BD6F-6D9D02889C34}" dt="2025-02-28T23:19:29.186" v="1272" actId="20577"/>
          <ac:spMkLst>
            <pc:docMk/>
            <pc:sldMk cId="2649943884" sldId="1577"/>
            <ac:spMk id="13" creationId="{DE7E30F5-93CE-1F57-8F54-0B791B61D79F}"/>
          </ac:spMkLst>
        </pc:spChg>
        <pc:spChg chg="mod">
          <ac:chgData name="Ricardo Zamora Morales" userId="6c53a260-a932-4183-bdb0-bd4ef5d27063" providerId="ADAL" clId="{B4A94876-F9A2-4D05-BD6F-6D9D02889C34}" dt="2025-02-27T16:41:21.596" v="367" actId="6549"/>
          <ac:spMkLst>
            <pc:docMk/>
            <pc:sldMk cId="2649943884" sldId="1577"/>
            <ac:spMk id="23" creationId="{11072805-38C2-E57D-18CB-8D9EA9362E8D}"/>
          </ac:spMkLst>
        </pc:spChg>
        <pc:spChg chg="mod">
          <ac:chgData name="Ricardo Zamora Morales" userId="6c53a260-a932-4183-bdb0-bd4ef5d27063" providerId="ADAL" clId="{B4A94876-F9A2-4D05-BD6F-6D9D02889C34}" dt="2025-02-27T16:40:54.058" v="361" actId="20577"/>
          <ac:spMkLst>
            <pc:docMk/>
            <pc:sldMk cId="2649943884" sldId="1577"/>
            <ac:spMk id="24" creationId="{B7035C69-81A5-1A1E-D38F-F25CA0C777AA}"/>
          </ac:spMkLst>
        </pc:spChg>
        <pc:spChg chg="mod">
          <ac:chgData name="Ricardo Zamora Morales" userId="6c53a260-a932-4183-bdb0-bd4ef5d27063" providerId="ADAL" clId="{B4A94876-F9A2-4D05-BD6F-6D9D02889C34}" dt="2025-02-28T23:19:48.263" v="1276" actId="403"/>
          <ac:spMkLst>
            <pc:docMk/>
            <pc:sldMk cId="2649943884" sldId="1577"/>
            <ac:spMk id="27" creationId="{938AE8CE-2A7E-36C9-C4F6-1694E1E6AD92}"/>
          </ac:spMkLst>
        </pc:spChg>
        <pc:spChg chg="mod">
          <ac:chgData name="Ricardo Zamora Morales" userId="6c53a260-a932-4183-bdb0-bd4ef5d27063" providerId="ADAL" clId="{B4A94876-F9A2-4D05-BD6F-6D9D02889C34}" dt="2025-02-27T16:38:55.636" v="314" actId="108"/>
          <ac:spMkLst>
            <pc:docMk/>
            <pc:sldMk cId="2649943884" sldId="1577"/>
            <ac:spMk id="40" creationId="{3CFCF425-9813-B97B-A537-7EAE0F398B31}"/>
          </ac:spMkLst>
        </pc:spChg>
        <pc:spChg chg="mod">
          <ac:chgData name="Ricardo Zamora Morales" userId="6c53a260-a932-4183-bdb0-bd4ef5d27063" providerId="ADAL" clId="{B4A94876-F9A2-4D05-BD6F-6D9D02889C34}" dt="2025-02-27T16:41:13.720" v="363" actId="6549"/>
          <ac:spMkLst>
            <pc:docMk/>
            <pc:sldMk cId="2649943884" sldId="1577"/>
            <ac:spMk id="48" creationId="{5BB567C6-D115-FDBD-E86A-DA36B517EC30}"/>
          </ac:spMkLst>
        </pc:spChg>
      </pc:sldChg>
      <pc:sldChg chg="addSp delSp modSp add mod">
        <pc:chgData name="Ricardo Zamora Morales" userId="6c53a260-a932-4183-bdb0-bd4ef5d27063" providerId="ADAL" clId="{B4A94876-F9A2-4D05-BD6F-6D9D02889C34}" dt="2025-03-01T00:07:10.098" v="1281" actId="20577"/>
        <pc:sldMkLst>
          <pc:docMk/>
          <pc:sldMk cId="3148468220" sldId="1578"/>
        </pc:sldMkLst>
        <pc:spChg chg="add mod">
          <ac:chgData name="Ricardo Zamora Morales" userId="6c53a260-a932-4183-bdb0-bd4ef5d27063" providerId="ADAL" clId="{B4A94876-F9A2-4D05-BD6F-6D9D02889C34}" dt="2025-02-27T16:44:41.872" v="382"/>
          <ac:spMkLst>
            <pc:docMk/>
            <pc:sldMk cId="3148468220" sldId="1578"/>
            <ac:spMk id="9" creationId="{A243BE4A-0FF7-6D54-6205-882582937667}"/>
          </ac:spMkLst>
        </pc:spChg>
        <pc:spChg chg="mod">
          <ac:chgData name="Ricardo Zamora Morales" userId="6c53a260-a932-4183-bdb0-bd4ef5d27063" providerId="ADAL" clId="{B4A94876-F9A2-4D05-BD6F-6D9D02889C34}" dt="2025-02-27T16:45:50.627" v="404" actId="20577"/>
          <ac:spMkLst>
            <pc:docMk/>
            <pc:sldMk cId="3148468220" sldId="1578"/>
            <ac:spMk id="35" creationId="{51053FA8-10C2-A260-AB67-3D37CC377672}"/>
          </ac:spMkLst>
        </pc:spChg>
        <pc:spChg chg="mod">
          <ac:chgData name="Ricardo Zamora Morales" userId="6c53a260-a932-4183-bdb0-bd4ef5d27063" providerId="ADAL" clId="{B4A94876-F9A2-4D05-BD6F-6D9D02889C34}" dt="2025-02-27T18:58:31.262" v="616" actId="108"/>
          <ac:spMkLst>
            <pc:docMk/>
            <pc:sldMk cId="3148468220" sldId="1578"/>
            <ac:spMk id="64" creationId="{DA94A491-3E63-AB28-F3A1-B3719B2280B5}"/>
          </ac:spMkLst>
        </pc:spChg>
        <pc:spChg chg="mod">
          <ac:chgData name="Ricardo Zamora Morales" userId="6c53a260-a932-4183-bdb0-bd4ef5d27063" providerId="ADAL" clId="{B4A94876-F9A2-4D05-BD6F-6D9D02889C34}" dt="2025-03-01T00:07:04.771" v="1279" actId="20577"/>
          <ac:spMkLst>
            <pc:docMk/>
            <pc:sldMk cId="3148468220" sldId="1578"/>
            <ac:spMk id="71" creationId="{2F2283FE-ACE8-E1CC-C8A1-B1DCD1081258}"/>
          </ac:spMkLst>
        </pc:spChg>
        <pc:spChg chg="mod">
          <ac:chgData name="Ricardo Zamora Morales" userId="6c53a260-a932-4183-bdb0-bd4ef5d27063" providerId="ADAL" clId="{B4A94876-F9A2-4D05-BD6F-6D9D02889C34}" dt="2025-02-27T16:48:53.619" v="441" actId="3064"/>
          <ac:spMkLst>
            <pc:docMk/>
            <pc:sldMk cId="3148468220" sldId="1578"/>
            <ac:spMk id="72" creationId="{E73F7F06-F008-14CD-7EF3-37145971CBC9}"/>
          </ac:spMkLst>
        </pc:spChg>
        <pc:spChg chg="mod">
          <ac:chgData name="Ricardo Zamora Morales" userId="6c53a260-a932-4183-bdb0-bd4ef5d27063" providerId="ADAL" clId="{B4A94876-F9A2-4D05-BD6F-6D9D02889C34}" dt="2025-03-01T00:07:10.098" v="1281" actId="20577"/>
          <ac:spMkLst>
            <pc:docMk/>
            <pc:sldMk cId="3148468220" sldId="1578"/>
            <ac:spMk id="73" creationId="{898FBAF9-031D-E442-B688-42941426AA5C}"/>
          </ac:spMkLst>
        </pc:spChg>
        <pc:spChg chg="mod">
          <ac:chgData name="Ricardo Zamora Morales" userId="6c53a260-a932-4183-bdb0-bd4ef5d27063" providerId="ADAL" clId="{B4A94876-F9A2-4D05-BD6F-6D9D02889C34}" dt="2025-02-27T16:48:31.038" v="438" actId="1036"/>
          <ac:spMkLst>
            <pc:docMk/>
            <pc:sldMk cId="3148468220" sldId="1578"/>
            <ac:spMk id="77" creationId="{C0B9A4A1-3289-5023-4259-D6D00B7F1B43}"/>
          </ac:spMkLst>
        </pc:spChg>
        <pc:spChg chg="mod">
          <ac:chgData name="Ricardo Zamora Morales" userId="6c53a260-a932-4183-bdb0-bd4ef5d27063" providerId="ADAL" clId="{B4A94876-F9A2-4D05-BD6F-6D9D02889C34}" dt="2025-02-27T16:48:31.038" v="438" actId="1036"/>
          <ac:spMkLst>
            <pc:docMk/>
            <pc:sldMk cId="3148468220" sldId="1578"/>
            <ac:spMk id="79" creationId="{07B9530A-D223-EC70-2AE7-5BEE44E94F4D}"/>
          </ac:spMkLst>
        </pc:spChg>
        <pc:spChg chg="mod">
          <ac:chgData name="Ricardo Zamora Morales" userId="6c53a260-a932-4183-bdb0-bd4ef5d27063" providerId="ADAL" clId="{B4A94876-F9A2-4D05-BD6F-6D9D02889C34}" dt="2025-02-27T16:50:23.217" v="461" actId="20577"/>
          <ac:spMkLst>
            <pc:docMk/>
            <pc:sldMk cId="3148468220" sldId="1578"/>
            <ac:spMk id="86" creationId="{DAB2F272-3F3B-B84C-2EF3-F5C753B8D648}"/>
          </ac:spMkLst>
        </pc:spChg>
        <pc:cxnChg chg="mod">
          <ac:chgData name="Ricardo Zamora Morales" userId="6c53a260-a932-4183-bdb0-bd4ef5d27063" providerId="ADAL" clId="{B4A94876-F9A2-4D05-BD6F-6D9D02889C34}" dt="2025-02-27T16:48:10.672" v="430" actId="1035"/>
          <ac:cxnSpMkLst>
            <pc:docMk/>
            <pc:sldMk cId="3148468220" sldId="1578"/>
            <ac:cxnSpMk id="75" creationId="{466F1463-C018-3B76-6D1C-EDB67156B992}"/>
          </ac:cxnSpMkLst>
        </pc:cxnChg>
        <pc:cxnChg chg="mod">
          <ac:chgData name="Ricardo Zamora Morales" userId="6c53a260-a932-4183-bdb0-bd4ef5d27063" providerId="ADAL" clId="{B4A94876-F9A2-4D05-BD6F-6D9D02889C34}" dt="2025-02-27T16:48:31.038" v="438" actId="1036"/>
          <ac:cxnSpMkLst>
            <pc:docMk/>
            <pc:sldMk cId="3148468220" sldId="1578"/>
            <ac:cxnSpMk id="78" creationId="{5802594E-65A8-9D2D-4428-085925000E5D}"/>
          </ac:cxnSpMkLst>
        </pc:cxnChg>
      </pc:sldChg>
      <pc:sldChg chg="addSp delSp modSp add mod">
        <pc:chgData name="Ricardo Zamora Morales" userId="6c53a260-a932-4183-bdb0-bd4ef5d27063" providerId="ADAL" clId="{B4A94876-F9A2-4D05-BD6F-6D9D02889C34}" dt="2025-03-01T00:07:40.667" v="1287" actId="20577"/>
        <pc:sldMkLst>
          <pc:docMk/>
          <pc:sldMk cId="3396640568" sldId="1579"/>
        </pc:sldMkLst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2" creationId="{9135C0BF-7999-9D03-8919-11F83B9D5B75}"/>
          </ac:spMkLst>
        </pc:spChg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4" creationId="{0E575FE4-D0B7-C12A-129D-F502EC3CC1FD}"/>
          </ac:spMkLst>
        </pc:spChg>
        <pc:spChg chg="add mod">
          <ac:chgData name="Ricardo Zamora Morales" userId="6c53a260-a932-4183-bdb0-bd4ef5d27063" providerId="ADAL" clId="{B4A94876-F9A2-4D05-BD6F-6D9D02889C34}" dt="2025-02-27T16:44:48.665" v="384"/>
          <ac:spMkLst>
            <pc:docMk/>
            <pc:sldMk cId="3396640568" sldId="1579"/>
            <ac:spMk id="5" creationId="{70C39351-D1FD-90A8-9FE8-D93137CA02BE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9" creationId="{ACA71BF6-F769-4253-740C-C88CD1ACD5C5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10" creationId="{F96173AF-0CA2-E227-A91D-BF7B74803AC8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11" creationId="{0B3CB6F8-C5AE-5CE9-998D-968217D38BE0}"/>
          </ac:spMkLst>
        </pc:spChg>
        <pc:spChg chg="mod">
          <ac:chgData name="Ricardo Zamora Morales" userId="6c53a260-a932-4183-bdb0-bd4ef5d27063" providerId="ADAL" clId="{B4A94876-F9A2-4D05-BD6F-6D9D02889C34}" dt="2025-02-27T18:48:42.293" v="588" actId="1035"/>
          <ac:spMkLst>
            <pc:docMk/>
            <pc:sldMk cId="3396640568" sldId="1579"/>
            <ac:spMk id="20" creationId="{EFDDBEE9-9130-F9C3-B3A1-1E57AB0722A0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26" creationId="{6AB990F3-D736-FB98-4EA2-0F00D190EB32}"/>
          </ac:spMkLst>
        </pc:spChg>
        <pc:spChg chg="mod">
          <ac:chgData name="Ricardo Zamora Morales" userId="6c53a260-a932-4183-bdb0-bd4ef5d27063" providerId="ADAL" clId="{B4A94876-F9A2-4D05-BD6F-6D9D02889C34}" dt="2025-02-27T18:48:42.293" v="588" actId="1035"/>
          <ac:spMkLst>
            <pc:docMk/>
            <pc:sldMk cId="3396640568" sldId="1579"/>
            <ac:spMk id="27" creationId="{C055439B-A049-9269-E184-A48191A3EE3A}"/>
          </ac:spMkLst>
        </pc:spChg>
        <pc:spChg chg="mod">
          <ac:chgData name="Ricardo Zamora Morales" userId="6c53a260-a932-4183-bdb0-bd4ef5d27063" providerId="ADAL" clId="{B4A94876-F9A2-4D05-BD6F-6D9D02889C34}" dt="2025-02-27T19:00:36.202" v="636" actId="20577"/>
          <ac:spMkLst>
            <pc:docMk/>
            <pc:sldMk cId="3396640568" sldId="1579"/>
            <ac:spMk id="29" creationId="{FBBF7408-5DAB-34FC-3383-8A66E532C48A}"/>
          </ac:spMkLst>
        </pc:spChg>
        <pc:spChg chg="mod">
          <ac:chgData name="Ricardo Zamora Morales" userId="6c53a260-a932-4183-bdb0-bd4ef5d27063" providerId="ADAL" clId="{B4A94876-F9A2-4D05-BD6F-6D9D02889C34}" dt="2025-03-01T00:07:20.803" v="1283" actId="20577"/>
          <ac:spMkLst>
            <pc:docMk/>
            <pc:sldMk cId="3396640568" sldId="1579"/>
            <ac:spMk id="34" creationId="{AC99AB68-1B86-22F0-C764-8D8B69CC7095}"/>
          </ac:spMkLst>
        </pc:spChg>
        <pc:spChg chg="mod">
          <ac:chgData name="Ricardo Zamora Morales" userId="6c53a260-a932-4183-bdb0-bd4ef5d27063" providerId="ADAL" clId="{B4A94876-F9A2-4D05-BD6F-6D9D02889C34}" dt="2025-02-27T19:01:05.773" v="648" actId="20577"/>
          <ac:spMkLst>
            <pc:docMk/>
            <pc:sldMk cId="3396640568" sldId="1579"/>
            <ac:spMk id="37" creationId="{BB4F0076-CF6A-8FBE-CDB7-FFA60FEDB7AC}"/>
          </ac:spMkLst>
        </pc:spChg>
        <pc:spChg chg="mod">
          <ac:chgData name="Ricardo Zamora Morales" userId="6c53a260-a932-4183-bdb0-bd4ef5d27063" providerId="ADAL" clId="{B4A94876-F9A2-4D05-BD6F-6D9D02889C34}" dt="2025-03-01T00:07:40.667" v="1287" actId="20577"/>
          <ac:spMkLst>
            <pc:docMk/>
            <pc:sldMk cId="3396640568" sldId="1579"/>
            <ac:spMk id="38" creationId="{E9DF0A58-0EE4-EABF-07B8-81BD81672803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59" creationId="{1F76EE55-3B42-76B8-4583-C25BD32C43AA}"/>
          </ac:spMkLst>
        </pc:spChg>
        <pc:spChg chg="mod">
          <ac:chgData name="Ricardo Zamora Morales" userId="6c53a260-a932-4183-bdb0-bd4ef5d27063" providerId="ADAL" clId="{B4A94876-F9A2-4D05-BD6F-6D9D02889C34}" dt="2025-02-27T18:48:34.570" v="573" actId="1036"/>
          <ac:spMkLst>
            <pc:docMk/>
            <pc:sldMk cId="3396640568" sldId="1579"/>
            <ac:spMk id="61" creationId="{92DC153F-3BA6-EDD5-1BD1-2DC6ED56AE2F}"/>
          </ac:spMkLst>
        </pc:spChg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102" creationId="{3C8C7C84-2ADF-AB36-5D05-D361B6AC739E}"/>
          </ac:spMkLst>
        </pc:spChg>
        <pc:spChg chg="mod">
          <ac:chgData name="Ricardo Zamora Morales" userId="6c53a260-a932-4183-bdb0-bd4ef5d27063" providerId="ADAL" clId="{B4A94876-F9A2-4D05-BD6F-6D9D02889C34}" dt="2025-02-27T18:57:29.622" v="614" actId="14100"/>
          <ac:spMkLst>
            <pc:docMk/>
            <pc:sldMk cId="3396640568" sldId="1579"/>
            <ac:spMk id="106" creationId="{092E8136-7EBC-00AA-F942-2D9BC9DD91AD}"/>
          </ac:spMkLst>
        </pc:spChg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107" creationId="{3BD63B5C-041D-375A-E725-C9C796493CE1}"/>
          </ac:spMkLst>
        </pc:spChg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108" creationId="{1048AB60-557E-830C-D0CE-6568B33918B9}"/>
          </ac:spMkLst>
        </pc:spChg>
        <pc:spChg chg="mod">
          <ac:chgData name="Ricardo Zamora Morales" userId="6c53a260-a932-4183-bdb0-bd4ef5d27063" providerId="ADAL" clId="{B4A94876-F9A2-4D05-BD6F-6D9D02889C34}" dt="2025-02-27T18:48:08.548" v="544" actId="1035"/>
          <ac:spMkLst>
            <pc:docMk/>
            <pc:sldMk cId="3396640568" sldId="1579"/>
            <ac:spMk id="110" creationId="{F9B1BF6E-81DB-0652-4780-6FAFB5C7902E}"/>
          </ac:spMkLst>
        </pc:spChg>
        <pc:spChg chg="mod">
          <ac:chgData name="Ricardo Zamora Morales" userId="6c53a260-a932-4183-bdb0-bd4ef5d27063" providerId="ADAL" clId="{B4A94876-F9A2-4D05-BD6F-6D9D02889C34}" dt="2025-02-27T18:57:11.922" v="613" actId="12788"/>
          <ac:spMkLst>
            <pc:docMk/>
            <pc:sldMk cId="3396640568" sldId="1579"/>
            <ac:spMk id="121" creationId="{86FB5C9D-CF88-DA24-67DC-466117399A07}"/>
          </ac:spMkLst>
        </pc:spChg>
        <pc:spChg chg="mod">
          <ac:chgData name="Ricardo Zamora Morales" userId="6c53a260-a932-4183-bdb0-bd4ef5d27063" providerId="ADAL" clId="{B4A94876-F9A2-4D05-BD6F-6D9D02889C34}" dt="2025-02-27T18:57:11.922" v="613" actId="12788"/>
          <ac:spMkLst>
            <pc:docMk/>
            <pc:sldMk cId="3396640568" sldId="1579"/>
            <ac:spMk id="122" creationId="{58E122B1-8DB0-4DCB-202B-7F8427012820}"/>
          </ac:spMkLst>
        </pc:spChg>
        <pc:cxnChg chg="mod">
          <ac:chgData name="Ricardo Zamora Morales" userId="6c53a260-a932-4183-bdb0-bd4ef5d27063" providerId="ADAL" clId="{B4A94876-F9A2-4D05-BD6F-6D9D02889C34}" dt="2025-02-27T18:57:29.622" v="614" actId="14100"/>
          <ac:cxnSpMkLst>
            <pc:docMk/>
            <pc:sldMk cId="3396640568" sldId="1579"/>
            <ac:cxnSpMk id="21" creationId="{2FDDE35A-3795-6C47-2294-7F6DC2C61441}"/>
          </ac:cxnSpMkLst>
        </pc:cxnChg>
        <pc:cxnChg chg="mod">
          <ac:chgData name="Ricardo Zamora Morales" userId="6c53a260-a932-4183-bdb0-bd4ef5d27063" providerId="ADAL" clId="{B4A94876-F9A2-4D05-BD6F-6D9D02889C34}" dt="2025-02-27T18:48:42.293" v="588" actId="1035"/>
          <ac:cxnSpMkLst>
            <pc:docMk/>
            <pc:sldMk cId="3396640568" sldId="1579"/>
            <ac:cxnSpMk id="22" creationId="{56EECC70-0E24-1B8B-00BC-4565CFF932DF}"/>
          </ac:cxnSpMkLst>
        </pc:cxnChg>
        <pc:cxnChg chg="mod">
          <ac:chgData name="Ricardo Zamora Morales" userId="6c53a260-a932-4183-bdb0-bd4ef5d27063" providerId="ADAL" clId="{B4A94876-F9A2-4D05-BD6F-6D9D02889C34}" dt="2025-02-27T18:57:33.637" v="615" actId="14100"/>
          <ac:cxnSpMkLst>
            <pc:docMk/>
            <pc:sldMk cId="3396640568" sldId="1579"/>
            <ac:cxnSpMk id="30" creationId="{25CCD1CE-ED22-699A-BE64-4682B1ED049B}"/>
          </ac:cxnSpMkLst>
        </pc:cxnChg>
        <pc:cxnChg chg="mod">
          <ac:chgData name="Ricardo Zamora Morales" userId="6c53a260-a932-4183-bdb0-bd4ef5d27063" providerId="ADAL" clId="{B4A94876-F9A2-4D05-BD6F-6D9D02889C34}" dt="2025-02-27T18:57:33.637" v="615" actId="14100"/>
          <ac:cxnSpMkLst>
            <pc:docMk/>
            <pc:sldMk cId="3396640568" sldId="1579"/>
            <ac:cxnSpMk id="33" creationId="{787FEFA2-996D-1A0E-4100-83ABAC65B745}"/>
          </ac:cxnSpMkLst>
        </pc:cxnChg>
        <pc:cxnChg chg="mod">
          <ac:chgData name="Ricardo Zamora Morales" userId="6c53a260-a932-4183-bdb0-bd4ef5d27063" providerId="ADAL" clId="{B4A94876-F9A2-4D05-BD6F-6D9D02889C34}" dt="2025-02-27T18:57:29.622" v="614" actId="14100"/>
          <ac:cxnSpMkLst>
            <pc:docMk/>
            <pc:sldMk cId="3396640568" sldId="1579"/>
            <ac:cxnSpMk id="89" creationId="{CA5CA008-387C-6C8E-6721-3E366F38DB81}"/>
          </ac:cxnSpMkLst>
        </pc:cxnChg>
        <pc:cxnChg chg="mod">
          <ac:chgData name="Ricardo Zamora Morales" userId="6c53a260-a932-4183-bdb0-bd4ef5d27063" providerId="ADAL" clId="{B4A94876-F9A2-4D05-BD6F-6D9D02889C34}" dt="2025-02-27T18:57:29.622" v="614" actId="14100"/>
          <ac:cxnSpMkLst>
            <pc:docMk/>
            <pc:sldMk cId="3396640568" sldId="1579"/>
            <ac:cxnSpMk id="114" creationId="{BB0CC93D-CF43-DAF1-3F22-9FC8FB78F2DC}"/>
          </ac:cxnSpMkLst>
        </pc:cxnChg>
        <pc:cxnChg chg="mod">
          <ac:chgData name="Ricardo Zamora Morales" userId="6c53a260-a932-4183-bdb0-bd4ef5d27063" providerId="ADAL" clId="{B4A94876-F9A2-4D05-BD6F-6D9D02889C34}" dt="2025-02-27T18:57:33.637" v="615" actId="14100"/>
          <ac:cxnSpMkLst>
            <pc:docMk/>
            <pc:sldMk cId="3396640568" sldId="1579"/>
            <ac:cxnSpMk id="124" creationId="{32387410-9CA3-C33F-9D97-50B63B7BED51}"/>
          </ac:cxnSpMkLst>
        </pc:cxnChg>
      </pc:sldChg>
      <pc:sldChg chg="addSp delSp modSp add mod">
        <pc:chgData name="Ricardo Zamora Morales" userId="6c53a260-a932-4183-bdb0-bd4ef5d27063" providerId="ADAL" clId="{B4A94876-F9A2-4D05-BD6F-6D9D02889C34}" dt="2025-03-01T00:08:49.444" v="1295" actId="20577"/>
        <pc:sldMkLst>
          <pc:docMk/>
          <pc:sldMk cId="1414368298" sldId="1580"/>
        </pc:sldMkLst>
        <pc:spChg chg="add mod">
          <ac:chgData name="Ricardo Zamora Morales" userId="6c53a260-a932-4183-bdb0-bd4ef5d27063" providerId="ADAL" clId="{B4A94876-F9A2-4D05-BD6F-6D9D02889C34}" dt="2025-02-27T16:44:56.663" v="386"/>
          <ac:spMkLst>
            <pc:docMk/>
            <pc:sldMk cId="1414368298" sldId="1580"/>
            <ac:spMk id="9" creationId="{9B6C9703-3D34-410D-7462-94C2A79380AF}"/>
          </ac:spMkLst>
        </pc:spChg>
        <pc:spChg chg="mod">
          <ac:chgData name="Ricardo Zamora Morales" userId="6c53a260-a932-4183-bdb0-bd4ef5d27063" providerId="ADAL" clId="{B4A94876-F9A2-4D05-BD6F-6D9D02889C34}" dt="2025-02-27T19:07:36.125" v="669" actId="20577"/>
          <ac:spMkLst>
            <pc:docMk/>
            <pc:sldMk cId="1414368298" sldId="1580"/>
            <ac:spMk id="20" creationId="{A60847E3-803F-2763-8645-A1BEF87BB087}"/>
          </ac:spMkLst>
        </pc:spChg>
        <pc:spChg chg="mod">
          <ac:chgData name="Ricardo Zamora Morales" userId="6c53a260-a932-4183-bdb0-bd4ef5d27063" providerId="ADAL" clId="{B4A94876-F9A2-4D05-BD6F-6D9D02889C34}" dt="2025-02-27T19:07:41.362" v="676" actId="20577"/>
          <ac:spMkLst>
            <pc:docMk/>
            <pc:sldMk cId="1414368298" sldId="1580"/>
            <ac:spMk id="22" creationId="{EB320EC9-74D8-5315-2664-CCBE28761687}"/>
          </ac:spMkLst>
        </pc:spChg>
        <pc:spChg chg="mod">
          <ac:chgData name="Ricardo Zamora Morales" userId="6c53a260-a932-4183-bdb0-bd4ef5d27063" providerId="ADAL" clId="{B4A94876-F9A2-4D05-BD6F-6D9D02889C34}" dt="2025-03-01T00:08:45.191" v="1293" actId="20577"/>
          <ac:spMkLst>
            <pc:docMk/>
            <pc:sldMk cId="1414368298" sldId="1580"/>
            <ac:spMk id="27" creationId="{7620675F-D64C-EB8E-9518-52236079AF5B}"/>
          </ac:spMkLst>
        </pc:spChg>
        <pc:spChg chg="mod">
          <ac:chgData name="Ricardo Zamora Morales" userId="6c53a260-a932-4183-bdb0-bd4ef5d27063" providerId="ADAL" clId="{B4A94876-F9A2-4D05-BD6F-6D9D02889C34}" dt="2025-03-01T00:08:49.444" v="1295" actId="20577"/>
          <ac:spMkLst>
            <pc:docMk/>
            <pc:sldMk cId="1414368298" sldId="1580"/>
            <ac:spMk id="28" creationId="{91E0B0FC-0784-B331-915F-C98088E541EA}"/>
          </ac:spMkLst>
        </pc:spChg>
        <pc:spChg chg="mod">
          <ac:chgData name="Ricardo Zamora Morales" userId="6c53a260-a932-4183-bdb0-bd4ef5d27063" providerId="ADAL" clId="{B4A94876-F9A2-4D05-BD6F-6D9D02889C34}" dt="2025-03-01T00:08:34.462" v="1289" actId="20577"/>
          <ac:spMkLst>
            <pc:docMk/>
            <pc:sldMk cId="1414368298" sldId="1580"/>
            <ac:spMk id="35" creationId="{36C2DB1A-ACDF-D49D-7D77-6038D9E8B5A7}"/>
          </ac:spMkLst>
        </pc:spChg>
        <pc:spChg chg="mod">
          <ac:chgData name="Ricardo Zamora Morales" userId="6c53a260-a932-4183-bdb0-bd4ef5d27063" providerId="ADAL" clId="{B4A94876-F9A2-4D05-BD6F-6D9D02889C34}" dt="2025-02-27T19:07:31.419" v="664" actId="313"/>
          <ac:spMkLst>
            <pc:docMk/>
            <pc:sldMk cId="1414368298" sldId="1580"/>
            <ac:spMk id="36" creationId="{C0F02114-7584-8DB3-D51C-5958E94D4D4D}"/>
          </ac:spMkLst>
        </pc:spChg>
        <pc:spChg chg="mod">
          <ac:chgData name="Ricardo Zamora Morales" userId="6c53a260-a932-4183-bdb0-bd4ef5d27063" providerId="ADAL" clId="{B4A94876-F9A2-4D05-BD6F-6D9D02889C34}" dt="2025-03-01T00:08:39.195" v="1291" actId="20577"/>
          <ac:spMkLst>
            <pc:docMk/>
            <pc:sldMk cId="1414368298" sldId="1580"/>
            <ac:spMk id="60" creationId="{7FC0F7B5-32C0-4735-F9F8-2A7AAAC54263}"/>
          </ac:spMkLst>
        </pc:spChg>
      </pc:sldChg>
      <pc:sldChg chg="new del">
        <pc:chgData name="Ricardo Zamora Morales" userId="6c53a260-a932-4183-bdb0-bd4ef5d27063" providerId="ADAL" clId="{B4A94876-F9A2-4D05-BD6F-6D9D02889C34}" dt="2025-02-27T16:53:46.875" v="463" actId="680"/>
        <pc:sldMkLst>
          <pc:docMk/>
          <pc:sldMk cId="2168907423" sldId="1581"/>
        </pc:sldMkLst>
      </pc:sldChg>
      <pc:sldChg chg="addSp modSp add mod">
        <pc:chgData name="Ricardo Zamora Morales" userId="6c53a260-a932-4183-bdb0-bd4ef5d27063" providerId="ADAL" clId="{B4A94876-F9A2-4D05-BD6F-6D9D02889C34}" dt="2025-03-01T00:25:02.170" v="1336" actId="20577"/>
        <pc:sldMkLst>
          <pc:docMk/>
          <pc:sldMk cId="3612352646" sldId="1582"/>
        </pc:sldMkLst>
        <pc:spChg chg="add mod">
          <ac:chgData name="Ricardo Zamora Morales" userId="6c53a260-a932-4183-bdb0-bd4ef5d27063" providerId="ADAL" clId="{B4A94876-F9A2-4D05-BD6F-6D9D02889C34}" dt="2025-02-27T23:14:08.634" v="1186"/>
          <ac:spMkLst>
            <pc:docMk/>
            <pc:sldMk cId="3612352646" sldId="1582"/>
            <ac:spMk id="7" creationId="{0660FE28-6ACA-2E8B-3082-48087A2D6122}"/>
          </ac:spMkLst>
        </pc:spChg>
        <pc:spChg chg="add mod">
          <ac:chgData name="Ricardo Zamora Morales" userId="6c53a260-a932-4183-bdb0-bd4ef5d27063" providerId="ADAL" clId="{B4A94876-F9A2-4D05-BD6F-6D9D02889C34}" dt="2025-02-27T23:14:08.634" v="1186"/>
          <ac:spMkLst>
            <pc:docMk/>
            <pc:sldMk cId="3612352646" sldId="1582"/>
            <ac:spMk id="8" creationId="{2F126850-AD68-18EA-44E8-C958E0BDEC14}"/>
          </ac:spMkLst>
        </pc:spChg>
        <pc:spChg chg="add mod">
          <ac:chgData name="Ricardo Zamora Morales" userId="6c53a260-a932-4183-bdb0-bd4ef5d27063" providerId="ADAL" clId="{B4A94876-F9A2-4D05-BD6F-6D9D02889C34}" dt="2025-02-27T23:38:56.999" v="1223" actId="20577"/>
          <ac:spMkLst>
            <pc:docMk/>
            <pc:sldMk cId="3612352646" sldId="1582"/>
            <ac:spMk id="9" creationId="{569618AE-425F-7CC3-A720-EA2989E2CF52}"/>
          </ac:spMkLst>
        </pc:spChg>
        <pc:spChg chg="add mod">
          <ac:chgData name="Ricardo Zamora Morales" userId="6c53a260-a932-4183-bdb0-bd4ef5d27063" providerId="ADAL" clId="{B4A94876-F9A2-4D05-BD6F-6D9D02889C34}" dt="2025-03-01T00:24:43.542" v="1328" actId="20577"/>
          <ac:spMkLst>
            <pc:docMk/>
            <pc:sldMk cId="3612352646" sldId="1582"/>
            <ac:spMk id="15" creationId="{673152B6-814D-85FA-11D2-D48B158BF5B0}"/>
          </ac:spMkLst>
        </pc:spChg>
        <pc:spChg chg="add mod">
          <ac:chgData name="Ricardo Zamora Morales" userId="6c53a260-a932-4183-bdb0-bd4ef5d27063" providerId="ADAL" clId="{B4A94876-F9A2-4D05-BD6F-6D9D02889C34}" dt="2025-02-27T23:39:17.190" v="1236" actId="20577"/>
          <ac:spMkLst>
            <pc:docMk/>
            <pc:sldMk cId="3612352646" sldId="1582"/>
            <ac:spMk id="16" creationId="{E56467E5-11E4-AC6B-2EF5-841B91A2B621}"/>
          </ac:spMkLst>
        </pc:spChg>
        <pc:spChg chg="add mod">
          <ac:chgData name="Ricardo Zamora Morales" userId="6c53a260-a932-4183-bdb0-bd4ef5d27063" providerId="ADAL" clId="{B4A94876-F9A2-4D05-BD6F-6D9D02889C34}" dt="2025-02-27T23:14:08.634" v="1186"/>
          <ac:spMkLst>
            <pc:docMk/>
            <pc:sldMk cId="3612352646" sldId="1582"/>
            <ac:spMk id="17" creationId="{42D41B16-B709-E6BB-7D19-CCD6B6554878}"/>
          </ac:spMkLst>
        </pc:spChg>
        <pc:spChg chg="mod">
          <ac:chgData name="Ricardo Zamora Morales" userId="6c53a260-a932-4183-bdb0-bd4ef5d27063" providerId="ADAL" clId="{B4A94876-F9A2-4D05-BD6F-6D9D02889C34}" dt="2025-03-01T00:24:49.146" v="1330" actId="20577"/>
          <ac:spMkLst>
            <pc:docMk/>
            <pc:sldMk cId="3612352646" sldId="1582"/>
            <ac:spMk id="21" creationId="{D52E0867-E65E-A5DF-B8A7-BA38FA45EDA8}"/>
          </ac:spMkLst>
        </pc:spChg>
        <pc:spChg chg="add mod">
          <ac:chgData name="Ricardo Zamora Morales" userId="6c53a260-a932-4183-bdb0-bd4ef5d27063" providerId="ADAL" clId="{B4A94876-F9A2-4D05-BD6F-6D9D02889C34}" dt="2025-02-27T23:14:08.634" v="1186"/>
          <ac:spMkLst>
            <pc:docMk/>
            <pc:sldMk cId="3612352646" sldId="1582"/>
            <ac:spMk id="28" creationId="{91D2C572-96C7-6DEA-99C9-446379A8586E}"/>
          </ac:spMkLst>
        </pc:spChg>
        <pc:spChg chg="add mod">
          <ac:chgData name="Ricardo Zamora Morales" userId="6c53a260-a932-4183-bdb0-bd4ef5d27063" providerId="ADAL" clId="{B4A94876-F9A2-4D05-BD6F-6D9D02889C34}" dt="2025-03-01T00:24:53.806" v="1332" actId="20577"/>
          <ac:spMkLst>
            <pc:docMk/>
            <pc:sldMk cId="3612352646" sldId="1582"/>
            <ac:spMk id="32" creationId="{17379FF4-CBF3-4CD5-1B06-BD9C441DB1E4}"/>
          </ac:spMkLst>
        </pc:spChg>
        <pc:spChg chg="mod">
          <ac:chgData name="Ricardo Zamora Morales" userId="6c53a260-a932-4183-bdb0-bd4ef5d27063" providerId="ADAL" clId="{B4A94876-F9A2-4D05-BD6F-6D9D02889C34}" dt="2025-03-01T00:24:57.615" v="1334" actId="20577"/>
          <ac:spMkLst>
            <pc:docMk/>
            <pc:sldMk cId="3612352646" sldId="1582"/>
            <ac:spMk id="33" creationId="{78342652-76B0-D66D-14C2-A8B846E0FE16}"/>
          </ac:spMkLst>
        </pc:spChg>
        <pc:spChg chg="add mod">
          <ac:chgData name="Ricardo Zamora Morales" userId="6c53a260-a932-4183-bdb0-bd4ef5d27063" providerId="ADAL" clId="{B4A94876-F9A2-4D05-BD6F-6D9D02889C34}" dt="2025-02-27T23:40:08.704" v="1249" actId="20577"/>
          <ac:spMkLst>
            <pc:docMk/>
            <pc:sldMk cId="3612352646" sldId="1582"/>
            <ac:spMk id="37" creationId="{99A43F69-8044-A6DA-BBC8-5390E6164F2B}"/>
          </ac:spMkLst>
        </pc:spChg>
        <pc:spChg chg="mod">
          <ac:chgData name="Ricardo Zamora Morales" userId="6c53a260-a932-4183-bdb0-bd4ef5d27063" providerId="ADAL" clId="{B4A94876-F9A2-4D05-BD6F-6D9D02889C34}" dt="2025-03-01T00:25:02.170" v="1336" actId="20577"/>
          <ac:spMkLst>
            <pc:docMk/>
            <pc:sldMk cId="3612352646" sldId="1582"/>
            <ac:spMk id="38" creationId="{36C4753D-7D77-82D8-3715-50CE323E146C}"/>
          </ac:spMkLst>
        </pc:spChg>
        <pc:spChg chg="mod">
          <ac:chgData name="Ricardo Zamora Morales" userId="6c53a260-a932-4183-bdb0-bd4ef5d27063" providerId="ADAL" clId="{B4A94876-F9A2-4D05-BD6F-6D9D02889C34}" dt="2025-02-27T23:40:18.474" v="1256" actId="20577"/>
          <ac:spMkLst>
            <pc:docMk/>
            <pc:sldMk cId="3612352646" sldId="1582"/>
            <ac:spMk id="39" creationId="{F1E45B87-DF32-09E0-B874-83DC8295CB4E}"/>
          </ac:spMkLst>
        </pc:spChg>
        <pc:spChg chg="mod">
          <ac:chgData name="Ricardo Zamora Morales" userId="6c53a260-a932-4183-bdb0-bd4ef5d27063" providerId="ADAL" clId="{B4A94876-F9A2-4D05-BD6F-6D9D02889C34}" dt="2025-02-27T23:40:30.016" v="1264" actId="20577"/>
          <ac:spMkLst>
            <pc:docMk/>
            <pc:sldMk cId="3612352646" sldId="1582"/>
            <ac:spMk id="56" creationId="{192C5003-82DC-D55B-D875-7E6549F99BED}"/>
          </ac:spMkLst>
        </pc:spChg>
        <pc:spChg chg="add mod">
          <ac:chgData name="Ricardo Zamora Morales" userId="6c53a260-a932-4183-bdb0-bd4ef5d27063" providerId="ADAL" clId="{B4A94876-F9A2-4D05-BD6F-6D9D02889C34}" dt="2025-02-27T23:14:08.634" v="1186"/>
          <ac:spMkLst>
            <pc:docMk/>
            <pc:sldMk cId="3612352646" sldId="1582"/>
            <ac:spMk id="66" creationId="{9423180F-2A54-AFB6-3012-D585E2504363}"/>
          </ac:spMkLst>
        </pc:spChg>
      </pc:sldChg>
      <pc:sldChg chg="modSp mod">
        <pc:chgData name="Ricardo Zamora Morales" userId="6c53a260-a932-4183-bdb0-bd4ef5d27063" providerId="ADAL" clId="{B4A94876-F9A2-4D05-BD6F-6D9D02889C34}" dt="2025-03-01T00:17:53.303" v="1302" actId="20577"/>
        <pc:sldMkLst>
          <pc:docMk/>
          <pc:sldMk cId="770613964" sldId="1588"/>
        </pc:sldMkLst>
        <pc:spChg chg="mod">
          <ac:chgData name="Ricardo Zamora Morales" userId="6c53a260-a932-4183-bdb0-bd4ef5d27063" providerId="ADAL" clId="{B4A94876-F9A2-4D05-BD6F-6D9D02889C34}" dt="2025-03-01T00:17:48.379" v="1300" actId="20577"/>
          <ac:spMkLst>
            <pc:docMk/>
            <pc:sldMk cId="770613964" sldId="1588"/>
            <ac:spMk id="34" creationId="{66F72A75-1C52-8C28-048F-952F18D1AEC0}"/>
          </ac:spMkLst>
        </pc:spChg>
        <pc:spChg chg="mod">
          <ac:chgData name="Ricardo Zamora Morales" userId="6c53a260-a932-4183-bdb0-bd4ef5d27063" providerId="ADAL" clId="{B4A94876-F9A2-4D05-BD6F-6D9D02889C34}" dt="2025-03-01T00:17:53.303" v="1302" actId="20577"/>
          <ac:spMkLst>
            <pc:docMk/>
            <pc:sldMk cId="770613964" sldId="1588"/>
            <ac:spMk id="38" creationId="{0507AF9C-A7E7-9271-7A87-96D3AC9256F5}"/>
          </ac:spMkLst>
        </pc:spChg>
      </pc:sldChg>
      <pc:sldChg chg="modSp mod">
        <pc:chgData name="Ricardo Zamora Morales" userId="6c53a260-a932-4183-bdb0-bd4ef5d27063" providerId="ADAL" clId="{B4A94876-F9A2-4D05-BD6F-6D9D02889C34}" dt="2025-03-01T00:25:37.068" v="1346" actId="20577"/>
        <pc:sldMkLst>
          <pc:docMk/>
          <pc:sldMk cId="2195133273" sldId="1591"/>
        </pc:sldMkLst>
      </pc:sldChg>
      <pc:sldChg chg="delSp mod">
        <pc:chgData name="Ricardo Zamora Morales" userId="6c53a260-a932-4183-bdb0-bd4ef5d27063" providerId="ADAL" clId="{B4A94876-F9A2-4D05-BD6F-6D9D02889C34}" dt="2025-03-01T00:16:57.248" v="1298" actId="478"/>
        <pc:sldMkLst>
          <pc:docMk/>
          <pc:sldMk cId="1145458787" sldId="1593"/>
        </pc:sldMkLst>
      </pc:sldChg>
    </pc:docChg>
  </pc:docChgLst>
  <pc:docChgLst>
    <pc:chgData name="Javier Casado" userId="S::javier.casado@redsinergia.com::aeabaa71-6d35-4090-9961-8cde0957c435" providerId="AD" clId="Web-{35BDDCCF-A5D8-BAFF-94C1-D3433FCA130F}"/>
    <pc:docChg chg="addSld delSld modSld">
      <pc:chgData name="Javier Casado" userId="S::javier.casado@redsinergia.com::aeabaa71-6d35-4090-9961-8cde0957c435" providerId="AD" clId="Web-{35BDDCCF-A5D8-BAFF-94C1-D3433FCA130F}" dt="2025-02-21T21:33:44.681" v="3"/>
      <pc:docMkLst>
        <pc:docMk/>
      </pc:docMkLst>
      <pc:sldChg chg="addSp delSp modSp add del">
        <pc:chgData name="Javier Casado" userId="S::javier.casado@redsinergia.com::aeabaa71-6d35-4090-9961-8cde0957c435" providerId="AD" clId="Web-{35BDDCCF-A5D8-BAFF-94C1-D3433FCA130F}" dt="2025-02-21T21:33:44.681" v="3"/>
        <pc:sldMkLst>
          <pc:docMk/>
          <pc:sldMk cId="4164901879" sldId="1515"/>
        </pc:sldMkLst>
      </pc:sldChg>
    </pc:docChg>
  </pc:docChgLst>
  <pc:docChgLst>
    <pc:chgData name="Flaquita Feliz" userId="c5eddd881609551b" providerId="LiveId" clId="{FBAB7F00-50D7-9743-9196-B7038A3874FD}"/>
    <pc:docChg chg="addSld delSld">
      <pc:chgData name="Flaquita Feliz" userId="c5eddd881609551b" providerId="LiveId" clId="{FBAB7F00-50D7-9743-9196-B7038A3874FD}" dt="2025-03-06T15:22:52.996" v="1" actId="2696"/>
      <pc:docMkLst>
        <pc:docMk/>
      </pc:docMkLst>
      <pc:sldChg chg="new del">
        <pc:chgData name="Flaquita Feliz" userId="c5eddd881609551b" providerId="LiveId" clId="{FBAB7F00-50D7-9743-9196-B7038A3874FD}" dt="2025-03-06T15:22:52.996" v="1" actId="2696"/>
        <pc:sldMkLst>
          <pc:docMk/>
          <pc:sldMk cId="2715868273" sldId="1618"/>
        </pc:sldMkLst>
      </pc:sldChg>
    </pc:docChg>
  </pc:docChgLst>
  <pc:docChgLst>
    <pc:chgData name="Maria Rojas Ramirez" userId="92be514a-6790-4b3d-9adb-94743b871476" providerId="ADAL" clId="{1F179091-6A4D-1343-92C0-CBE146F69092}"/>
    <pc:docChg chg="undo custSel addSld delSld modSld sldOrd">
      <pc:chgData name="Maria Rojas Ramirez" userId="92be514a-6790-4b3d-9adb-94743b871476" providerId="ADAL" clId="{1F179091-6A4D-1343-92C0-CBE146F69092}" dt="2025-03-05T20:10:31.965" v="5858" actId="2696"/>
      <pc:docMkLst>
        <pc:docMk/>
      </pc:docMkLst>
      <pc:sldChg chg="modSp mod">
        <pc:chgData name="Maria Rojas Ramirez" userId="92be514a-6790-4b3d-9adb-94743b871476" providerId="ADAL" clId="{1F179091-6A4D-1343-92C0-CBE146F69092}" dt="2025-02-05T15:04:24.848" v="3445" actId="20577"/>
        <pc:sldMkLst>
          <pc:docMk/>
          <pc:sldMk cId="1657155983" sldId="1018"/>
        </pc:sldMkLst>
        <pc:spChg chg="mod">
          <ac:chgData name="Maria Rojas Ramirez" userId="92be514a-6790-4b3d-9adb-94743b871476" providerId="ADAL" clId="{1F179091-6A4D-1343-92C0-CBE146F69092}" dt="2025-02-05T15:04:24.848" v="3445" actId="20577"/>
          <ac:spMkLst>
            <pc:docMk/>
            <pc:sldMk cId="1657155983" sldId="1018"/>
            <ac:spMk id="4" creationId="{A7578406-6F78-BE76-83F0-866682A28477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20T19:02:50.739" v="4390" actId="13822"/>
        <pc:sldMkLst>
          <pc:docMk/>
          <pc:sldMk cId="2934810043" sldId="1337"/>
        </pc:sldMkLst>
        <pc:spChg chg="mod">
          <ac:chgData name="Maria Rojas Ramirez" userId="92be514a-6790-4b3d-9adb-94743b871476" providerId="ADAL" clId="{1F179091-6A4D-1343-92C0-CBE146F69092}" dt="2025-02-20T19:01:21.057" v="4328" actId="1038"/>
          <ac:spMkLst>
            <pc:docMk/>
            <pc:sldMk cId="2934810043" sldId="1337"/>
            <ac:spMk id="9" creationId="{4D24BCD5-18A1-E095-F7CC-897EEF19D9BC}"/>
          </ac:spMkLst>
        </pc:spChg>
        <pc:spChg chg="mod">
          <ac:chgData name="Maria Rojas Ramirez" userId="92be514a-6790-4b3d-9adb-94743b871476" providerId="ADAL" clId="{1F179091-6A4D-1343-92C0-CBE146F69092}" dt="2025-02-20T19:02:09.534" v="4387" actId="1036"/>
          <ac:spMkLst>
            <pc:docMk/>
            <pc:sldMk cId="2934810043" sldId="1337"/>
            <ac:spMk id="14" creationId="{8E520B09-9E4A-9580-64C0-6EC44A25A25B}"/>
          </ac:spMkLst>
        </pc:spChg>
        <pc:spChg chg="mod">
          <ac:chgData name="Maria Rojas Ramirez" userId="92be514a-6790-4b3d-9adb-94743b871476" providerId="ADAL" clId="{1F179091-6A4D-1343-92C0-CBE146F69092}" dt="2025-02-20T19:01:56.593" v="4357" actId="1036"/>
          <ac:spMkLst>
            <pc:docMk/>
            <pc:sldMk cId="2934810043" sldId="1337"/>
            <ac:spMk id="15" creationId="{467020EA-73C7-F792-EC98-14F878708A02}"/>
          </ac:spMkLst>
        </pc:spChg>
        <pc:spChg chg="mod">
          <ac:chgData name="Maria Rojas Ramirez" userId="92be514a-6790-4b3d-9adb-94743b871476" providerId="ADAL" clId="{1F179091-6A4D-1343-92C0-CBE146F69092}" dt="2025-02-20T19:00:22.411" v="4240" actId="20577"/>
          <ac:spMkLst>
            <pc:docMk/>
            <pc:sldMk cId="2934810043" sldId="1337"/>
            <ac:spMk id="19" creationId="{B688672E-DA5F-3838-FFB5-3B30E3C15342}"/>
          </ac:spMkLst>
        </pc:spChg>
        <pc:spChg chg="mod">
          <ac:chgData name="Maria Rojas Ramirez" userId="92be514a-6790-4b3d-9adb-94743b871476" providerId="ADAL" clId="{1F179091-6A4D-1343-92C0-CBE146F69092}" dt="2025-02-20T19:01:24.714" v="4329" actId="1076"/>
          <ac:spMkLst>
            <pc:docMk/>
            <pc:sldMk cId="2934810043" sldId="1337"/>
            <ac:spMk id="21" creationId="{2D936D98-000B-53B9-2795-1BD38A557EA3}"/>
          </ac:spMkLst>
        </pc:spChg>
        <pc:cxnChg chg="mod">
          <ac:chgData name="Maria Rojas Ramirez" userId="92be514a-6790-4b3d-9adb-94743b871476" providerId="ADAL" clId="{1F179091-6A4D-1343-92C0-CBE146F69092}" dt="2025-02-20T19:01:56.593" v="4357" actId="1036"/>
          <ac:cxnSpMkLst>
            <pc:docMk/>
            <pc:sldMk cId="2934810043" sldId="1337"/>
            <ac:cxnSpMk id="17" creationId="{BEB88FE6-214A-3725-77C9-A6D03DFEBD79}"/>
          </ac:cxnSpMkLst>
        </pc:cxnChg>
        <pc:cxnChg chg="mod">
          <ac:chgData name="Maria Rojas Ramirez" userId="92be514a-6790-4b3d-9adb-94743b871476" providerId="ADAL" clId="{1F179091-6A4D-1343-92C0-CBE146F69092}" dt="2025-02-20T19:02:09.534" v="4387" actId="1036"/>
          <ac:cxnSpMkLst>
            <pc:docMk/>
            <pc:sldMk cId="2934810043" sldId="1337"/>
            <ac:cxnSpMk id="20" creationId="{EFD8542A-900B-ECFD-962A-B823ABAFE7A2}"/>
          </ac:cxnSpMkLst>
        </pc:cxnChg>
        <pc:cxnChg chg="add">
          <ac:chgData name="Maria Rojas Ramirez" userId="92be514a-6790-4b3d-9adb-94743b871476" providerId="ADAL" clId="{1F179091-6A4D-1343-92C0-CBE146F69092}" dt="2025-02-20T19:01:39.444" v="4332" actId="11529"/>
          <ac:cxnSpMkLst>
            <pc:docMk/>
            <pc:sldMk cId="2934810043" sldId="1337"/>
            <ac:cxnSpMk id="42" creationId="{D932DAE8-4FC4-B5BB-288A-ED3F52FC18E0}"/>
          </ac:cxnSpMkLst>
        </pc:cxnChg>
        <pc:cxnChg chg="add mod">
          <ac:chgData name="Maria Rojas Ramirez" userId="92be514a-6790-4b3d-9adb-94743b871476" providerId="ADAL" clId="{1F179091-6A4D-1343-92C0-CBE146F69092}" dt="2025-02-20T19:02:50.739" v="4390" actId="13822"/>
          <ac:cxnSpMkLst>
            <pc:docMk/>
            <pc:sldMk cId="2934810043" sldId="1337"/>
            <ac:cxnSpMk id="48" creationId="{5E9873DE-50AF-3BF8-D952-67BEEEDE42C7}"/>
          </ac:cxnSpMkLst>
        </pc:cxnChg>
      </pc:sldChg>
      <pc:sldChg chg="modSp del mod">
        <pc:chgData name="Maria Rojas Ramirez" userId="92be514a-6790-4b3d-9adb-94743b871476" providerId="ADAL" clId="{1F179091-6A4D-1343-92C0-CBE146F69092}" dt="2025-02-01T02:58:49.602" v="1606" actId="2696"/>
        <pc:sldMkLst>
          <pc:docMk/>
          <pc:sldMk cId="996781468" sldId="1341"/>
        </pc:sldMkLst>
      </pc:sldChg>
      <pc:sldChg chg="del">
        <pc:chgData name="Maria Rojas Ramirez" userId="92be514a-6790-4b3d-9adb-94743b871476" providerId="ADAL" clId="{1F179091-6A4D-1343-92C0-CBE146F69092}" dt="2025-02-01T17:40:54.874" v="3343" actId="2696"/>
        <pc:sldMkLst>
          <pc:docMk/>
          <pc:sldMk cId="260849418" sldId="1342"/>
        </pc:sldMkLst>
      </pc:sldChg>
      <pc:sldChg chg="addSp modSp del mod">
        <pc:chgData name="Maria Rojas Ramirez" userId="92be514a-6790-4b3d-9adb-94743b871476" providerId="ADAL" clId="{1F179091-6A4D-1343-92C0-CBE146F69092}" dt="2025-01-31T19:37:54.622" v="800" actId="2696"/>
        <pc:sldMkLst>
          <pc:docMk/>
          <pc:sldMk cId="1669031433" sldId="1361"/>
        </pc:sldMkLst>
      </pc:sldChg>
      <pc:sldChg chg="addSp modSp mod">
        <pc:chgData name="Maria Rojas Ramirez" userId="92be514a-6790-4b3d-9adb-94743b871476" providerId="ADAL" clId="{1F179091-6A4D-1343-92C0-CBE146F69092}" dt="2025-01-31T19:16:55.377" v="782" actId="1076"/>
        <pc:sldMkLst>
          <pc:docMk/>
          <pc:sldMk cId="1222243480" sldId="1364"/>
        </pc:sldMkLst>
        <pc:spChg chg="add mod">
          <ac:chgData name="Maria Rojas Ramirez" userId="92be514a-6790-4b3d-9adb-94743b871476" providerId="ADAL" clId="{1F179091-6A4D-1343-92C0-CBE146F69092}" dt="2025-01-31T19:16:55.377" v="782" actId="1076"/>
          <ac:spMkLst>
            <pc:docMk/>
            <pc:sldMk cId="1222243480" sldId="1364"/>
            <ac:spMk id="5" creationId="{D230EC2B-CE09-2CCA-8D08-6A1BF7773539}"/>
          </ac:spMkLst>
        </pc:spChg>
        <pc:spChg chg="mod">
          <ac:chgData name="Maria Rojas Ramirez" userId="92be514a-6790-4b3d-9adb-94743b871476" providerId="ADAL" clId="{1F179091-6A4D-1343-92C0-CBE146F69092}" dt="2025-01-31T19:16:42.678" v="780"/>
          <ac:spMkLst>
            <pc:docMk/>
            <pc:sldMk cId="1222243480" sldId="1364"/>
            <ac:spMk id="48" creationId="{0130F1B6-6EEC-D73D-2F48-82442F58DA02}"/>
          </ac:spMkLst>
        </pc:spChg>
      </pc:sldChg>
      <pc:sldChg chg="addSp modSp mod">
        <pc:chgData name="Maria Rojas Ramirez" userId="92be514a-6790-4b3d-9adb-94743b871476" providerId="ADAL" clId="{1F179091-6A4D-1343-92C0-CBE146F69092}" dt="2025-01-31T19:59:24.794" v="829"/>
        <pc:sldMkLst>
          <pc:docMk/>
          <pc:sldMk cId="2208638261" sldId="1367"/>
        </pc:sldMkLst>
        <pc:spChg chg="add mod">
          <ac:chgData name="Maria Rojas Ramirez" userId="92be514a-6790-4b3d-9adb-94743b871476" providerId="ADAL" clId="{1F179091-6A4D-1343-92C0-CBE146F69092}" dt="2025-01-31T19:59:01.206" v="828" actId="1076"/>
          <ac:spMkLst>
            <pc:docMk/>
            <pc:sldMk cId="2208638261" sldId="1367"/>
            <ac:spMk id="9" creationId="{E8ED4638-0EE1-1992-D2C1-75B73BADE7CA}"/>
          </ac:spMkLst>
        </pc:spChg>
        <pc:spChg chg="mod">
          <ac:chgData name="Maria Rojas Ramirez" userId="92be514a-6790-4b3d-9adb-94743b871476" providerId="ADAL" clId="{1F179091-6A4D-1343-92C0-CBE146F69092}" dt="2025-01-31T19:58:25.251" v="826"/>
          <ac:spMkLst>
            <pc:docMk/>
            <pc:sldMk cId="2208638261" sldId="1367"/>
            <ac:spMk id="48" creationId="{469261C5-BB92-08BE-E3E0-59A7AFD448F8}"/>
          </ac:spMkLst>
        </pc:spChg>
        <pc:spChg chg="mod">
          <ac:chgData name="Maria Rojas Ramirez" userId="92be514a-6790-4b3d-9adb-94743b871476" providerId="ADAL" clId="{1F179091-6A4D-1343-92C0-CBE146F69092}" dt="2025-01-31T19:59:24.794" v="829"/>
          <ac:spMkLst>
            <pc:docMk/>
            <pc:sldMk cId="2208638261" sldId="1367"/>
            <ac:spMk id="50" creationId="{94CF3DB0-E7F9-0B15-DA7E-08E3F13CB877}"/>
          </ac:spMkLst>
        </pc:spChg>
      </pc:sldChg>
      <pc:sldChg chg="modSp del mod">
        <pc:chgData name="Maria Rojas Ramirez" userId="92be514a-6790-4b3d-9adb-94743b871476" providerId="ADAL" clId="{1F179091-6A4D-1343-92C0-CBE146F69092}" dt="2025-01-31T20:00:00.182" v="831" actId="2696"/>
        <pc:sldMkLst>
          <pc:docMk/>
          <pc:sldMk cId="4195410654" sldId="1368"/>
        </pc:sldMkLst>
      </pc:sldChg>
      <pc:sldChg chg="addSp modSp mod">
        <pc:chgData name="Maria Rojas Ramirez" userId="92be514a-6790-4b3d-9adb-94743b871476" providerId="ADAL" clId="{1F179091-6A4D-1343-92C0-CBE146F69092}" dt="2025-02-01T03:46:47.992" v="2143" actId="14100"/>
        <pc:sldMkLst>
          <pc:docMk/>
          <pc:sldMk cId="472093820" sldId="1370"/>
        </pc:sldMkLst>
        <pc:spChg chg="add mod">
          <ac:chgData name="Maria Rojas Ramirez" userId="92be514a-6790-4b3d-9adb-94743b871476" providerId="ADAL" clId="{1F179091-6A4D-1343-92C0-CBE146F69092}" dt="2025-02-01T03:45:34.035" v="2139" actId="1076"/>
          <ac:spMkLst>
            <pc:docMk/>
            <pc:sldMk cId="472093820" sldId="1370"/>
            <ac:spMk id="2" creationId="{9F707E4D-873D-ED70-59C1-0CBA70760832}"/>
          </ac:spMkLst>
        </pc:spChg>
        <pc:spChg chg="mod">
          <ac:chgData name="Maria Rojas Ramirez" userId="92be514a-6790-4b3d-9adb-94743b871476" providerId="ADAL" clId="{1F179091-6A4D-1343-92C0-CBE146F69092}" dt="2025-02-01T03:46:31.273" v="2141" actId="552"/>
          <ac:spMkLst>
            <pc:docMk/>
            <pc:sldMk cId="472093820" sldId="1370"/>
            <ac:spMk id="12" creationId="{E424B18E-4BC9-375E-0366-8D23084F32A9}"/>
          </ac:spMkLst>
        </pc:spChg>
        <pc:spChg chg="mod">
          <ac:chgData name="Maria Rojas Ramirez" userId="92be514a-6790-4b3d-9adb-94743b871476" providerId="ADAL" clId="{1F179091-6A4D-1343-92C0-CBE146F69092}" dt="2025-02-01T03:46:31.273" v="2141" actId="552"/>
          <ac:spMkLst>
            <pc:docMk/>
            <pc:sldMk cId="472093820" sldId="1370"/>
            <ac:spMk id="39" creationId="{57A77AAC-6EF7-E452-51A6-6EC3F4508D91}"/>
          </ac:spMkLst>
        </pc:spChg>
        <pc:spChg chg="mod">
          <ac:chgData name="Maria Rojas Ramirez" userId="92be514a-6790-4b3d-9adb-94743b871476" providerId="ADAL" clId="{1F179091-6A4D-1343-92C0-CBE146F69092}" dt="2025-02-01T03:45:07.553" v="2137" actId="20577"/>
          <ac:spMkLst>
            <pc:docMk/>
            <pc:sldMk cId="472093820" sldId="1370"/>
            <ac:spMk id="48" creationId="{BF2C0DE5-7207-184E-ADD2-BDE8D6B0D26B}"/>
          </ac:spMkLst>
        </pc:spChg>
        <pc:spChg chg="mod">
          <ac:chgData name="Maria Rojas Ramirez" userId="92be514a-6790-4b3d-9adb-94743b871476" providerId="ADAL" clId="{1F179091-6A4D-1343-92C0-CBE146F69092}" dt="2025-02-01T03:46:31.273" v="2141" actId="552"/>
          <ac:spMkLst>
            <pc:docMk/>
            <pc:sldMk cId="472093820" sldId="1370"/>
            <ac:spMk id="50" creationId="{3BA7448D-E1EE-7783-964C-E0778EEDD66D}"/>
          </ac:spMkLst>
        </pc:spChg>
        <pc:spChg chg="mod">
          <ac:chgData name="Maria Rojas Ramirez" userId="92be514a-6790-4b3d-9adb-94743b871476" providerId="ADAL" clId="{1F179091-6A4D-1343-92C0-CBE146F69092}" dt="2025-02-01T03:46:31.273" v="2141" actId="552"/>
          <ac:spMkLst>
            <pc:docMk/>
            <pc:sldMk cId="472093820" sldId="1370"/>
            <ac:spMk id="54" creationId="{8EEE3752-3C14-561E-D17F-41FE69627B11}"/>
          </ac:spMkLst>
        </pc:spChg>
        <pc:spChg chg="mod">
          <ac:chgData name="Maria Rojas Ramirez" userId="92be514a-6790-4b3d-9adb-94743b871476" providerId="ADAL" clId="{1F179091-6A4D-1343-92C0-CBE146F69092}" dt="2025-02-01T03:46:31.273" v="2141" actId="552"/>
          <ac:spMkLst>
            <pc:docMk/>
            <pc:sldMk cId="472093820" sldId="1370"/>
            <ac:spMk id="73" creationId="{BDC02B2D-2C16-964D-74BE-92D3E3BFD269}"/>
          </ac:spMkLst>
        </pc:spChg>
        <pc:cxnChg chg="mod">
          <ac:chgData name="Maria Rojas Ramirez" userId="92be514a-6790-4b3d-9adb-94743b871476" providerId="ADAL" clId="{1F179091-6A4D-1343-92C0-CBE146F69092}" dt="2025-02-01T03:46:44.025" v="2142" actId="14100"/>
          <ac:cxnSpMkLst>
            <pc:docMk/>
            <pc:sldMk cId="472093820" sldId="1370"/>
            <ac:cxnSpMk id="8" creationId="{1BCD7122-CD30-11F3-2D3D-3F96784F8038}"/>
          </ac:cxnSpMkLst>
        </pc:cxnChg>
        <pc:cxnChg chg="mod">
          <ac:chgData name="Maria Rojas Ramirez" userId="92be514a-6790-4b3d-9adb-94743b871476" providerId="ADAL" clId="{1F179091-6A4D-1343-92C0-CBE146F69092}" dt="2025-02-01T03:46:31.273" v="2141" actId="552"/>
          <ac:cxnSpMkLst>
            <pc:docMk/>
            <pc:sldMk cId="472093820" sldId="1370"/>
            <ac:cxnSpMk id="24" creationId="{A3231716-E010-90C3-9343-8D7235CA9C4F}"/>
          </ac:cxnSpMkLst>
        </pc:cxnChg>
        <pc:cxnChg chg="mod">
          <ac:chgData name="Maria Rojas Ramirez" userId="92be514a-6790-4b3d-9adb-94743b871476" providerId="ADAL" clId="{1F179091-6A4D-1343-92C0-CBE146F69092}" dt="2025-02-01T03:46:31.273" v="2141" actId="552"/>
          <ac:cxnSpMkLst>
            <pc:docMk/>
            <pc:sldMk cId="472093820" sldId="1370"/>
            <ac:cxnSpMk id="27" creationId="{1F803C9D-E4D8-5386-ADED-04E57519878A}"/>
          </ac:cxnSpMkLst>
        </pc:cxnChg>
        <pc:cxnChg chg="mod">
          <ac:chgData name="Maria Rojas Ramirez" userId="92be514a-6790-4b3d-9adb-94743b871476" providerId="ADAL" clId="{1F179091-6A4D-1343-92C0-CBE146F69092}" dt="2025-02-01T03:46:24.391" v="2140" actId="14100"/>
          <ac:cxnSpMkLst>
            <pc:docMk/>
            <pc:sldMk cId="472093820" sldId="1370"/>
            <ac:cxnSpMk id="56" creationId="{60CD2EEA-3120-F708-6F27-35F7B0853CA8}"/>
          </ac:cxnSpMkLst>
        </pc:cxnChg>
        <pc:cxnChg chg="mod">
          <ac:chgData name="Maria Rojas Ramirez" userId="92be514a-6790-4b3d-9adb-94743b871476" providerId="ADAL" clId="{1F179091-6A4D-1343-92C0-CBE146F69092}" dt="2025-02-01T03:46:24.391" v="2140" actId="14100"/>
          <ac:cxnSpMkLst>
            <pc:docMk/>
            <pc:sldMk cId="472093820" sldId="1370"/>
            <ac:cxnSpMk id="57" creationId="{61CEE9F1-E3B0-3348-BCBC-ADFD1103DA98}"/>
          </ac:cxnSpMkLst>
        </pc:cxnChg>
        <pc:cxnChg chg="mod">
          <ac:chgData name="Maria Rojas Ramirez" userId="92be514a-6790-4b3d-9adb-94743b871476" providerId="ADAL" clId="{1F179091-6A4D-1343-92C0-CBE146F69092}" dt="2025-02-01T03:46:31.273" v="2141" actId="552"/>
          <ac:cxnSpMkLst>
            <pc:docMk/>
            <pc:sldMk cId="472093820" sldId="1370"/>
            <ac:cxnSpMk id="59" creationId="{79A7E6CA-3DE4-41F5-3861-B69180279CDF}"/>
          </ac:cxnSpMkLst>
        </pc:cxnChg>
        <pc:cxnChg chg="mod">
          <ac:chgData name="Maria Rojas Ramirez" userId="92be514a-6790-4b3d-9adb-94743b871476" providerId="ADAL" clId="{1F179091-6A4D-1343-92C0-CBE146F69092}" dt="2025-02-01T03:46:47.992" v="2143" actId="14100"/>
          <ac:cxnSpMkLst>
            <pc:docMk/>
            <pc:sldMk cId="472093820" sldId="1370"/>
            <ac:cxnSpMk id="61" creationId="{AFDB2762-9520-6CA8-C774-CEDA26349F07}"/>
          </ac:cxnSpMkLst>
        </pc:cxnChg>
        <pc:cxnChg chg="mod">
          <ac:chgData name="Maria Rojas Ramirez" userId="92be514a-6790-4b3d-9adb-94743b871476" providerId="ADAL" clId="{1F179091-6A4D-1343-92C0-CBE146F69092}" dt="2025-02-01T03:46:31.273" v="2141" actId="552"/>
          <ac:cxnSpMkLst>
            <pc:docMk/>
            <pc:sldMk cId="472093820" sldId="1370"/>
            <ac:cxnSpMk id="75" creationId="{368DA410-8E6F-B1B4-F154-30F37066C516}"/>
          </ac:cxnSpMkLst>
        </pc:cxnChg>
        <pc:cxnChg chg="mod">
          <ac:chgData name="Maria Rojas Ramirez" userId="92be514a-6790-4b3d-9adb-94743b871476" providerId="ADAL" clId="{1F179091-6A4D-1343-92C0-CBE146F69092}" dt="2025-02-01T03:46:31.273" v="2141" actId="552"/>
          <ac:cxnSpMkLst>
            <pc:docMk/>
            <pc:sldMk cId="472093820" sldId="1370"/>
            <ac:cxnSpMk id="76" creationId="{D2A7C5F4-F815-E1E9-9C60-EB9BBC5B2A09}"/>
          </ac:cxnSpMkLst>
        </pc:cxnChg>
      </pc:sldChg>
      <pc:sldChg chg="addSp modSp mod">
        <pc:chgData name="Maria Rojas Ramirez" userId="92be514a-6790-4b3d-9adb-94743b871476" providerId="ADAL" clId="{1F179091-6A4D-1343-92C0-CBE146F69092}" dt="2025-02-01T03:51:23.052" v="2196" actId="1076"/>
        <pc:sldMkLst>
          <pc:docMk/>
          <pc:sldMk cId="3688713171" sldId="1372"/>
        </pc:sldMkLst>
        <pc:spChg chg="add mod">
          <ac:chgData name="Maria Rojas Ramirez" userId="92be514a-6790-4b3d-9adb-94743b871476" providerId="ADAL" clId="{1F179091-6A4D-1343-92C0-CBE146F69092}" dt="2025-02-01T03:51:23.052" v="2196" actId="1076"/>
          <ac:spMkLst>
            <pc:docMk/>
            <pc:sldMk cId="3688713171" sldId="1372"/>
            <ac:spMk id="8" creationId="{93E502EF-5994-01B5-35D4-7B2C3D05F0C2}"/>
          </ac:spMkLst>
        </pc:spChg>
        <pc:spChg chg="mod">
          <ac:chgData name="Maria Rojas Ramirez" userId="92be514a-6790-4b3d-9adb-94743b871476" providerId="ADAL" clId="{1F179091-6A4D-1343-92C0-CBE146F69092}" dt="2025-02-01T03:50:57.672" v="2194" actId="20577"/>
          <ac:spMkLst>
            <pc:docMk/>
            <pc:sldMk cId="3688713171" sldId="1372"/>
            <ac:spMk id="74" creationId="{5A72B5B1-7979-777B-0076-C572006546BD}"/>
          </ac:spMkLst>
        </pc:spChg>
      </pc:sldChg>
      <pc:sldChg chg="addSp modSp mod">
        <pc:chgData name="Maria Rojas Ramirez" userId="92be514a-6790-4b3d-9adb-94743b871476" providerId="ADAL" clId="{1F179091-6A4D-1343-92C0-CBE146F69092}" dt="2025-01-31T19:45:55.443" v="806" actId="1076"/>
        <pc:sldMkLst>
          <pc:docMk/>
          <pc:sldMk cId="1553903671" sldId="1375"/>
        </pc:sldMkLst>
        <pc:spChg chg="add mod">
          <ac:chgData name="Maria Rojas Ramirez" userId="92be514a-6790-4b3d-9adb-94743b871476" providerId="ADAL" clId="{1F179091-6A4D-1343-92C0-CBE146F69092}" dt="2025-01-31T19:45:55.443" v="806" actId="1076"/>
          <ac:spMkLst>
            <pc:docMk/>
            <pc:sldMk cId="1553903671" sldId="1375"/>
            <ac:spMk id="5" creationId="{B58CB319-E001-262C-D88F-C03C674C09B2}"/>
          </ac:spMkLst>
        </pc:spChg>
        <pc:spChg chg="mod">
          <ac:chgData name="Maria Rojas Ramirez" userId="92be514a-6790-4b3d-9adb-94743b871476" providerId="ADAL" clId="{1F179091-6A4D-1343-92C0-CBE146F69092}" dt="2025-01-31T19:45:42.879" v="804"/>
          <ac:spMkLst>
            <pc:docMk/>
            <pc:sldMk cId="1553903671" sldId="1375"/>
            <ac:spMk id="74" creationId="{F10F408C-884C-3989-B5E7-71D65AE80835}"/>
          </ac:spMkLst>
        </pc:spChg>
        <pc:spChg chg="mod">
          <ac:chgData name="Maria Rojas Ramirez" userId="92be514a-6790-4b3d-9adb-94743b871476" providerId="ADAL" clId="{1F179091-6A4D-1343-92C0-CBE146F69092}" dt="2025-01-31T19:45:18.453" v="803" actId="20577"/>
          <ac:spMkLst>
            <pc:docMk/>
            <pc:sldMk cId="1553903671" sldId="1375"/>
            <ac:spMk id="83" creationId="{6E556B8B-1A82-0C4F-E6F1-25C8F4ACB617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01T03:53:51.283" v="2206" actId="1037"/>
        <pc:sldMkLst>
          <pc:docMk/>
          <pc:sldMk cId="1094838607" sldId="1376"/>
        </pc:sldMkLst>
        <pc:spChg chg="add mod">
          <ac:chgData name="Maria Rojas Ramirez" userId="92be514a-6790-4b3d-9adb-94743b871476" providerId="ADAL" clId="{1F179091-6A4D-1343-92C0-CBE146F69092}" dt="2025-02-01T03:53:51.283" v="2206" actId="1037"/>
          <ac:spMkLst>
            <pc:docMk/>
            <pc:sldMk cId="1094838607" sldId="1376"/>
            <ac:spMk id="9" creationId="{BA889293-6E2E-FF5A-3788-1580EFACE0C1}"/>
          </ac:spMkLst>
        </pc:spChg>
        <pc:spChg chg="mod">
          <ac:chgData name="Maria Rojas Ramirez" userId="92be514a-6790-4b3d-9adb-94743b871476" providerId="ADAL" clId="{1F179091-6A4D-1343-92C0-CBE146F69092}" dt="2025-02-01T03:53:40.696" v="2202"/>
          <ac:spMkLst>
            <pc:docMk/>
            <pc:sldMk cId="1094838607" sldId="1376"/>
            <ac:spMk id="20" creationId="{ABB4E39B-FDD7-DB93-379B-DF3757179937}"/>
          </ac:spMkLst>
        </pc:spChg>
        <pc:spChg chg="mod">
          <ac:chgData name="Maria Rojas Ramirez" userId="92be514a-6790-4b3d-9adb-94743b871476" providerId="ADAL" clId="{1F179091-6A4D-1343-92C0-CBE146F69092}" dt="2025-02-01T03:53:05.390" v="2200" actId="20577"/>
          <ac:spMkLst>
            <pc:docMk/>
            <pc:sldMk cId="1094838607" sldId="1376"/>
            <ac:spMk id="21" creationId="{ABCFE559-EE05-6303-1A54-E7E762C03FBC}"/>
          </ac:spMkLst>
        </pc:spChg>
        <pc:cxnChg chg="mod">
          <ac:chgData name="Maria Rojas Ramirez" userId="92be514a-6790-4b3d-9adb-94743b871476" providerId="ADAL" clId="{1F179091-6A4D-1343-92C0-CBE146F69092}" dt="2025-01-23T18:33:06.778" v="422" actId="14100"/>
          <ac:cxnSpMkLst>
            <pc:docMk/>
            <pc:sldMk cId="1094838607" sldId="1376"/>
            <ac:cxnSpMk id="8" creationId="{ABAE2ECA-11A0-F119-6AB9-1A6C2B5D0FB0}"/>
          </ac:cxnSpMkLst>
        </pc:cxnChg>
        <pc:cxnChg chg="mod">
          <ac:chgData name="Maria Rojas Ramirez" userId="92be514a-6790-4b3d-9adb-94743b871476" providerId="ADAL" clId="{1F179091-6A4D-1343-92C0-CBE146F69092}" dt="2025-01-23T18:33:11.399" v="423" actId="14100"/>
          <ac:cxnSpMkLst>
            <pc:docMk/>
            <pc:sldMk cId="1094838607" sldId="1376"/>
            <ac:cxnSpMk id="61" creationId="{52EDCDA6-35A7-13F1-841A-00DC612E3950}"/>
          </ac:cxnSpMkLst>
        </pc:cxnChg>
      </pc:sldChg>
      <pc:sldChg chg="addSp delSp modSp mod">
        <pc:chgData name="Maria Rojas Ramirez" userId="92be514a-6790-4b3d-9adb-94743b871476" providerId="ADAL" clId="{1F179091-6A4D-1343-92C0-CBE146F69092}" dt="2025-02-01T17:57:31.095" v="3352" actId="1037"/>
        <pc:sldMkLst>
          <pc:docMk/>
          <pc:sldMk cId="1725801019" sldId="1378"/>
        </pc:sldMkLst>
        <pc:spChg chg="add mod">
          <ac:chgData name="Maria Rojas Ramirez" userId="92be514a-6790-4b3d-9adb-94743b871476" providerId="ADAL" clId="{1F179091-6A4D-1343-92C0-CBE146F69092}" dt="2025-02-01T14:59:26.238" v="2254" actId="1035"/>
          <ac:spMkLst>
            <pc:docMk/>
            <pc:sldMk cId="1725801019" sldId="1378"/>
            <ac:spMk id="12" creationId="{879E73F8-0602-8544-B1BE-D16E5DE86BEB}"/>
          </ac:spMkLst>
        </pc:spChg>
        <pc:spChg chg="add mod">
          <ac:chgData name="Maria Rojas Ramirez" userId="92be514a-6790-4b3d-9adb-94743b871476" providerId="ADAL" clId="{1F179091-6A4D-1343-92C0-CBE146F69092}" dt="2025-02-01T17:57:31.095" v="3352" actId="1037"/>
          <ac:spMkLst>
            <pc:docMk/>
            <pc:sldMk cId="1725801019" sldId="1378"/>
            <ac:spMk id="17" creationId="{161CA836-C27F-DB64-1A37-B5A36F9D5E60}"/>
          </ac:spMkLst>
        </pc:spChg>
        <pc:spChg chg="mod">
          <ac:chgData name="Maria Rojas Ramirez" userId="92be514a-6790-4b3d-9adb-94743b871476" providerId="ADAL" clId="{1F179091-6A4D-1343-92C0-CBE146F69092}" dt="2025-02-01T14:59:40.803" v="2258"/>
          <ac:spMkLst>
            <pc:docMk/>
            <pc:sldMk cId="1725801019" sldId="1378"/>
            <ac:spMk id="28" creationId="{57926219-7C17-7746-31B4-60DA507FB006}"/>
          </ac:spMkLst>
        </pc:spChg>
        <pc:spChg chg="mod">
          <ac:chgData name="Maria Rojas Ramirez" userId="92be514a-6790-4b3d-9adb-94743b871476" providerId="ADAL" clId="{1F179091-6A4D-1343-92C0-CBE146F69092}" dt="2025-02-01T14:59:31.377" v="2257" actId="20577"/>
          <ac:spMkLst>
            <pc:docMk/>
            <pc:sldMk cId="1725801019" sldId="1378"/>
            <ac:spMk id="31" creationId="{83CB1C4A-B440-1616-8D16-21A6594C1081}"/>
          </ac:spMkLst>
        </pc:spChg>
        <pc:spChg chg="mod">
          <ac:chgData name="Maria Rojas Ramirez" userId="92be514a-6790-4b3d-9adb-94743b871476" providerId="ADAL" clId="{1F179091-6A4D-1343-92C0-CBE146F69092}" dt="2025-02-01T17:57:19.775" v="3347"/>
          <ac:spMkLst>
            <pc:docMk/>
            <pc:sldMk cId="1725801019" sldId="1378"/>
            <ac:spMk id="60" creationId="{9A01ACE8-2A4B-22B5-840E-98958AE9DE5E}"/>
          </ac:spMkLst>
        </pc:spChg>
        <pc:spChg chg="mod">
          <ac:chgData name="Maria Rojas Ramirez" userId="92be514a-6790-4b3d-9adb-94743b871476" providerId="ADAL" clId="{1F179091-6A4D-1343-92C0-CBE146F69092}" dt="2025-02-01T17:57:09.209" v="3346"/>
          <ac:spMkLst>
            <pc:docMk/>
            <pc:sldMk cId="1725801019" sldId="1378"/>
            <ac:spMk id="65" creationId="{4F5191F5-0432-51C3-E15E-B3FF95897067}"/>
          </ac:spMkLst>
        </pc:spChg>
      </pc:sldChg>
      <pc:sldChg chg="addSp modSp mod">
        <pc:chgData name="Maria Rojas Ramirez" userId="92be514a-6790-4b3d-9adb-94743b871476" providerId="ADAL" clId="{1F179091-6A4D-1343-92C0-CBE146F69092}" dt="2025-02-01T15:06:30.251" v="2287" actId="20577"/>
        <pc:sldMkLst>
          <pc:docMk/>
          <pc:sldMk cId="3639703744" sldId="1379"/>
        </pc:sldMkLst>
        <pc:spChg chg="add mod">
          <ac:chgData name="Maria Rojas Ramirez" userId="92be514a-6790-4b3d-9adb-94743b871476" providerId="ADAL" clId="{1F179091-6A4D-1343-92C0-CBE146F69092}" dt="2025-02-01T15:03:15.955" v="2284" actId="1076"/>
          <ac:spMkLst>
            <pc:docMk/>
            <pc:sldMk cId="3639703744" sldId="1379"/>
            <ac:spMk id="20" creationId="{870A0DEA-7CEF-1BD3-F3B6-59A311D61B9A}"/>
          </ac:spMkLst>
        </pc:spChg>
        <pc:spChg chg="mod">
          <ac:chgData name="Maria Rojas Ramirez" userId="92be514a-6790-4b3d-9adb-94743b871476" providerId="ADAL" clId="{1F179091-6A4D-1343-92C0-CBE146F69092}" dt="2025-02-01T15:06:30.251" v="2287" actId="20577"/>
          <ac:spMkLst>
            <pc:docMk/>
            <pc:sldMk cId="3639703744" sldId="1379"/>
            <ac:spMk id="83" creationId="{1C9ED764-CF20-480A-51DB-D15D23857C5D}"/>
          </ac:spMkLst>
        </pc:spChg>
      </pc:sldChg>
      <pc:sldChg chg="addSp modSp mod">
        <pc:chgData name="Maria Rojas Ramirez" userId="92be514a-6790-4b3d-9adb-94743b871476" providerId="ADAL" clId="{1F179091-6A4D-1343-92C0-CBE146F69092}" dt="2025-02-01T15:02:27.688" v="2282" actId="20577"/>
        <pc:sldMkLst>
          <pc:docMk/>
          <pc:sldMk cId="705824372" sldId="1382"/>
        </pc:sldMkLst>
        <pc:spChg chg="add mod">
          <ac:chgData name="Maria Rojas Ramirez" userId="92be514a-6790-4b3d-9adb-94743b871476" providerId="ADAL" clId="{1F179091-6A4D-1343-92C0-CBE146F69092}" dt="2025-02-01T15:02:23.878" v="2279" actId="1038"/>
          <ac:spMkLst>
            <pc:docMk/>
            <pc:sldMk cId="705824372" sldId="1382"/>
            <ac:spMk id="20" creationId="{5F774C83-82BB-B1EE-A8FF-C649C4D089CE}"/>
          </ac:spMkLst>
        </pc:spChg>
        <pc:spChg chg="mod">
          <ac:chgData name="Maria Rojas Ramirez" userId="92be514a-6790-4b3d-9adb-94743b871476" providerId="ADAL" clId="{1F179091-6A4D-1343-92C0-CBE146F69092}" dt="2025-02-01T15:02:27.688" v="2282" actId="20577"/>
          <ac:spMkLst>
            <pc:docMk/>
            <pc:sldMk cId="705824372" sldId="1382"/>
            <ac:spMk id="48" creationId="{144AB441-9D79-F768-53E2-98C32F1D8C48}"/>
          </ac:spMkLst>
        </pc:spChg>
      </pc:sldChg>
      <pc:sldChg chg="del">
        <pc:chgData name="Maria Rojas Ramirez" userId="92be514a-6790-4b3d-9adb-94743b871476" providerId="ADAL" clId="{1F179091-6A4D-1343-92C0-CBE146F69092}" dt="2025-02-01T16:25:20.392" v="2414" actId="2696"/>
        <pc:sldMkLst>
          <pc:docMk/>
          <pc:sldMk cId="1155386719" sldId="1385"/>
        </pc:sldMkLst>
      </pc:sldChg>
      <pc:sldChg chg="del">
        <pc:chgData name="Maria Rojas Ramirez" userId="92be514a-6790-4b3d-9adb-94743b871476" providerId="ADAL" clId="{1F179091-6A4D-1343-92C0-CBE146F69092}" dt="2025-02-01T15:14:02.563" v="2412" actId="2696"/>
        <pc:sldMkLst>
          <pc:docMk/>
          <pc:sldMk cId="3323433540" sldId="1387"/>
        </pc:sldMkLst>
      </pc:sldChg>
      <pc:sldChg chg="addSp modSp mod">
        <pc:chgData name="Maria Rojas Ramirez" userId="92be514a-6790-4b3d-9adb-94743b871476" providerId="ADAL" clId="{1F179091-6A4D-1343-92C0-CBE146F69092}" dt="2025-02-01T17:54:37.959" v="3345" actId="404"/>
        <pc:sldMkLst>
          <pc:docMk/>
          <pc:sldMk cId="726939434" sldId="1388"/>
        </pc:sldMkLst>
        <pc:spChg chg="mod">
          <ac:chgData name="Maria Rojas Ramirez" userId="92be514a-6790-4b3d-9adb-94743b871476" providerId="ADAL" clId="{1F179091-6A4D-1343-92C0-CBE146F69092}" dt="2025-02-01T17:54:37.959" v="3345" actId="404"/>
          <ac:spMkLst>
            <pc:docMk/>
            <pc:sldMk cId="726939434" sldId="1388"/>
            <ac:spMk id="11" creationId="{57A9B4C8-C1CE-BF28-C21C-1ACD782F41B5}"/>
          </ac:spMkLst>
        </pc:spChg>
        <pc:spChg chg="add mod">
          <ac:chgData name="Maria Rojas Ramirez" userId="92be514a-6790-4b3d-9adb-94743b871476" providerId="ADAL" clId="{1F179091-6A4D-1343-92C0-CBE146F69092}" dt="2025-02-01T15:00:27.012" v="2267" actId="1076"/>
          <ac:spMkLst>
            <pc:docMk/>
            <pc:sldMk cId="726939434" sldId="1388"/>
            <ac:spMk id="23" creationId="{DDB3B9A3-61DA-ED63-6F23-36FA286926CA}"/>
          </ac:spMkLst>
        </pc:spChg>
        <pc:spChg chg="add mod">
          <ac:chgData name="Maria Rojas Ramirez" userId="92be514a-6790-4b3d-9adb-94743b871476" providerId="ADAL" clId="{1F179091-6A4D-1343-92C0-CBE146F69092}" dt="2025-02-01T15:01:21.698" v="2269" actId="1076"/>
          <ac:spMkLst>
            <pc:docMk/>
            <pc:sldMk cId="726939434" sldId="1388"/>
            <ac:spMk id="26" creationId="{4918D37B-F1AB-EBB6-AEDD-EF7B61BF48D6}"/>
          </ac:spMkLst>
        </pc:spChg>
        <pc:spChg chg="mod">
          <ac:chgData name="Maria Rojas Ramirez" userId="92be514a-6790-4b3d-9adb-94743b871476" providerId="ADAL" clId="{1F179091-6A4D-1343-92C0-CBE146F69092}" dt="2025-02-01T14:59:54.798" v="2262" actId="20577"/>
          <ac:spMkLst>
            <pc:docMk/>
            <pc:sldMk cId="726939434" sldId="1388"/>
            <ac:spMk id="31" creationId="{DC1F4290-BA28-E54F-6C6F-E47AF117D398}"/>
          </ac:spMkLst>
        </pc:spChg>
        <pc:spChg chg="mod">
          <ac:chgData name="Maria Rojas Ramirez" userId="92be514a-6790-4b3d-9adb-94743b871476" providerId="ADAL" clId="{1F179091-6A4D-1343-92C0-CBE146F69092}" dt="2025-02-01T14:59:59.609" v="2265" actId="20577"/>
          <ac:spMkLst>
            <pc:docMk/>
            <pc:sldMk cId="726939434" sldId="1388"/>
            <ac:spMk id="60" creationId="{B708361F-4146-EABB-17DB-87288AF4C358}"/>
          </ac:spMkLst>
        </pc:spChg>
      </pc:sldChg>
      <pc:sldChg chg="addSp modSp mod">
        <pc:chgData name="Maria Rojas Ramirez" userId="92be514a-6790-4b3d-9adb-94743b871476" providerId="ADAL" clId="{1F179091-6A4D-1343-92C0-CBE146F69092}" dt="2025-02-01T18:06:28.281" v="3362" actId="1076"/>
        <pc:sldMkLst>
          <pc:docMk/>
          <pc:sldMk cId="3406230977" sldId="1390"/>
        </pc:sldMkLst>
        <pc:spChg chg="add mod">
          <ac:chgData name="Maria Rojas Ramirez" userId="92be514a-6790-4b3d-9adb-94743b871476" providerId="ADAL" clId="{1F179091-6A4D-1343-92C0-CBE146F69092}" dt="2025-02-01T18:06:14.580" v="3354" actId="1076"/>
          <ac:spMkLst>
            <pc:docMk/>
            <pc:sldMk cId="3406230977" sldId="1390"/>
            <ac:spMk id="25" creationId="{0403BE00-5859-7EF3-E93E-06A6B4D8C1B4}"/>
          </ac:spMkLst>
        </pc:spChg>
        <pc:spChg chg="add mod">
          <ac:chgData name="Maria Rojas Ramirez" userId="92be514a-6790-4b3d-9adb-94743b871476" providerId="ADAL" clId="{1F179091-6A4D-1343-92C0-CBE146F69092}" dt="2025-02-01T18:06:28.281" v="3362" actId="1076"/>
          <ac:spMkLst>
            <pc:docMk/>
            <pc:sldMk cId="3406230977" sldId="1390"/>
            <ac:spMk id="26" creationId="{D2BEEFE2-A9A6-4D50-EBC4-E2657D5F6244}"/>
          </ac:spMkLst>
        </pc:spChg>
        <pc:spChg chg="mod">
          <ac:chgData name="Maria Rojas Ramirez" userId="92be514a-6790-4b3d-9adb-94743b871476" providerId="ADAL" clId="{1F179091-6A4D-1343-92C0-CBE146F69092}" dt="2025-02-01T18:06:22.409" v="3360" actId="20577"/>
          <ac:spMkLst>
            <pc:docMk/>
            <pc:sldMk cId="3406230977" sldId="1390"/>
            <ac:spMk id="31" creationId="{AA0F879B-4521-51D9-6C66-8A95BBDBAEA8}"/>
          </ac:spMkLst>
        </pc:spChg>
        <pc:spChg chg="mod">
          <ac:chgData name="Maria Rojas Ramirez" userId="92be514a-6790-4b3d-9adb-94743b871476" providerId="ADAL" clId="{1F179091-6A4D-1343-92C0-CBE146F69092}" dt="2025-02-01T16:32:21.078" v="2431" actId="20577"/>
          <ac:spMkLst>
            <pc:docMk/>
            <pc:sldMk cId="3406230977" sldId="1390"/>
            <ac:spMk id="55" creationId="{097A154E-4C32-F01C-12BD-DEC7C518F0D8}"/>
          </ac:spMkLst>
        </pc:spChg>
        <pc:spChg chg="mod">
          <ac:chgData name="Maria Rojas Ramirez" userId="92be514a-6790-4b3d-9adb-94743b871476" providerId="ADAL" clId="{1F179091-6A4D-1343-92C0-CBE146F69092}" dt="2025-02-01T18:06:17.859" v="3357" actId="20577"/>
          <ac:spMkLst>
            <pc:docMk/>
            <pc:sldMk cId="3406230977" sldId="1390"/>
            <ac:spMk id="60" creationId="{A726489D-48ED-723C-521D-5DDA18C82691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01T17:13:45.688" v="3266" actId="1076"/>
        <pc:sldMkLst>
          <pc:docMk/>
          <pc:sldMk cId="1861291252" sldId="1394"/>
        </pc:sldMkLst>
        <pc:spChg chg="add mod">
          <ac:chgData name="Maria Rojas Ramirez" userId="92be514a-6790-4b3d-9adb-94743b871476" providerId="ADAL" clId="{1F179091-6A4D-1343-92C0-CBE146F69092}" dt="2025-02-01T17:13:42.122" v="3265" actId="1076"/>
          <ac:spMkLst>
            <pc:docMk/>
            <pc:sldMk cId="1861291252" sldId="1394"/>
            <ac:spMk id="7" creationId="{F04B8A20-55ED-7565-8F99-C208EBF52DDA}"/>
          </ac:spMkLst>
        </pc:spChg>
        <pc:spChg chg="add mod">
          <ac:chgData name="Maria Rojas Ramirez" userId="92be514a-6790-4b3d-9adb-94743b871476" providerId="ADAL" clId="{1F179091-6A4D-1343-92C0-CBE146F69092}" dt="2025-02-01T17:13:45.688" v="3266" actId="1076"/>
          <ac:spMkLst>
            <pc:docMk/>
            <pc:sldMk cId="1861291252" sldId="1394"/>
            <ac:spMk id="8" creationId="{262889C6-2ACC-A3AA-3B45-72BD07BFC787}"/>
          </ac:spMkLst>
        </pc:spChg>
        <pc:spChg chg="mod">
          <ac:chgData name="Maria Rojas Ramirez" userId="92be514a-6790-4b3d-9adb-94743b871476" providerId="ADAL" clId="{1F179091-6A4D-1343-92C0-CBE146F69092}" dt="2025-02-01T17:13:13.612" v="3255"/>
          <ac:spMkLst>
            <pc:docMk/>
            <pc:sldMk cId="1861291252" sldId="1394"/>
            <ac:spMk id="14" creationId="{F22AA411-9702-C2D4-6F85-2370BE75F541}"/>
          </ac:spMkLst>
        </pc:spChg>
        <pc:spChg chg="mod">
          <ac:chgData name="Maria Rojas Ramirez" userId="92be514a-6790-4b3d-9adb-94743b871476" providerId="ADAL" clId="{1F179091-6A4D-1343-92C0-CBE146F69092}" dt="2025-02-01T17:13:23.286" v="3259" actId="20577"/>
          <ac:spMkLst>
            <pc:docMk/>
            <pc:sldMk cId="1861291252" sldId="1394"/>
            <ac:spMk id="28" creationId="{F78153DA-32E8-3927-C8B2-4687A95EB428}"/>
          </ac:spMkLst>
        </pc:spChg>
        <pc:spChg chg="mod">
          <ac:chgData name="Maria Rojas Ramirez" userId="92be514a-6790-4b3d-9adb-94743b871476" providerId="ADAL" clId="{1F179091-6A4D-1343-92C0-CBE146F69092}" dt="2025-02-01T17:13:16.474" v="3256"/>
          <ac:spMkLst>
            <pc:docMk/>
            <pc:sldMk cId="1861291252" sldId="1394"/>
            <ac:spMk id="30" creationId="{4C9767A1-C2B3-68B6-54DF-F5A0942FEDA4}"/>
          </ac:spMkLst>
        </pc:spChg>
        <pc:spChg chg="mod">
          <ac:chgData name="Maria Rojas Ramirez" userId="92be514a-6790-4b3d-9adb-94743b871476" providerId="ADAL" clId="{1F179091-6A4D-1343-92C0-CBE146F69092}" dt="2025-02-01T17:13:28.524" v="3262" actId="20577"/>
          <ac:spMkLst>
            <pc:docMk/>
            <pc:sldMk cId="1861291252" sldId="1394"/>
            <ac:spMk id="83" creationId="{91CCDF3E-242E-BDD7-D205-7AAB57EFC245}"/>
          </ac:spMkLst>
        </pc:spChg>
      </pc:sldChg>
      <pc:sldChg chg="del">
        <pc:chgData name="Maria Rojas Ramirez" userId="92be514a-6790-4b3d-9adb-94743b871476" providerId="ADAL" clId="{1F179091-6A4D-1343-92C0-CBE146F69092}" dt="2025-01-23T16:29:38.681" v="409" actId="2696"/>
        <pc:sldMkLst>
          <pc:docMk/>
          <pc:sldMk cId="3254995318" sldId="1398"/>
        </pc:sldMkLst>
      </pc:sldChg>
      <pc:sldChg chg="addSp modSp mod">
        <pc:chgData name="Maria Rojas Ramirez" userId="92be514a-6790-4b3d-9adb-94743b871476" providerId="ADAL" clId="{1F179091-6A4D-1343-92C0-CBE146F69092}" dt="2025-02-01T17:25:07.816" v="3301" actId="1076"/>
        <pc:sldMkLst>
          <pc:docMk/>
          <pc:sldMk cId="1931273783" sldId="1400"/>
        </pc:sldMkLst>
        <pc:spChg chg="add mod">
          <ac:chgData name="Maria Rojas Ramirez" userId="92be514a-6790-4b3d-9adb-94743b871476" providerId="ADAL" clId="{1F179091-6A4D-1343-92C0-CBE146F69092}" dt="2025-02-01T17:25:07.816" v="3301" actId="1076"/>
          <ac:spMkLst>
            <pc:docMk/>
            <pc:sldMk cId="1931273783" sldId="1400"/>
            <ac:spMk id="5" creationId="{B829D924-8DA4-3452-CFEF-7D908E33F2E6}"/>
          </ac:spMkLst>
        </pc:spChg>
        <pc:spChg chg="mod">
          <ac:chgData name="Maria Rojas Ramirez" userId="92be514a-6790-4b3d-9adb-94743b871476" providerId="ADAL" clId="{1F179091-6A4D-1343-92C0-CBE146F69092}" dt="2025-02-01T17:24:47.015" v="3299"/>
          <ac:spMkLst>
            <pc:docMk/>
            <pc:sldMk cId="1931273783" sldId="1400"/>
            <ac:spMk id="48" creationId="{84758635-2B2D-9C69-D426-3DAC78C39D07}"/>
          </ac:spMkLst>
        </pc:spChg>
      </pc:sldChg>
      <pc:sldChg chg="del">
        <pc:chgData name="Maria Rojas Ramirez" userId="92be514a-6790-4b3d-9adb-94743b871476" providerId="ADAL" clId="{1F179091-6A4D-1343-92C0-CBE146F69092}" dt="2025-02-01T17:28:06.742" v="3303" actId="2696"/>
        <pc:sldMkLst>
          <pc:docMk/>
          <pc:sldMk cId="184742953" sldId="1401"/>
        </pc:sldMkLst>
      </pc:sldChg>
      <pc:sldChg chg="del">
        <pc:chgData name="Maria Rojas Ramirez" userId="92be514a-6790-4b3d-9adb-94743b871476" providerId="ADAL" clId="{1F179091-6A4D-1343-92C0-CBE146F69092}" dt="2025-01-31T16:54:46.877" v="503" actId="2696"/>
        <pc:sldMkLst>
          <pc:docMk/>
          <pc:sldMk cId="1002237271" sldId="1402"/>
        </pc:sldMkLst>
      </pc:sldChg>
      <pc:sldChg chg="del">
        <pc:chgData name="Maria Rojas Ramirez" userId="92be514a-6790-4b3d-9adb-94743b871476" providerId="ADAL" clId="{1F179091-6A4D-1343-92C0-CBE146F69092}" dt="2025-02-01T17:34:06.942" v="3341" actId="2696"/>
        <pc:sldMkLst>
          <pc:docMk/>
          <pc:sldMk cId="3620671164" sldId="1407"/>
        </pc:sldMkLst>
      </pc:sldChg>
      <pc:sldChg chg="addSp delSp modSp mod">
        <pc:chgData name="Maria Rojas Ramirez" userId="92be514a-6790-4b3d-9adb-94743b871476" providerId="ADAL" clId="{1F179091-6A4D-1343-92C0-CBE146F69092}" dt="2025-01-31T22:31:30.838" v="1102" actId="14100"/>
        <pc:sldMkLst>
          <pc:docMk/>
          <pc:sldMk cId="1657810916" sldId="1419"/>
        </pc:sldMkLst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4" creationId="{E4E96D35-6DF8-E5C9-E940-DF15581C2227}"/>
          </ac:spMkLst>
        </pc:spChg>
        <pc:spChg chg="mod">
          <ac:chgData name="Maria Rojas Ramirez" userId="92be514a-6790-4b3d-9adb-94743b871476" providerId="ADAL" clId="{1F179091-6A4D-1343-92C0-CBE146F69092}" dt="2025-01-31T21:49:28.370" v="917" actId="14100"/>
          <ac:spMkLst>
            <pc:docMk/>
            <pc:sldMk cId="1657810916" sldId="1419"/>
            <ac:spMk id="5" creationId="{B94771F8-F951-45E1-A886-AE9CA379F762}"/>
          </ac:spMkLst>
        </pc:spChg>
        <pc:spChg chg="mod">
          <ac:chgData name="Maria Rojas Ramirez" userId="92be514a-6790-4b3d-9adb-94743b871476" providerId="ADAL" clId="{1F179091-6A4D-1343-92C0-CBE146F69092}" dt="2025-01-31T21:49:38.120" v="919" actId="14100"/>
          <ac:spMkLst>
            <pc:docMk/>
            <pc:sldMk cId="1657810916" sldId="1419"/>
            <ac:spMk id="6" creationId="{BF076E3E-9175-D535-0341-59B52F360F1A}"/>
          </ac:spMkLst>
        </pc:spChg>
        <pc:spChg chg="mod">
          <ac:chgData name="Maria Rojas Ramirez" userId="92be514a-6790-4b3d-9adb-94743b871476" providerId="ADAL" clId="{1F179091-6A4D-1343-92C0-CBE146F69092}" dt="2025-01-31T22:22:31.740" v="1080" actId="1076"/>
          <ac:spMkLst>
            <pc:docMk/>
            <pc:sldMk cId="1657810916" sldId="1419"/>
            <ac:spMk id="7" creationId="{E2720C3A-4CAB-985F-2BB5-DA34C4704A87}"/>
          </ac:spMkLst>
        </pc:spChg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9" creationId="{06B399E9-3961-14F6-4E64-7BAEE562EAC9}"/>
          </ac:spMkLst>
        </pc:spChg>
        <pc:spChg chg="mod">
          <ac:chgData name="Maria Rojas Ramirez" userId="92be514a-6790-4b3d-9adb-94743b871476" providerId="ADAL" clId="{1F179091-6A4D-1343-92C0-CBE146F69092}" dt="2025-01-31T21:48:59.431" v="880" actId="14100"/>
          <ac:spMkLst>
            <pc:docMk/>
            <pc:sldMk cId="1657810916" sldId="1419"/>
            <ac:spMk id="12" creationId="{7AB1000D-824F-89A3-E708-E4AD87C76510}"/>
          </ac:spMkLst>
        </pc:spChg>
        <pc:spChg chg="mod">
          <ac:chgData name="Maria Rojas Ramirez" userId="92be514a-6790-4b3d-9adb-94743b871476" providerId="ADAL" clId="{1F179091-6A4D-1343-92C0-CBE146F69092}" dt="2025-01-23T12:39:46.630" v="204" actId="14100"/>
          <ac:spMkLst>
            <pc:docMk/>
            <pc:sldMk cId="1657810916" sldId="1419"/>
            <ac:spMk id="14" creationId="{27270021-F7FD-FD92-1F2C-BB04C2C80FC2}"/>
          </ac:spMkLst>
        </pc:spChg>
        <pc:spChg chg="mod">
          <ac:chgData name="Maria Rojas Ramirez" userId="92be514a-6790-4b3d-9adb-94743b871476" providerId="ADAL" clId="{1F179091-6A4D-1343-92C0-CBE146F69092}" dt="2025-01-31T22:20:30.381" v="1040" actId="1037"/>
          <ac:spMkLst>
            <pc:docMk/>
            <pc:sldMk cId="1657810916" sldId="1419"/>
            <ac:spMk id="22" creationId="{0AF252B1-A4CF-AD95-B645-9D681206AEA4}"/>
          </ac:spMkLst>
        </pc:spChg>
        <pc:spChg chg="mod">
          <ac:chgData name="Maria Rojas Ramirez" userId="92be514a-6790-4b3d-9adb-94743b871476" providerId="ADAL" clId="{1F179091-6A4D-1343-92C0-CBE146F69092}" dt="2025-01-31T21:49:19.630" v="916" actId="1037"/>
          <ac:spMkLst>
            <pc:docMk/>
            <pc:sldMk cId="1657810916" sldId="1419"/>
            <ac:spMk id="24" creationId="{DAAC7A33-77DA-935B-AED3-7A0B519878A2}"/>
          </ac:spMkLst>
        </pc:spChg>
        <pc:spChg chg="mod">
          <ac:chgData name="Maria Rojas Ramirez" userId="92be514a-6790-4b3d-9adb-94743b871476" providerId="ADAL" clId="{1F179091-6A4D-1343-92C0-CBE146F69092}" dt="2025-01-31T22:31:04.246" v="1089" actId="552"/>
          <ac:spMkLst>
            <pc:docMk/>
            <pc:sldMk cId="1657810916" sldId="1419"/>
            <ac:spMk id="25" creationId="{809BD6B2-5448-1A86-0DF7-B2F995D5707B}"/>
          </ac:spMkLst>
        </pc:spChg>
        <pc:spChg chg="mod">
          <ac:chgData name="Maria Rojas Ramirez" userId="92be514a-6790-4b3d-9adb-94743b871476" providerId="ADAL" clId="{1F179091-6A4D-1343-92C0-CBE146F69092}" dt="2025-01-31T22:21:31.920" v="1061" actId="1076"/>
          <ac:spMkLst>
            <pc:docMk/>
            <pc:sldMk cId="1657810916" sldId="1419"/>
            <ac:spMk id="26" creationId="{AB6D0BBB-398B-71A9-EC08-E1DC9708AAF3}"/>
          </ac:spMkLst>
        </pc:spChg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28" creationId="{A3FA684B-6484-17F9-2540-40B3802F8A8A}"/>
          </ac:spMkLst>
        </pc:spChg>
        <pc:spChg chg="mod">
          <ac:chgData name="Maria Rojas Ramirez" userId="92be514a-6790-4b3d-9adb-94743b871476" providerId="ADAL" clId="{1F179091-6A4D-1343-92C0-CBE146F69092}" dt="2025-01-31T22:31:11.563" v="1090" actId="1076"/>
          <ac:spMkLst>
            <pc:docMk/>
            <pc:sldMk cId="1657810916" sldId="1419"/>
            <ac:spMk id="35" creationId="{28620ABE-592D-1B5F-9E9D-7D3D3255C8F7}"/>
          </ac:spMkLst>
        </pc:spChg>
        <pc:spChg chg="mod">
          <ac:chgData name="Maria Rojas Ramirez" userId="92be514a-6790-4b3d-9adb-94743b871476" providerId="ADAL" clId="{1F179091-6A4D-1343-92C0-CBE146F69092}" dt="2025-01-31T22:23:18.770" v="1088" actId="1076"/>
          <ac:spMkLst>
            <pc:docMk/>
            <pc:sldMk cId="1657810916" sldId="1419"/>
            <ac:spMk id="36" creationId="{0207BAEB-550B-A260-A796-5F4EDD364CBC}"/>
          </ac:spMkLst>
        </pc:spChg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37" creationId="{71062939-2A4E-1134-13B8-7F73C431A6C1}"/>
          </ac:spMkLst>
        </pc:spChg>
        <pc:spChg chg="mod">
          <ac:chgData name="Maria Rojas Ramirez" userId="92be514a-6790-4b3d-9adb-94743b871476" providerId="ADAL" clId="{1F179091-6A4D-1343-92C0-CBE146F69092}" dt="2025-01-31T22:31:04.246" v="1089" actId="552"/>
          <ac:spMkLst>
            <pc:docMk/>
            <pc:sldMk cId="1657810916" sldId="1419"/>
            <ac:spMk id="38" creationId="{60E1D6E9-8D37-3983-1844-CE3BB6462FF0}"/>
          </ac:spMkLst>
        </pc:spChg>
        <pc:spChg chg="mod">
          <ac:chgData name="Maria Rojas Ramirez" userId="92be514a-6790-4b3d-9adb-94743b871476" providerId="ADAL" clId="{1F179091-6A4D-1343-92C0-CBE146F69092}" dt="2025-01-31T22:31:24.730" v="1101" actId="1035"/>
          <ac:spMkLst>
            <pc:docMk/>
            <pc:sldMk cId="1657810916" sldId="1419"/>
            <ac:spMk id="40" creationId="{07BCF10F-C8E4-2BED-2591-80BC856B0D35}"/>
          </ac:spMkLst>
        </pc:spChg>
        <pc:spChg chg="mod">
          <ac:chgData name="Maria Rojas Ramirez" userId="92be514a-6790-4b3d-9adb-94743b871476" providerId="ADAL" clId="{1F179091-6A4D-1343-92C0-CBE146F69092}" dt="2025-01-31T22:31:24.730" v="1101" actId="1035"/>
          <ac:spMkLst>
            <pc:docMk/>
            <pc:sldMk cId="1657810916" sldId="1419"/>
            <ac:spMk id="41" creationId="{27FFACDA-1E39-E716-A3E4-25C438F6E37E}"/>
          </ac:spMkLst>
        </pc:spChg>
        <pc:spChg chg="add mod">
          <ac:chgData name="Maria Rojas Ramirez" userId="92be514a-6790-4b3d-9adb-94743b871476" providerId="ADAL" clId="{1F179091-6A4D-1343-92C0-CBE146F69092}" dt="2025-01-31T22:31:24.730" v="1101" actId="1035"/>
          <ac:spMkLst>
            <pc:docMk/>
            <pc:sldMk cId="1657810916" sldId="1419"/>
            <ac:spMk id="43" creationId="{D80535CE-78C5-F47E-BC5F-FA1CE05749AC}"/>
          </ac:spMkLst>
        </pc:spChg>
        <pc:spChg chg="add mod">
          <ac:chgData name="Maria Rojas Ramirez" userId="92be514a-6790-4b3d-9adb-94743b871476" providerId="ADAL" clId="{1F179091-6A4D-1343-92C0-CBE146F69092}" dt="2025-01-31T22:22:17.877" v="1078" actId="1035"/>
          <ac:spMkLst>
            <pc:docMk/>
            <pc:sldMk cId="1657810916" sldId="1419"/>
            <ac:spMk id="48" creationId="{1D88153F-9DDD-958E-EE21-3B11154687E2}"/>
          </ac:spMkLst>
        </pc:spChg>
        <pc:spChg chg="mod">
          <ac:chgData name="Maria Rojas Ramirez" userId="92be514a-6790-4b3d-9adb-94743b871476" providerId="ADAL" clId="{1F179091-6A4D-1343-92C0-CBE146F69092}" dt="2025-01-31T21:49:32.998" v="918" actId="14100"/>
          <ac:spMkLst>
            <pc:docMk/>
            <pc:sldMk cId="1657810916" sldId="1419"/>
            <ac:spMk id="49" creationId="{C75F14B3-AC24-6C61-87C0-3B55381A5408}"/>
          </ac:spMkLst>
        </pc:spChg>
        <pc:spChg chg="add mod">
          <ac:chgData name="Maria Rojas Ramirez" userId="92be514a-6790-4b3d-9adb-94743b871476" providerId="ADAL" clId="{1F179091-6A4D-1343-92C0-CBE146F69092}" dt="2025-01-31T22:21:35.056" v="1062" actId="1035"/>
          <ac:spMkLst>
            <pc:docMk/>
            <pc:sldMk cId="1657810916" sldId="1419"/>
            <ac:spMk id="50" creationId="{50BCBD95-48B3-27A9-9883-A50FBA46B520}"/>
          </ac:spMkLst>
        </pc:spChg>
        <pc:spChg chg="mod">
          <ac:chgData name="Maria Rojas Ramirez" userId="92be514a-6790-4b3d-9adb-94743b871476" providerId="ADAL" clId="{1F179091-6A4D-1343-92C0-CBE146F69092}" dt="2025-01-31T22:31:15.087" v="1092" actId="1035"/>
          <ac:spMkLst>
            <pc:docMk/>
            <pc:sldMk cId="1657810916" sldId="1419"/>
            <ac:spMk id="63" creationId="{89FB55BE-2236-75D0-C1A2-AA9FA406FCB4}"/>
          </ac:spMkLst>
        </pc:spChg>
        <pc:spChg chg="mod">
          <ac:chgData name="Maria Rojas Ramirez" userId="92be514a-6790-4b3d-9adb-94743b871476" providerId="ADAL" clId="{1F179091-6A4D-1343-92C0-CBE146F69092}" dt="2025-01-31T22:31:04.246" v="1089" actId="552"/>
          <ac:spMkLst>
            <pc:docMk/>
            <pc:sldMk cId="1657810916" sldId="1419"/>
            <ac:spMk id="64" creationId="{D008E7DC-DDC6-A852-71D4-E532F5548070}"/>
          </ac:spMkLst>
        </pc:spChg>
        <pc:spChg chg="mod">
          <ac:chgData name="Maria Rojas Ramirez" userId="92be514a-6790-4b3d-9adb-94743b871476" providerId="ADAL" clId="{1F179091-6A4D-1343-92C0-CBE146F69092}" dt="2025-01-31T21:49:02.977" v="881" actId="14100"/>
          <ac:spMkLst>
            <pc:docMk/>
            <pc:sldMk cId="1657810916" sldId="1419"/>
            <ac:spMk id="75" creationId="{2D19C067-5032-182B-12F0-D110762832EF}"/>
          </ac:spMkLst>
        </pc:spChg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86" creationId="{09D67BE5-D4B6-1D46-24A6-EE159D34A40A}"/>
          </ac:spMkLst>
        </pc:spChg>
        <pc:spChg chg="mod">
          <ac:chgData name="Maria Rojas Ramirez" userId="92be514a-6790-4b3d-9adb-94743b871476" providerId="ADAL" clId="{1F179091-6A4D-1343-92C0-CBE146F69092}" dt="2025-01-31T21:50:23.505" v="947" actId="1037"/>
          <ac:spMkLst>
            <pc:docMk/>
            <pc:sldMk cId="1657810916" sldId="1419"/>
            <ac:spMk id="87" creationId="{D2488539-BE2D-9998-6B7E-222AAF159ECF}"/>
          </ac:spMkLst>
        </pc:spChg>
        <pc:cxnChg chg="mod">
          <ac:chgData name="Maria Rojas Ramirez" userId="92be514a-6790-4b3d-9adb-94743b871476" providerId="ADAL" clId="{1F179091-6A4D-1343-92C0-CBE146F69092}" dt="2025-01-31T21:49:52.868" v="921" actId="1076"/>
          <ac:cxnSpMkLst>
            <pc:docMk/>
            <pc:sldMk cId="1657810916" sldId="1419"/>
            <ac:cxnSpMk id="8" creationId="{E52AD4DD-9B94-8E85-D815-5D1B44E4DAC5}"/>
          </ac:cxnSpMkLst>
        </pc:cxnChg>
        <pc:cxnChg chg="mod">
          <ac:chgData name="Maria Rojas Ramirez" userId="92be514a-6790-4b3d-9adb-94743b871476" providerId="ADAL" clId="{1F179091-6A4D-1343-92C0-CBE146F69092}" dt="2025-01-31T22:31:04.246" v="1089" actId="552"/>
          <ac:cxnSpMkLst>
            <pc:docMk/>
            <pc:sldMk cId="1657810916" sldId="1419"/>
            <ac:cxnSpMk id="21" creationId="{E5A94DC4-8BA7-1F79-7E25-2492A68E0000}"/>
          </ac:cxnSpMkLst>
        </pc:cxnChg>
        <pc:cxnChg chg="mod">
          <ac:chgData name="Maria Rojas Ramirez" userId="92be514a-6790-4b3d-9adb-94743b871476" providerId="ADAL" clId="{1F179091-6A4D-1343-92C0-CBE146F69092}" dt="2025-01-31T22:23:09.628" v="1087" actId="14100"/>
          <ac:cxnSpMkLst>
            <pc:docMk/>
            <pc:sldMk cId="1657810916" sldId="1419"/>
            <ac:cxnSpMk id="23" creationId="{3B9C2DEB-01E4-E6E0-00AE-7922136C7729}"/>
          </ac:cxnSpMkLst>
        </pc:cxnChg>
        <pc:cxnChg chg="mod">
          <ac:chgData name="Maria Rojas Ramirez" userId="92be514a-6790-4b3d-9adb-94743b871476" providerId="ADAL" clId="{1F179091-6A4D-1343-92C0-CBE146F69092}" dt="2025-01-31T22:23:05.631" v="1086" actId="14100"/>
          <ac:cxnSpMkLst>
            <pc:docMk/>
            <pc:sldMk cId="1657810916" sldId="1419"/>
            <ac:cxnSpMk id="29" creationId="{48BF0D91-7A38-7880-88E1-B76E00DDED82}"/>
          </ac:cxnSpMkLst>
        </pc:cxnChg>
        <pc:cxnChg chg="mod">
          <ac:chgData name="Maria Rojas Ramirez" userId="92be514a-6790-4b3d-9adb-94743b871476" providerId="ADAL" clId="{1F179091-6A4D-1343-92C0-CBE146F69092}" dt="2025-01-31T21:49:52.868" v="921" actId="1076"/>
          <ac:cxnSpMkLst>
            <pc:docMk/>
            <pc:sldMk cId="1657810916" sldId="1419"/>
            <ac:cxnSpMk id="32" creationId="{27103157-9AAE-B168-F0F8-833C2A640B21}"/>
          </ac:cxnSpMkLst>
        </pc:cxnChg>
        <pc:cxnChg chg="mod">
          <ac:chgData name="Maria Rojas Ramirez" userId="92be514a-6790-4b3d-9adb-94743b871476" providerId="ADAL" clId="{1F179091-6A4D-1343-92C0-CBE146F69092}" dt="2025-01-31T22:20:30.381" v="1040" actId="1037"/>
          <ac:cxnSpMkLst>
            <pc:docMk/>
            <pc:sldMk cId="1657810916" sldId="1419"/>
            <ac:cxnSpMk id="34" creationId="{BC2BB361-9997-F06B-B56B-7B3827468548}"/>
          </ac:cxnSpMkLst>
        </pc:cxnChg>
        <pc:cxnChg chg="mod">
          <ac:chgData name="Maria Rojas Ramirez" userId="92be514a-6790-4b3d-9adb-94743b871476" providerId="ADAL" clId="{1F179091-6A4D-1343-92C0-CBE146F69092}" dt="2025-01-31T22:22:43.011" v="1081" actId="14100"/>
          <ac:cxnSpMkLst>
            <pc:docMk/>
            <pc:sldMk cId="1657810916" sldId="1419"/>
            <ac:cxnSpMk id="39" creationId="{9B556A01-44C9-8EA0-BCBC-A245A74E87A7}"/>
          </ac:cxnSpMkLst>
        </pc:cxnChg>
        <pc:cxnChg chg="mod">
          <ac:chgData name="Maria Rojas Ramirez" userId="92be514a-6790-4b3d-9adb-94743b871476" providerId="ADAL" clId="{1F179091-6A4D-1343-92C0-CBE146F69092}" dt="2025-01-31T22:22:46.732" v="1082" actId="14100"/>
          <ac:cxnSpMkLst>
            <pc:docMk/>
            <pc:sldMk cId="1657810916" sldId="1419"/>
            <ac:cxnSpMk id="42" creationId="{1D40712C-5946-030D-E8F6-EE80C78E2F9C}"/>
          </ac:cxnSpMkLst>
        </pc:cxnChg>
        <pc:cxnChg chg="mod">
          <ac:chgData name="Maria Rojas Ramirez" userId="92be514a-6790-4b3d-9adb-94743b871476" providerId="ADAL" clId="{1F179091-6A4D-1343-92C0-CBE146F69092}" dt="2025-01-31T22:31:04.246" v="1089" actId="552"/>
          <ac:cxnSpMkLst>
            <pc:docMk/>
            <pc:sldMk cId="1657810916" sldId="1419"/>
            <ac:cxnSpMk id="60" creationId="{79264B3C-9B5E-0640-BB54-8530C17C41D5}"/>
          </ac:cxnSpMkLst>
        </pc:cxnChg>
        <pc:cxnChg chg="add mod">
          <ac:chgData name="Maria Rojas Ramirez" userId="92be514a-6790-4b3d-9adb-94743b871476" providerId="ADAL" clId="{1F179091-6A4D-1343-92C0-CBE146F69092}" dt="2025-01-31T22:21:35.056" v="1062" actId="1035"/>
          <ac:cxnSpMkLst>
            <pc:docMk/>
            <pc:sldMk cId="1657810916" sldId="1419"/>
            <ac:cxnSpMk id="61" creationId="{030FE2FF-3B74-0903-2971-59BC46846CE8}"/>
          </ac:cxnSpMkLst>
        </pc:cxnChg>
        <pc:cxnChg chg="mod">
          <ac:chgData name="Maria Rojas Ramirez" userId="92be514a-6790-4b3d-9adb-94743b871476" providerId="ADAL" clId="{1F179091-6A4D-1343-92C0-CBE146F69092}" dt="2025-01-31T22:31:15.087" v="1092" actId="1035"/>
          <ac:cxnSpMkLst>
            <pc:docMk/>
            <pc:sldMk cId="1657810916" sldId="1419"/>
            <ac:cxnSpMk id="66" creationId="{22436351-6824-1A35-8704-8B496D9E8E00}"/>
          </ac:cxnSpMkLst>
        </pc:cxnChg>
        <pc:cxnChg chg="add mod">
          <ac:chgData name="Maria Rojas Ramirez" userId="92be514a-6790-4b3d-9adb-94743b871476" providerId="ADAL" clId="{1F179091-6A4D-1343-92C0-CBE146F69092}" dt="2025-01-31T22:22:17.877" v="1078" actId="1035"/>
          <ac:cxnSpMkLst>
            <pc:docMk/>
            <pc:sldMk cId="1657810916" sldId="1419"/>
            <ac:cxnSpMk id="67" creationId="{59C32F77-A858-C78F-CC5F-B3D2CD33EA8A}"/>
          </ac:cxnSpMkLst>
        </pc:cxnChg>
        <pc:cxnChg chg="mod">
          <ac:chgData name="Maria Rojas Ramirez" userId="92be514a-6790-4b3d-9adb-94743b871476" providerId="ADAL" clId="{1F179091-6A4D-1343-92C0-CBE146F69092}" dt="2025-01-31T22:22:54.223" v="1083" actId="14100"/>
          <ac:cxnSpMkLst>
            <pc:docMk/>
            <pc:sldMk cId="1657810916" sldId="1419"/>
            <ac:cxnSpMk id="79" creationId="{E03405BC-F67D-F619-C6D0-321EF7709DE4}"/>
          </ac:cxnSpMkLst>
        </pc:cxnChg>
        <pc:cxnChg chg="mod">
          <ac:chgData name="Maria Rojas Ramirez" userId="92be514a-6790-4b3d-9adb-94743b871476" providerId="ADAL" clId="{1F179091-6A4D-1343-92C0-CBE146F69092}" dt="2025-01-31T22:31:30.838" v="1102" actId="14100"/>
          <ac:cxnSpMkLst>
            <pc:docMk/>
            <pc:sldMk cId="1657810916" sldId="1419"/>
            <ac:cxnSpMk id="82" creationId="{BEC51E5E-94DE-7CB8-6545-BF1DA0F5CCB2}"/>
          </ac:cxnSpMkLst>
        </pc:cxnChg>
        <pc:cxnChg chg="mod">
          <ac:chgData name="Maria Rojas Ramirez" userId="92be514a-6790-4b3d-9adb-94743b871476" providerId="ADAL" clId="{1F179091-6A4D-1343-92C0-CBE146F69092}" dt="2025-01-31T22:31:24.730" v="1101" actId="1035"/>
          <ac:cxnSpMkLst>
            <pc:docMk/>
            <pc:sldMk cId="1657810916" sldId="1419"/>
            <ac:cxnSpMk id="88" creationId="{2183E14B-B2DC-390B-C749-1BB6DD6DDCAE}"/>
          </ac:cxnSpMkLst>
        </pc:cxnChg>
        <pc:cxnChg chg="mod">
          <ac:chgData name="Maria Rojas Ramirez" userId="92be514a-6790-4b3d-9adb-94743b871476" providerId="ADAL" clId="{1F179091-6A4D-1343-92C0-CBE146F69092}" dt="2025-01-31T22:31:04.246" v="1089" actId="552"/>
          <ac:cxnSpMkLst>
            <pc:docMk/>
            <pc:sldMk cId="1657810916" sldId="1419"/>
            <ac:cxnSpMk id="90" creationId="{22A034E7-9FA3-5393-C5E9-695AFC195B9B}"/>
          </ac:cxnSpMkLst>
        </pc:cxnChg>
        <pc:cxnChg chg="mod">
          <ac:chgData name="Maria Rojas Ramirez" userId="92be514a-6790-4b3d-9adb-94743b871476" providerId="ADAL" clId="{1F179091-6A4D-1343-92C0-CBE146F69092}" dt="2025-01-31T21:49:19.630" v="916" actId="1037"/>
          <ac:cxnSpMkLst>
            <pc:docMk/>
            <pc:sldMk cId="1657810916" sldId="1419"/>
            <ac:cxnSpMk id="97" creationId="{48FF0C8F-45B9-BFEF-72DA-BAE77C423DF2}"/>
          </ac:cxnSpMkLst>
        </pc:cxnChg>
        <pc:cxnChg chg="mod">
          <ac:chgData name="Maria Rojas Ramirez" userId="92be514a-6790-4b3d-9adb-94743b871476" providerId="ADAL" clId="{1F179091-6A4D-1343-92C0-CBE146F69092}" dt="2025-01-31T22:23:01.231" v="1085" actId="14100"/>
          <ac:cxnSpMkLst>
            <pc:docMk/>
            <pc:sldMk cId="1657810916" sldId="1419"/>
            <ac:cxnSpMk id="107" creationId="{CB2D94E6-3787-FD42-2B3A-A688F323071E}"/>
          </ac:cxnSpMkLst>
        </pc:cxnChg>
      </pc:sldChg>
      <pc:sldChg chg="addSp delSp modSp mod">
        <pc:chgData name="Maria Rojas Ramirez" userId="92be514a-6790-4b3d-9adb-94743b871476" providerId="ADAL" clId="{1F179091-6A4D-1343-92C0-CBE146F69092}" dt="2025-01-31T22:33:08.909" v="1178" actId="1076"/>
        <pc:sldMkLst>
          <pc:docMk/>
          <pc:sldMk cId="3893174987" sldId="1421"/>
        </pc:sldMkLst>
        <pc:spChg chg="mod">
          <ac:chgData name="Maria Rojas Ramirez" userId="92be514a-6790-4b3d-9adb-94743b871476" providerId="ADAL" clId="{1F179091-6A4D-1343-92C0-CBE146F69092}" dt="2025-01-31T22:32:30.186" v="1136" actId="1076"/>
          <ac:spMkLst>
            <pc:docMk/>
            <pc:sldMk cId="3893174987" sldId="1421"/>
            <ac:spMk id="7" creationId="{FC30AFC6-4834-E51F-5449-E9D09843C702}"/>
          </ac:spMkLst>
        </pc:spChg>
        <pc:spChg chg="add mod">
          <ac:chgData name="Maria Rojas Ramirez" userId="92be514a-6790-4b3d-9adb-94743b871476" providerId="ADAL" clId="{1F179091-6A4D-1343-92C0-CBE146F69092}" dt="2025-01-31T22:33:04.369" v="1177" actId="1038"/>
          <ac:spMkLst>
            <pc:docMk/>
            <pc:sldMk cId="3893174987" sldId="1421"/>
            <ac:spMk id="8" creationId="{EE01ECD3-94E7-731F-B06F-27B88240AEE5}"/>
          </ac:spMkLst>
        </pc:spChg>
        <pc:spChg chg="add mod">
          <ac:chgData name="Maria Rojas Ramirez" userId="92be514a-6790-4b3d-9adb-94743b871476" providerId="ADAL" clId="{1F179091-6A4D-1343-92C0-CBE146F69092}" dt="2025-01-31T22:33:08.909" v="1178" actId="1076"/>
          <ac:spMkLst>
            <pc:docMk/>
            <pc:sldMk cId="3893174987" sldId="1421"/>
            <ac:spMk id="17" creationId="{359D3332-AFB8-555E-EBD7-84F1B953143B}"/>
          </ac:spMkLst>
        </pc:spChg>
        <pc:spChg chg="add mod">
          <ac:chgData name="Maria Rojas Ramirez" userId="92be514a-6790-4b3d-9adb-94743b871476" providerId="ADAL" clId="{1F179091-6A4D-1343-92C0-CBE146F69092}" dt="2025-01-31T22:32:35.884" v="1149" actId="1037"/>
          <ac:spMkLst>
            <pc:docMk/>
            <pc:sldMk cId="3893174987" sldId="1421"/>
            <ac:spMk id="20" creationId="{1CC69419-54D4-819C-E053-8EC7CD22505A}"/>
          </ac:spMkLst>
        </pc:spChg>
        <pc:spChg chg="mod">
          <ac:chgData name="Maria Rojas Ramirez" userId="92be514a-6790-4b3d-9adb-94743b871476" providerId="ADAL" clId="{1F179091-6A4D-1343-92C0-CBE146F69092}" dt="2025-01-31T22:32:25.635" v="1135" actId="1037"/>
          <ac:spMkLst>
            <pc:docMk/>
            <pc:sldMk cId="3893174987" sldId="1421"/>
            <ac:spMk id="28" creationId="{3571469F-D238-733A-1745-7B9A77A0076D}"/>
          </ac:spMkLst>
        </pc:spChg>
        <pc:spChg chg="mod">
          <ac:chgData name="Maria Rojas Ramirez" userId="92be514a-6790-4b3d-9adb-94743b871476" providerId="ADAL" clId="{1F179091-6A4D-1343-92C0-CBE146F69092}" dt="2025-01-31T22:32:19.634" v="1121" actId="1037"/>
          <ac:spMkLst>
            <pc:docMk/>
            <pc:sldMk cId="3893174987" sldId="1421"/>
            <ac:spMk id="29" creationId="{7D0C6BBD-0246-7F71-7336-BFC366921E40}"/>
          </ac:spMkLst>
        </pc:spChg>
        <pc:spChg chg="mod">
          <ac:chgData name="Maria Rojas Ramirez" userId="92be514a-6790-4b3d-9adb-94743b871476" providerId="ADAL" clId="{1F179091-6A4D-1343-92C0-CBE146F69092}" dt="2025-01-31T22:32:35.884" v="1149" actId="1037"/>
          <ac:spMkLst>
            <pc:docMk/>
            <pc:sldMk cId="3893174987" sldId="1421"/>
            <ac:spMk id="36" creationId="{A57FDF07-97DB-495F-5FA5-E258CA778EF9}"/>
          </ac:spMkLst>
        </pc:spChg>
        <pc:spChg chg="mod">
          <ac:chgData name="Maria Rojas Ramirez" userId="92be514a-6790-4b3d-9adb-94743b871476" providerId="ADAL" clId="{1F179091-6A4D-1343-92C0-CBE146F69092}" dt="2025-01-31T22:32:19.634" v="1121" actId="1037"/>
          <ac:spMkLst>
            <pc:docMk/>
            <pc:sldMk cId="3893174987" sldId="1421"/>
            <ac:spMk id="68" creationId="{BB871E87-85B1-C07B-AA31-E2005E8B6A90}"/>
          </ac:spMkLst>
        </pc:spChg>
        <pc:spChg chg="mod">
          <ac:chgData name="Maria Rojas Ramirez" userId="92be514a-6790-4b3d-9adb-94743b871476" providerId="ADAL" clId="{1F179091-6A4D-1343-92C0-CBE146F69092}" dt="2025-01-31T22:32:19.634" v="1121" actId="1037"/>
          <ac:spMkLst>
            <pc:docMk/>
            <pc:sldMk cId="3893174987" sldId="1421"/>
            <ac:spMk id="78" creationId="{29C104ED-9099-FCF1-4E61-B8D8E3C4F589}"/>
          </ac:spMkLst>
        </pc:spChg>
        <pc:spChg chg="mod">
          <ac:chgData name="Maria Rojas Ramirez" userId="92be514a-6790-4b3d-9adb-94743b871476" providerId="ADAL" clId="{1F179091-6A4D-1343-92C0-CBE146F69092}" dt="2025-01-31T22:32:25.635" v="1135" actId="1037"/>
          <ac:spMkLst>
            <pc:docMk/>
            <pc:sldMk cId="3893174987" sldId="1421"/>
            <ac:spMk id="86" creationId="{CD3E48B5-9FB6-BFBD-EDED-C2C59C5E38CF}"/>
          </ac:spMkLst>
        </pc:spChg>
        <pc:cxnChg chg="add mod">
          <ac:chgData name="Maria Rojas Ramirez" userId="92be514a-6790-4b3d-9adb-94743b871476" providerId="ADAL" clId="{1F179091-6A4D-1343-92C0-CBE146F69092}" dt="2025-01-31T22:33:04.369" v="1177" actId="1038"/>
          <ac:cxnSpMkLst>
            <pc:docMk/>
            <pc:sldMk cId="3893174987" sldId="1421"/>
            <ac:cxnSpMk id="13" creationId="{B0980D8D-4C79-06F7-566E-ABEED86AC56A}"/>
          </ac:cxnSpMkLst>
        </pc:cxnChg>
        <pc:cxnChg chg="mod">
          <ac:chgData name="Maria Rojas Ramirez" userId="92be514a-6790-4b3d-9adb-94743b871476" providerId="ADAL" clId="{1F179091-6A4D-1343-92C0-CBE146F69092}" dt="2025-01-31T22:32:19.634" v="1121" actId="1037"/>
          <ac:cxnSpMkLst>
            <pc:docMk/>
            <pc:sldMk cId="3893174987" sldId="1421"/>
            <ac:cxnSpMk id="38" creationId="{163DF96A-2FE8-59CE-6385-83E1DD92AFF8}"/>
          </ac:cxnSpMkLst>
        </pc:cxnChg>
        <pc:cxnChg chg="mod">
          <ac:chgData name="Maria Rojas Ramirez" userId="92be514a-6790-4b3d-9adb-94743b871476" providerId="ADAL" clId="{1F179091-6A4D-1343-92C0-CBE146F69092}" dt="2025-01-31T22:32:19.634" v="1121" actId="1037"/>
          <ac:cxnSpMkLst>
            <pc:docMk/>
            <pc:sldMk cId="3893174987" sldId="1421"/>
            <ac:cxnSpMk id="64" creationId="{0C8D8213-5F60-2D5A-4C6D-4ABB563BC04D}"/>
          </ac:cxnSpMkLst>
        </pc:cxnChg>
        <pc:cxnChg chg="mod">
          <ac:chgData name="Maria Rojas Ramirez" userId="92be514a-6790-4b3d-9adb-94743b871476" providerId="ADAL" clId="{1F179091-6A4D-1343-92C0-CBE146F69092}" dt="2025-01-31T22:32:35.884" v="1149" actId="1037"/>
          <ac:cxnSpMkLst>
            <pc:docMk/>
            <pc:sldMk cId="3893174987" sldId="1421"/>
            <ac:cxnSpMk id="70" creationId="{B53B0F6D-07DF-CF1E-3265-E6D8C718038C}"/>
          </ac:cxnSpMkLst>
        </pc:cxnChg>
        <pc:cxnChg chg="mod">
          <ac:chgData name="Maria Rojas Ramirez" userId="92be514a-6790-4b3d-9adb-94743b871476" providerId="ADAL" clId="{1F179091-6A4D-1343-92C0-CBE146F69092}" dt="2025-01-31T22:32:25.635" v="1135" actId="1037"/>
          <ac:cxnSpMkLst>
            <pc:docMk/>
            <pc:sldMk cId="3893174987" sldId="1421"/>
            <ac:cxnSpMk id="88" creationId="{C316D2DD-7B82-7475-5CC7-47CAC027530B}"/>
          </ac:cxnSpMkLst>
        </pc:cxnChg>
        <pc:cxnChg chg="mod">
          <ac:chgData name="Maria Rojas Ramirez" userId="92be514a-6790-4b3d-9adb-94743b871476" providerId="ADAL" clId="{1F179091-6A4D-1343-92C0-CBE146F69092}" dt="2025-01-31T22:32:25.635" v="1135" actId="1037"/>
          <ac:cxnSpMkLst>
            <pc:docMk/>
            <pc:sldMk cId="3893174987" sldId="1421"/>
            <ac:cxnSpMk id="93" creationId="{D2CCD03E-C9D9-BDB8-ABE5-E19B2E6D45D9}"/>
          </ac:cxnSpMkLst>
        </pc:cxnChg>
        <pc:cxnChg chg="mod">
          <ac:chgData name="Maria Rojas Ramirez" userId="92be514a-6790-4b3d-9adb-94743b871476" providerId="ADAL" clId="{1F179091-6A4D-1343-92C0-CBE146F69092}" dt="2025-01-31T22:32:19.634" v="1121" actId="1037"/>
          <ac:cxnSpMkLst>
            <pc:docMk/>
            <pc:sldMk cId="3893174987" sldId="1421"/>
            <ac:cxnSpMk id="103" creationId="{C3DAD452-0F68-8B06-AF6E-C6695265B9C5}"/>
          </ac:cxnSpMkLst>
        </pc:cxnChg>
      </pc:sldChg>
      <pc:sldChg chg="delSp modSp del mod">
        <pc:chgData name="Maria Rojas Ramirez" userId="92be514a-6790-4b3d-9adb-94743b871476" providerId="ADAL" clId="{1F179091-6A4D-1343-92C0-CBE146F69092}" dt="2025-01-31T20:14:25.069" v="869" actId="2696"/>
        <pc:sldMkLst>
          <pc:docMk/>
          <pc:sldMk cId="3464045269" sldId="1422"/>
        </pc:sldMkLst>
      </pc:sldChg>
      <pc:sldChg chg="del">
        <pc:chgData name="Maria Rojas Ramirez" userId="92be514a-6790-4b3d-9adb-94743b871476" providerId="ADAL" clId="{1F179091-6A4D-1343-92C0-CBE146F69092}" dt="2025-01-31T20:14:34.051" v="870" actId="2696"/>
        <pc:sldMkLst>
          <pc:docMk/>
          <pc:sldMk cId="2287983730" sldId="1423"/>
        </pc:sldMkLst>
      </pc:sldChg>
      <pc:sldChg chg="modSp mod">
        <pc:chgData name="Maria Rojas Ramirez" userId="92be514a-6790-4b3d-9adb-94743b871476" providerId="ADAL" clId="{1F179091-6A4D-1343-92C0-CBE146F69092}" dt="2025-02-13T23:50:54.744" v="4220" actId="20577"/>
        <pc:sldMkLst>
          <pc:docMk/>
          <pc:sldMk cId="237315938" sldId="1431"/>
        </pc:sldMkLst>
        <pc:spChg chg="mod">
          <ac:chgData name="Maria Rojas Ramirez" userId="92be514a-6790-4b3d-9adb-94743b871476" providerId="ADAL" clId="{1F179091-6A4D-1343-92C0-CBE146F69092}" dt="2025-02-13T23:50:54.744" v="4220" actId="20577"/>
          <ac:spMkLst>
            <pc:docMk/>
            <pc:sldMk cId="237315938" sldId="1431"/>
            <ac:spMk id="11" creationId="{A7FD46EA-644E-9291-10F3-8DA2687A2439}"/>
          </ac:spMkLst>
        </pc:spChg>
      </pc:sldChg>
      <pc:sldChg chg="del">
        <pc:chgData name="Maria Rojas Ramirez" userId="92be514a-6790-4b3d-9adb-94743b871476" providerId="ADAL" clId="{1F179091-6A4D-1343-92C0-CBE146F69092}" dt="2025-01-23T16:29:34.586" v="408" actId="2696"/>
        <pc:sldMkLst>
          <pc:docMk/>
          <pc:sldMk cId="1545792195" sldId="1432"/>
        </pc:sldMkLst>
      </pc:sldChg>
      <pc:sldChg chg="del">
        <pc:chgData name="Maria Rojas Ramirez" userId="92be514a-6790-4b3d-9adb-94743b871476" providerId="ADAL" clId="{1F179091-6A4D-1343-92C0-CBE146F69092}" dt="2025-01-31T19:12:34.817" v="779" actId="2696"/>
        <pc:sldMkLst>
          <pc:docMk/>
          <pc:sldMk cId="2381094229" sldId="1434"/>
        </pc:sldMkLst>
      </pc:sldChg>
      <pc:sldChg chg="addSp delSp modSp mod">
        <pc:chgData name="Maria Rojas Ramirez" userId="92be514a-6790-4b3d-9adb-94743b871476" providerId="ADAL" clId="{1F179091-6A4D-1343-92C0-CBE146F69092}" dt="2025-02-27T15:59:40.288" v="4727" actId="14100"/>
        <pc:sldMkLst>
          <pc:docMk/>
          <pc:sldMk cId="3454346680" sldId="1437"/>
        </pc:sldMkLst>
        <pc:spChg chg="mod">
          <ac:chgData name="Maria Rojas Ramirez" userId="92be514a-6790-4b3d-9adb-94743b871476" providerId="ADAL" clId="{1F179091-6A4D-1343-92C0-CBE146F69092}" dt="2025-01-23T12:26:05.930" v="151" actId="1076"/>
          <ac:spMkLst>
            <pc:docMk/>
            <pc:sldMk cId="3454346680" sldId="1437"/>
            <ac:spMk id="5" creationId="{33849DA4-9F37-28D3-B4B3-AD73A607138D}"/>
          </ac:spMkLst>
        </pc:spChg>
        <pc:spChg chg="mod">
          <ac:chgData name="Maria Rojas Ramirez" userId="92be514a-6790-4b3d-9adb-94743b871476" providerId="ADAL" clId="{1F179091-6A4D-1343-92C0-CBE146F69092}" dt="2025-01-23T12:26:10.802" v="152" actId="14100"/>
          <ac:spMkLst>
            <pc:docMk/>
            <pc:sldMk cId="3454346680" sldId="1437"/>
            <ac:spMk id="6" creationId="{55BF576B-FB06-1A3D-0A4B-E1B33887AB16}"/>
          </ac:spMkLst>
        </pc:spChg>
        <pc:spChg chg="mod">
          <ac:chgData name="Maria Rojas Ramirez" userId="92be514a-6790-4b3d-9adb-94743b871476" providerId="ADAL" clId="{1F179091-6A4D-1343-92C0-CBE146F69092}" dt="2025-01-23T12:31:45.766" v="201" actId="20577"/>
          <ac:spMkLst>
            <pc:docMk/>
            <pc:sldMk cId="3454346680" sldId="1437"/>
            <ac:spMk id="11" creationId="{D7C3D93C-8BB3-1FF2-0892-54D708A1FDBC}"/>
          </ac:spMkLst>
        </pc:spChg>
        <pc:spChg chg="mod">
          <ac:chgData name="Maria Rojas Ramirez" userId="92be514a-6790-4b3d-9adb-94743b871476" providerId="ADAL" clId="{1F179091-6A4D-1343-92C0-CBE146F69092}" dt="2025-01-23T12:26:45.834" v="189" actId="1035"/>
          <ac:spMkLst>
            <pc:docMk/>
            <pc:sldMk cId="3454346680" sldId="1437"/>
            <ac:spMk id="12" creationId="{AB4B4D17-373D-7FBA-9916-B5072065549F}"/>
          </ac:spMkLst>
        </pc:spChg>
        <pc:spChg chg="mod">
          <ac:chgData name="Maria Rojas Ramirez" userId="92be514a-6790-4b3d-9adb-94743b871476" providerId="ADAL" clId="{1F179091-6A4D-1343-92C0-CBE146F69092}" dt="2025-01-23T12:26:50.900" v="195" actId="1036"/>
          <ac:spMkLst>
            <pc:docMk/>
            <pc:sldMk cId="3454346680" sldId="1437"/>
            <ac:spMk id="14" creationId="{95238325-DA33-CC09-A2C5-4455BC4B2245}"/>
          </ac:spMkLst>
        </pc:spChg>
        <pc:spChg chg="mod">
          <ac:chgData name="Maria Rojas Ramirez" userId="92be514a-6790-4b3d-9adb-94743b871476" providerId="ADAL" clId="{1F179091-6A4D-1343-92C0-CBE146F69092}" dt="2025-01-23T12:23:56.591" v="48" actId="1036"/>
          <ac:spMkLst>
            <pc:docMk/>
            <pc:sldMk cId="3454346680" sldId="1437"/>
            <ac:spMk id="17" creationId="{455B68D4-CB69-9AE5-C4EB-2D11A1C654CC}"/>
          </ac:spMkLst>
        </pc:spChg>
        <pc:spChg chg="mod">
          <ac:chgData name="Maria Rojas Ramirez" userId="92be514a-6790-4b3d-9adb-94743b871476" providerId="ADAL" clId="{1F179091-6A4D-1343-92C0-CBE146F69092}" dt="2025-02-27T15:59:40.288" v="4727" actId="14100"/>
          <ac:spMkLst>
            <pc:docMk/>
            <pc:sldMk cId="3454346680" sldId="1437"/>
            <ac:spMk id="18" creationId="{06DDF155-E443-1291-A17F-22FBAA2B9116}"/>
          </ac:spMkLst>
        </pc:spChg>
        <pc:spChg chg="mod">
          <ac:chgData name="Maria Rojas Ramirez" userId="92be514a-6790-4b3d-9adb-94743b871476" providerId="ADAL" clId="{1F179091-6A4D-1343-92C0-CBE146F69092}" dt="2025-01-23T12:26:15.658" v="161" actId="1038"/>
          <ac:spMkLst>
            <pc:docMk/>
            <pc:sldMk cId="3454346680" sldId="1437"/>
            <ac:spMk id="19" creationId="{40339BDF-B5DF-95A7-8834-A5E7332926D6}"/>
          </ac:spMkLst>
        </pc:spChg>
        <pc:spChg chg="mod">
          <ac:chgData name="Maria Rojas Ramirez" userId="92be514a-6790-4b3d-9adb-94743b871476" providerId="ADAL" clId="{1F179091-6A4D-1343-92C0-CBE146F69092}" dt="2025-01-23T12:26:15.658" v="161" actId="1038"/>
          <ac:spMkLst>
            <pc:docMk/>
            <pc:sldMk cId="3454346680" sldId="1437"/>
            <ac:spMk id="21" creationId="{602F5E69-0F3B-9D70-46D2-58B87CDECDA7}"/>
          </ac:spMkLst>
        </pc:spChg>
        <pc:spChg chg="mod">
          <ac:chgData name="Maria Rojas Ramirez" userId="92be514a-6790-4b3d-9adb-94743b871476" providerId="ADAL" clId="{1F179091-6A4D-1343-92C0-CBE146F69092}" dt="2025-01-23T12:26:05.930" v="151" actId="1076"/>
          <ac:spMkLst>
            <pc:docMk/>
            <pc:sldMk cId="3454346680" sldId="1437"/>
            <ac:spMk id="26" creationId="{142EA57B-0AE5-1ADB-FF8F-D3F83A88F50F}"/>
          </ac:spMkLst>
        </pc:spChg>
        <pc:spChg chg="mod">
          <ac:chgData name="Maria Rojas Ramirez" userId="92be514a-6790-4b3d-9adb-94743b871476" providerId="ADAL" clId="{1F179091-6A4D-1343-92C0-CBE146F69092}" dt="2025-01-23T12:31:49.101" v="203" actId="20577"/>
          <ac:spMkLst>
            <pc:docMk/>
            <pc:sldMk cId="3454346680" sldId="1437"/>
            <ac:spMk id="27" creationId="{8F31A3FD-6AE7-5063-7D39-1CC2D0DDDA81}"/>
          </ac:spMkLst>
        </pc:spChg>
        <pc:spChg chg="add mod">
          <ac:chgData name="Maria Rojas Ramirez" userId="92be514a-6790-4b3d-9adb-94743b871476" providerId="ADAL" clId="{1F179091-6A4D-1343-92C0-CBE146F69092}" dt="2025-02-17T22:01:07.907" v="4233" actId="20577"/>
          <ac:spMkLst>
            <pc:docMk/>
            <pc:sldMk cId="3454346680" sldId="1437"/>
            <ac:spMk id="28" creationId="{76773A3E-8F45-6509-AA0B-93E1DE793DCF}"/>
          </ac:spMkLst>
        </pc:spChg>
        <pc:spChg chg="mod">
          <ac:chgData name="Maria Rojas Ramirez" userId="92be514a-6790-4b3d-9adb-94743b871476" providerId="ADAL" clId="{1F179091-6A4D-1343-92C0-CBE146F69092}" dt="2025-01-23T12:23:48.672" v="33" actId="14100"/>
          <ac:spMkLst>
            <pc:docMk/>
            <pc:sldMk cId="3454346680" sldId="1437"/>
            <ac:spMk id="42" creationId="{B5E14F6F-7CEE-4968-BE8A-D4C3B724E1FE}"/>
          </ac:spMkLst>
        </pc:spChg>
        <pc:spChg chg="mod">
          <ac:chgData name="Maria Rojas Ramirez" userId="92be514a-6790-4b3d-9adb-94743b871476" providerId="ADAL" clId="{1F179091-6A4D-1343-92C0-CBE146F69092}" dt="2025-01-31T19:49:36.465" v="814"/>
          <ac:spMkLst>
            <pc:docMk/>
            <pc:sldMk cId="3454346680" sldId="1437"/>
            <ac:spMk id="48" creationId="{A1BC49C2-2803-7675-2EC5-F651E3B7789A}"/>
          </ac:spMkLst>
        </pc:spChg>
        <pc:spChg chg="mod">
          <ac:chgData name="Maria Rojas Ramirez" userId="92be514a-6790-4b3d-9adb-94743b871476" providerId="ADAL" clId="{1F179091-6A4D-1343-92C0-CBE146F69092}" dt="2025-01-31T19:48:31.734" v="807" actId="14100"/>
          <ac:spMkLst>
            <pc:docMk/>
            <pc:sldMk cId="3454346680" sldId="1437"/>
            <ac:spMk id="49" creationId="{D080CF05-54E9-C935-7C56-2666187A3545}"/>
          </ac:spMkLst>
        </pc:spChg>
        <pc:spChg chg="mod">
          <ac:chgData name="Maria Rojas Ramirez" userId="92be514a-6790-4b3d-9adb-94743b871476" providerId="ADAL" clId="{1F179091-6A4D-1343-92C0-CBE146F69092}" dt="2025-01-31T19:49:21.505" v="813"/>
          <ac:spMkLst>
            <pc:docMk/>
            <pc:sldMk cId="3454346680" sldId="1437"/>
            <ac:spMk id="50" creationId="{B34B2434-1067-37F8-2B96-A93238625779}"/>
          </ac:spMkLst>
        </pc:spChg>
        <pc:spChg chg="mod">
          <ac:chgData name="Maria Rojas Ramirez" userId="92be514a-6790-4b3d-9adb-94743b871476" providerId="ADAL" clId="{1F179091-6A4D-1343-92C0-CBE146F69092}" dt="2025-01-23T12:26:00.008" v="150" actId="14100"/>
          <ac:spMkLst>
            <pc:docMk/>
            <pc:sldMk cId="3454346680" sldId="1437"/>
            <ac:spMk id="53" creationId="{C8C0AD02-DDDD-68EC-B563-5557F811E865}"/>
          </ac:spMkLst>
        </pc:spChg>
        <pc:spChg chg="mod">
          <ac:chgData name="Maria Rojas Ramirez" userId="92be514a-6790-4b3d-9adb-94743b871476" providerId="ADAL" clId="{1F179091-6A4D-1343-92C0-CBE146F69092}" dt="2025-01-23T12:26:00.008" v="150" actId="14100"/>
          <ac:spMkLst>
            <pc:docMk/>
            <pc:sldMk cId="3454346680" sldId="1437"/>
            <ac:spMk id="54" creationId="{3397D266-011B-27B5-3D74-DEFE10BD902C}"/>
          </ac:spMkLst>
        </pc:spChg>
        <pc:spChg chg="mod">
          <ac:chgData name="Maria Rojas Ramirez" userId="92be514a-6790-4b3d-9adb-94743b871476" providerId="ADAL" clId="{1F179091-6A4D-1343-92C0-CBE146F69092}" dt="2025-01-23T12:24:52.077" v="127" actId="1038"/>
          <ac:spMkLst>
            <pc:docMk/>
            <pc:sldMk cId="3454346680" sldId="1437"/>
            <ac:spMk id="81" creationId="{05D3E80A-35F4-F7D1-0645-FAB9BDB35DB9}"/>
          </ac:spMkLst>
        </pc:spChg>
        <pc:spChg chg="mod">
          <ac:chgData name="Maria Rojas Ramirez" userId="92be514a-6790-4b3d-9adb-94743b871476" providerId="ADAL" clId="{1F179091-6A4D-1343-92C0-CBE146F69092}" dt="2025-01-23T12:24:52.077" v="127" actId="1038"/>
          <ac:spMkLst>
            <pc:docMk/>
            <pc:sldMk cId="3454346680" sldId="1437"/>
            <ac:spMk id="82" creationId="{E94E5617-B6C9-56AC-AA86-3F6DB6D18388}"/>
          </ac:spMkLst>
        </pc:spChg>
        <pc:cxnChg chg="mod">
          <ac:chgData name="Maria Rojas Ramirez" userId="92be514a-6790-4b3d-9adb-94743b871476" providerId="ADAL" clId="{1F179091-6A4D-1343-92C0-CBE146F69092}" dt="2025-01-23T12:26:45.834" v="189" actId="1035"/>
          <ac:cxnSpMkLst>
            <pc:docMk/>
            <pc:sldMk cId="3454346680" sldId="1437"/>
            <ac:cxnSpMk id="20" creationId="{37022EFE-19D5-FEF1-0A3F-1B4E5CD7916E}"/>
          </ac:cxnSpMkLst>
        </pc:cxnChg>
        <pc:cxnChg chg="mod">
          <ac:chgData name="Maria Rojas Ramirez" userId="92be514a-6790-4b3d-9adb-94743b871476" providerId="ADAL" clId="{1F179091-6A4D-1343-92C0-CBE146F69092}" dt="2025-01-23T12:24:52.077" v="127" actId="1038"/>
          <ac:cxnSpMkLst>
            <pc:docMk/>
            <pc:sldMk cId="3454346680" sldId="1437"/>
            <ac:cxnSpMk id="29" creationId="{FCF062B3-930A-D1CF-8470-FBE83DF637CD}"/>
          </ac:cxnSpMkLst>
        </pc:cxnChg>
        <pc:cxnChg chg="mod">
          <ac:chgData name="Maria Rojas Ramirez" userId="92be514a-6790-4b3d-9adb-94743b871476" providerId="ADAL" clId="{1F179091-6A4D-1343-92C0-CBE146F69092}" dt="2025-01-23T12:24:52.077" v="127" actId="1038"/>
          <ac:cxnSpMkLst>
            <pc:docMk/>
            <pc:sldMk cId="3454346680" sldId="1437"/>
            <ac:cxnSpMk id="31" creationId="{51E25786-7FFE-130A-BEF5-14BF924D0C67}"/>
          </ac:cxnSpMkLst>
        </pc:cxnChg>
        <pc:cxnChg chg="mod">
          <ac:chgData name="Maria Rojas Ramirez" userId="92be514a-6790-4b3d-9adb-94743b871476" providerId="ADAL" clId="{1F179091-6A4D-1343-92C0-CBE146F69092}" dt="2025-01-23T12:27:03.269" v="199" actId="14100"/>
          <ac:cxnSpMkLst>
            <pc:docMk/>
            <pc:sldMk cId="3454346680" sldId="1437"/>
            <ac:cxnSpMk id="33" creationId="{E17662DB-579D-A38B-7F8F-6132A36D9194}"/>
          </ac:cxnSpMkLst>
        </pc:cxnChg>
        <pc:cxnChg chg="mod">
          <ac:chgData name="Maria Rojas Ramirez" userId="92be514a-6790-4b3d-9adb-94743b871476" providerId="ADAL" clId="{1F179091-6A4D-1343-92C0-CBE146F69092}" dt="2025-01-23T12:26:15.658" v="161" actId="1038"/>
          <ac:cxnSpMkLst>
            <pc:docMk/>
            <pc:sldMk cId="3454346680" sldId="1437"/>
            <ac:cxnSpMk id="34" creationId="{9D8B59D4-F917-F3BB-FB01-8710E0A4F685}"/>
          </ac:cxnSpMkLst>
        </pc:cxnChg>
        <pc:cxnChg chg="mod">
          <ac:chgData name="Maria Rojas Ramirez" userId="92be514a-6790-4b3d-9adb-94743b871476" providerId="ADAL" clId="{1F179091-6A4D-1343-92C0-CBE146F69092}" dt="2025-01-23T12:26:15.658" v="161" actId="1038"/>
          <ac:cxnSpMkLst>
            <pc:docMk/>
            <pc:sldMk cId="3454346680" sldId="1437"/>
            <ac:cxnSpMk id="36" creationId="{463BDC5F-B7D8-3316-47E4-167A76FC12A3}"/>
          </ac:cxnSpMkLst>
        </pc:cxnChg>
        <pc:cxnChg chg="mod">
          <ac:chgData name="Maria Rojas Ramirez" userId="92be514a-6790-4b3d-9adb-94743b871476" providerId="ADAL" clId="{1F179091-6A4D-1343-92C0-CBE146F69092}" dt="2025-01-23T12:26:05.930" v="151" actId="1076"/>
          <ac:cxnSpMkLst>
            <pc:docMk/>
            <pc:sldMk cId="3454346680" sldId="1437"/>
            <ac:cxnSpMk id="38" creationId="{CA4A352B-4C3E-2B02-8616-98010BB7DC8D}"/>
          </ac:cxnSpMkLst>
        </pc:cxnChg>
        <pc:cxnChg chg="mod">
          <ac:chgData name="Maria Rojas Ramirez" userId="92be514a-6790-4b3d-9adb-94743b871476" providerId="ADAL" clId="{1F179091-6A4D-1343-92C0-CBE146F69092}" dt="2025-01-23T12:26:50.900" v="195" actId="1036"/>
          <ac:cxnSpMkLst>
            <pc:docMk/>
            <pc:sldMk cId="3454346680" sldId="1437"/>
            <ac:cxnSpMk id="39" creationId="{8859139F-4313-B5D6-F482-06CDBC015B6D}"/>
          </ac:cxnSpMkLst>
        </pc:cxnChg>
        <pc:cxnChg chg="mod">
          <ac:chgData name="Maria Rojas Ramirez" userId="92be514a-6790-4b3d-9adb-94743b871476" providerId="ADAL" clId="{1F179091-6A4D-1343-92C0-CBE146F69092}" dt="2025-01-23T12:26:05.930" v="151" actId="1076"/>
          <ac:cxnSpMkLst>
            <pc:docMk/>
            <pc:sldMk cId="3454346680" sldId="1437"/>
            <ac:cxnSpMk id="51" creationId="{EEE1FFA3-E866-587C-EA8E-7AED47B63CE6}"/>
          </ac:cxnSpMkLst>
        </pc:cxnChg>
        <pc:cxnChg chg="mod">
          <ac:chgData name="Maria Rojas Ramirez" userId="92be514a-6790-4b3d-9adb-94743b871476" providerId="ADAL" clId="{1F179091-6A4D-1343-92C0-CBE146F69092}" dt="2025-01-23T12:26:58.232" v="198" actId="1035"/>
          <ac:cxnSpMkLst>
            <pc:docMk/>
            <pc:sldMk cId="3454346680" sldId="1437"/>
            <ac:cxnSpMk id="74" creationId="{BB941406-FE31-D348-D89D-B941A1E1E95E}"/>
          </ac:cxnSpMkLst>
        </pc:cxnChg>
        <pc:cxnChg chg="mod">
          <ac:chgData name="Maria Rojas Ramirez" userId="92be514a-6790-4b3d-9adb-94743b871476" providerId="ADAL" clId="{1F179091-6A4D-1343-92C0-CBE146F69092}" dt="2025-01-23T12:26:19.674" v="162" actId="14100"/>
          <ac:cxnSpMkLst>
            <pc:docMk/>
            <pc:sldMk cId="3454346680" sldId="1437"/>
            <ac:cxnSpMk id="87" creationId="{9DF6D552-7FC8-F6DE-BB20-CD3320915134}"/>
          </ac:cxnSpMkLst>
        </pc:cxnChg>
        <pc:cxnChg chg="mod">
          <ac:chgData name="Maria Rojas Ramirez" userId="92be514a-6790-4b3d-9adb-94743b871476" providerId="ADAL" clId="{1F179091-6A4D-1343-92C0-CBE146F69092}" dt="2025-01-23T12:26:24.217" v="163" actId="14100"/>
          <ac:cxnSpMkLst>
            <pc:docMk/>
            <pc:sldMk cId="3454346680" sldId="1437"/>
            <ac:cxnSpMk id="90" creationId="{3A160327-F895-F1D0-4D08-A237A558415B}"/>
          </ac:cxnSpMkLst>
        </pc:cxnChg>
      </pc:sldChg>
      <pc:sldChg chg="addSp delSp modSp mod">
        <pc:chgData name="Maria Rojas Ramirez" userId="92be514a-6790-4b3d-9adb-94743b871476" providerId="ADAL" clId="{1F179091-6A4D-1343-92C0-CBE146F69092}" dt="2025-02-17T22:01:21.834" v="4235" actId="20577"/>
        <pc:sldMkLst>
          <pc:docMk/>
          <pc:sldMk cId="1589089977" sldId="1438"/>
        </pc:sldMkLst>
        <pc:spChg chg="add mod">
          <ac:chgData name="Maria Rojas Ramirez" userId="92be514a-6790-4b3d-9adb-94743b871476" providerId="ADAL" clId="{1F179091-6A4D-1343-92C0-CBE146F69092}" dt="2025-02-17T22:01:21.834" v="4235" actId="20577"/>
          <ac:spMkLst>
            <pc:docMk/>
            <pc:sldMk cId="1589089977" sldId="1438"/>
            <ac:spMk id="11" creationId="{0EF031F6-4C00-D778-BF9F-E274456BA4F1}"/>
          </ac:spMkLst>
        </pc:spChg>
        <pc:spChg chg="mod">
          <ac:chgData name="Maria Rojas Ramirez" userId="92be514a-6790-4b3d-9adb-94743b871476" providerId="ADAL" clId="{1F179091-6A4D-1343-92C0-CBE146F69092}" dt="2025-01-31T19:53:21.872" v="819"/>
          <ac:spMkLst>
            <pc:docMk/>
            <pc:sldMk cId="1589089977" sldId="1438"/>
            <ac:spMk id="22" creationId="{7D14255E-FB4A-498E-880F-0C7E1F429ACA}"/>
          </ac:spMkLst>
        </pc:spChg>
        <pc:spChg chg="mod">
          <ac:chgData name="Maria Rojas Ramirez" userId="92be514a-6790-4b3d-9adb-94743b871476" providerId="ADAL" clId="{1F179091-6A4D-1343-92C0-CBE146F69092}" dt="2025-01-31T19:53:40.368" v="822" actId="122"/>
          <ac:spMkLst>
            <pc:docMk/>
            <pc:sldMk cId="1589089977" sldId="1438"/>
            <ac:spMk id="31" creationId="{B2444CDA-F4A3-0222-5786-E490F0F5B5E4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01T03:57:30.634" v="2215" actId="478"/>
        <pc:sldMkLst>
          <pc:docMk/>
          <pc:sldMk cId="2996310855" sldId="1439"/>
        </pc:sldMkLst>
        <pc:spChg chg="add mod">
          <ac:chgData name="Maria Rojas Ramirez" userId="92be514a-6790-4b3d-9adb-94743b871476" providerId="ADAL" clId="{1F179091-6A4D-1343-92C0-CBE146F69092}" dt="2025-02-01T03:57:16.701" v="2212" actId="1076"/>
          <ac:spMkLst>
            <pc:docMk/>
            <pc:sldMk cId="2996310855" sldId="1439"/>
            <ac:spMk id="8" creationId="{B0C0D478-C5F4-15E1-04EA-B79D3B19C0A4}"/>
          </ac:spMkLst>
        </pc:spChg>
        <pc:spChg chg="mod">
          <ac:chgData name="Maria Rojas Ramirez" userId="92be514a-6790-4b3d-9adb-94743b871476" providerId="ADAL" clId="{1F179091-6A4D-1343-92C0-CBE146F69092}" dt="2025-02-01T03:56:50.702" v="2210" actId="20577"/>
          <ac:spMkLst>
            <pc:docMk/>
            <pc:sldMk cId="2996310855" sldId="1439"/>
            <ac:spMk id="48" creationId="{54905532-3987-78D1-7853-902755246BB1}"/>
          </ac:spMkLst>
        </pc:spChg>
        <pc:spChg chg="mod">
          <ac:chgData name="Maria Rojas Ramirez" userId="92be514a-6790-4b3d-9adb-94743b871476" providerId="ADAL" clId="{1F179091-6A4D-1343-92C0-CBE146F69092}" dt="2025-02-01T03:57:27.632" v="2214"/>
          <ac:spMkLst>
            <pc:docMk/>
            <pc:sldMk cId="2996310855" sldId="1439"/>
            <ac:spMk id="50" creationId="{7B58C647-8C43-6683-3840-50DFEDDB1D91}"/>
          </ac:spMkLst>
        </pc:spChg>
        <pc:cxnChg chg="mod">
          <ac:chgData name="Maria Rojas Ramirez" userId="92be514a-6790-4b3d-9adb-94743b871476" providerId="ADAL" clId="{1F179091-6A4D-1343-92C0-CBE146F69092}" dt="2025-01-23T18:32:44.393" v="420" actId="14100"/>
          <ac:cxnSpMkLst>
            <pc:docMk/>
            <pc:sldMk cId="2996310855" sldId="1439"/>
            <ac:cxnSpMk id="87" creationId="{D28ABFE1-DBFF-195C-FB09-0D2359D31497}"/>
          </ac:cxnSpMkLst>
        </pc:cxnChg>
        <pc:cxnChg chg="mod">
          <ac:chgData name="Maria Rojas Ramirez" userId="92be514a-6790-4b3d-9adb-94743b871476" providerId="ADAL" clId="{1F179091-6A4D-1343-92C0-CBE146F69092}" dt="2025-01-23T18:32:49.679" v="421" actId="14100"/>
          <ac:cxnSpMkLst>
            <pc:docMk/>
            <pc:sldMk cId="2996310855" sldId="1439"/>
            <ac:cxnSpMk id="90" creationId="{0A83867F-0546-48D0-553E-E4B24E04B000}"/>
          </ac:cxnSpMkLst>
        </pc:cxnChg>
      </pc:sldChg>
      <pc:sldChg chg="del">
        <pc:chgData name="Maria Rojas Ramirez" userId="92be514a-6790-4b3d-9adb-94743b871476" providerId="ADAL" clId="{1F179091-6A4D-1343-92C0-CBE146F69092}" dt="2025-02-01T03:58:37.559" v="2217" actId="2696"/>
        <pc:sldMkLst>
          <pc:docMk/>
          <pc:sldMk cId="1147606400" sldId="1440"/>
        </pc:sldMkLst>
      </pc:sldChg>
      <pc:sldChg chg="addSp delSp modSp mod">
        <pc:chgData name="Maria Rojas Ramirez" userId="92be514a-6790-4b3d-9adb-94743b871476" providerId="ADAL" clId="{1F179091-6A4D-1343-92C0-CBE146F69092}" dt="2025-01-31T20:12:38.562" v="866" actId="1076"/>
        <pc:sldMkLst>
          <pc:docMk/>
          <pc:sldMk cId="114220127" sldId="1443"/>
        </pc:sldMkLst>
        <pc:spChg chg="add mod">
          <ac:chgData name="Maria Rojas Ramirez" userId="92be514a-6790-4b3d-9adb-94743b871476" providerId="ADAL" clId="{1F179091-6A4D-1343-92C0-CBE146F69092}" dt="2025-01-31T20:12:38.562" v="866" actId="1076"/>
          <ac:spMkLst>
            <pc:docMk/>
            <pc:sldMk cId="114220127" sldId="1443"/>
            <ac:spMk id="11" creationId="{985C777B-2743-55C6-8F2C-FA5AB3CC5770}"/>
          </ac:spMkLst>
        </pc:spChg>
        <pc:spChg chg="mod">
          <ac:chgData name="Maria Rojas Ramirez" userId="92be514a-6790-4b3d-9adb-94743b871476" providerId="ADAL" clId="{1F179091-6A4D-1343-92C0-CBE146F69092}" dt="2025-01-31T20:12:25.701" v="864"/>
          <ac:spMkLst>
            <pc:docMk/>
            <pc:sldMk cId="114220127" sldId="1443"/>
            <ac:spMk id="48" creationId="{115CC494-A4AC-C8E0-AC91-53B6529B8E6F}"/>
          </ac:spMkLst>
        </pc:spChg>
      </pc:sldChg>
      <pc:sldChg chg="del">
        <pc:chgData name="Maria Rojas Ramirez" userId="92be514a-6790-4b3d-9adb-94743b871476" providerId="ADAL" clId="{1F179091-6A4D-1343-92C0-CBE146F69092}" dt="2025-01-31T20:16:46.686" v="875" actId="2696"/>
        <pc:sldMkLst>
          <pc:docMk/>
          <pc:sldMk cId="3495996266" sldId="1444"/>
        </pc:sldMkLst>
      </pc:sldChg>
      <pc:sldChg chg="addSp modSp mod">
        <pc:chgData name="Maria Rojas Ramirez" userId="92be514a-6790-4b3d-9adb-94743b871476" providerId="ADAL" clId="{1F179091-6A4D-1343-92C0-CBE146F69092}" dt="2025-02-06T17:18:02.185" v="3850" actId="1076"/>
        <pc:sldMkLst>
          <pc:docMk/>
          <pc:sldMk cId="1134098405" sldId="1445"/>
        </pc:sldMkLst>
        <pc:spChg chg="add mod">
          <ac:chgData name="Maria Rojas Ramirez" userId="92be514a-6790-4b3d-9adb-94743b871476" providerId="ADAL" clId="{1F179091-6A4D-1343-92C0-CBE146F69092}" dt="2025-01-31T20:19:59.383" v="878" actId="1076"/>
          <ac:spMkLst>
            <pc:docMk/>
            <pc:sldMk cId="1134098405" sldId="1445"/>
            <ac:spMk id="2" creationId="{9A359783-8887-2DFA-C8EA-8FAF749C39B7}"/>
          </ac:spMkLst>
        </pc:spChg>
        <pc:spChg chg="mod">
          <ac:chgData name="Maria Rojas Ramirez" userId="92be514a-6790-4b3d-9adb-94743b871476" providerId="ADAL" clId="{1F179091-6A4D-1343-92C0-CBE146F69092}" dt="2025-01-31T20:19:41.718" v="876"/>
          <ac:spMkLst>
            <pc:docMk/>
            <pc:sldMk cId="1134098405" sldId="1445"/>
            <ac:spMk id="74" creationId="{F569CECD-5CE3-BF11-103E-4F056165296B}"/>
          </ac:spMkLst>
        </pc:spChg>
        <pc:spChg chg="mod">
          <ac:chgData name="Maria Rojas Ramirez" userId="92be514a-6790-4b3d-9adb-94743b871476" providerId="ADAL" clId="{1F179091-6A4D-1343-92C0-CBE146F69092}" dt="2025-02-06T17:18:02.185" v="3850" actId="1076"/>
          <ac:spMkLst>
            <pc:docMk/>
            <pc:sldMk cId="1134098405" sldId="1445"/>
            <ac:spMk id="83" creationId="{AB4F0AAD-6222-E71F-F715-B1F94F39F927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06T17:29:48.376" v="3944" actId="13822"/>
        <pc:sldMkLst>
          <pc:docMk/>
          <pc:sldMk cId="1522252126" sldId="1446"/>
        </pc:sldMkLst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7" creationId="{84B81514-2DC8-19D8-63CA-F4022D5D7363}"/>
          </ac:spMkLst>
        </pc:spChg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10" creationId="{25DED52A-A3B5-7E4D-398C-7CFE0427C919}"/>
          </ac:spMkLst>
        </pc:spChg>
        <pc:spChg chg="add mod">
          <ac:chgData name="Maria Rojas Ramirez" userId="92be514a-6790-4b3d-9adb-94743b871476" providerId="ADAL" clId="{1F179091-6A4D-1343-92C0-CBE146F69092}" dt="2025-02-06T17:19:24.406" v="3878" actId="1036"/>
          <ac:spMkLst>
            <pc:docMk/>
            <pc:sldMk cId="1522252126" sldId="1446"/>
            <ac:spMk id="20" creationId="{331A3446-4199-B903-46F1-776AF4BEAB3B}"/>
          </ac:spMkLst>
        </pc:spChg>
        <pc:spChg chg="add mod">
          <ac:chgData name="Maria Rojas Ramirez" userId="92be514a-6790-4b3d-9adb-94743b871476" providerId="ADAL" clId="{1F179091-6A4D-1343-92C0-CBE146F69092}" dt="2025-02-06T17:20:01.166" v="3940" actId="14100"/>
          <ac:spMkLst>
            <pc:docMk/>
            <pc:sldMk cId="1522252126" sldId="1446"/>
            <ac:spMk id="22" creationId="{39B04A5C-7DA1-E418-E5C1-D84822DD54D1}"/>
          </ac:spMkLst>
        </pc:spChg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25" creationId="{52F027D7-E485-D7F7-AC2C-E01CE29B5A9D}"/>
          </ac:spMkLst>
        </pc:spChg>
        <pc:spChg chg="add mod">
          <ac:chgData name="Maria Rojas Ramirez" userId="92be514a-6790-4b3d-9adb-94743b871476" providerId="ADAL" clId="{1F179091-6A4D-1343-92C0-CBE146F69092}" dt="2025-02-06T17:20:01.166" v="3940" actId="14100"/>
          <ac:spMkLst>
            <pc:docMk/>
            <pc:sldMk cId="1522252126" sldId="1446"/>
            <ac:spMk id="26" creationId="{307647D6-CEFE-484D-D3CB-B6703C6BD891}"/>
          </ac:spMkLst>
        </pc:spChg>
        <pc:spChg chg="add mod">
          <ac:chgData name="Maria Rojas Ramirez" userId="92be514a-6790-4b3d-9adb-94743b871476" providerId="ADAL" clId="{1F179091-6A4D-1343-92C0-CBE146F69092}" dt="2025-02-06T17:20:01.166" v="3940" actId="14100"/>
          <ac:spMkLst>
            <pc:docMk/>
            <pc:sldMk cId="1522252126" sldId="1446"/>
            <ac:spMk id="31" creationId="{5ECB0B21-9FCD-E07B-0763-C9BF5B663EFB}"/>
          </ac:spMkLst>
        </pc:spChg>
        <pc:spChg chg="mod">
          <ac:chgData name="Maria Rojas Ramirez" userId="92be514a-6790-4b3d-9adb-94743b871476" providerId="ADAL" clId="{1F179091-6A4D-1343-92C0-CBE146F69092}" dt="2025-02-06T17:19:24.406" v="3878" actId="1036"/>
          <ac:spMkLst>
            <pc:docMk/>
            <pc:sldMk cId="1522252126" sldId="1446"/>
            <ac:spMk id="48" creationId="{76D391C4-C07B-0DD2-CFEF-6EB6A44F625A}"/>
          </ac:spMkLst>
        </pc:spChg>
        <pc:spChg chg="mod">
          <ac:chgData name="Maria Rojas Ramirez" userId="92be514a-6790-4b3d-9adb-94743b871476" providerId="ADAL" clId="{1F179091-6A4D-1343-92C0-CBE146F69092}" dt="2025-02-06T17:19:24.406" v="3878" actId="1036"/>
          <ac:spMkLst>
            <pc:docMk/>
            <pc:sldMk cId="1522252126" sldId="1446"/>
            <ac:spMk id="50" creationId="{26986976-27C6-FA67-7527-88466E7324F8}"/>
          </ac:spMkLst>
        </pc:spChg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66" creationId="{0395727A-8404-6520-0E51-37E6716052A5}"/>
          </ac:spMkLst>
        </pc:spChg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68" creationId="{8152C353-B5F7-BB26-B71F-55C46E6D6C2C}"/>
          </ac:spMkLst>
        </pc:spChg>
        <pc:spChg chg="mod">
          <ac:chgData name="Maria Rojas Ramirez" userId="92be514a-6790-4b3d-9adb-94743b871476" providerId="ADAL" clId="{1F179091-6A4D-1343-92C0-CBE146F69092}" dt="2025-02-06T17:19:32.524" v="3903" actId="1035"/>
          <ac:spMkLst>
            <pc:docMk/>
            <pc:sldMk cId="1522252126" sldId="1446"/>
            <ac:spMk id="74" creationId="{4F47AF69-8380-44EA-A994-8AA40A3019E0}"/>
          </ac:spMkLst>
        </pc:spChg>
        <pc:cxnChg chg="mod">
          <ac:chgData name="Maria Rojas Ramirez" userId="92be514a-6790-4b3d-9adb-94743b871476" providerId="ADAL" clId="{1F179091-6A4D-1343-92C0-CBE146F69092}" dt="2025-02-06T17:19:38.359" v="3904" actId="14100"/>
          <ac:cxnSpMkLst>
            <pc:docMk/>
            <pc:sldMk cId="1522252126" sldId="1446"/>
            <ac:cxnSpMk id="24" creationId="{6590EDD2-A4F7-138B-D502-5AA54279B762}"/>
          </ac:cxnSpMkLst>
        </pc:cxnChg>
        <pc:cxnChg chg="add mod">
          <ac:chgData name="Maria Rojas Ramirez" userId="92be514a-6790-4b3d-9adb-94743b871476" providerId="ADAL" clId="{1F179091-6A4D-1343-92C0-CBE146F69092}" dt="2025-02-06T17:29:45.704" v="3943" actId="13822"/>
          <ac:cxnSpMkLst>
            <pc:docMk/>
            <pc:sldMk cId="1522252126" sldId="1446"/>
            <ac:cxnSpMk id="28" creationId="{38544A1F-9496-A64E-9663-DBDC478C1B01}"/>
          </ac:cxnSpMkLst>
        </pc:cxnChg>
        <pc:cxnChg chg="mod">
          <ac:chgData name="Maria Rojas Ramirez" userId="92be514a-6790-4b3d-9adb-94743b871476" providerId="ADAL" clId="{1F179091-6A4D-1343-92C0-CBE146F69092}" dt="2025-02-06T17:19:24.406" v="3878" actId="1036"/>
          <ac:cxnSpMkLst>
            <pc:docMk/>
            <pc:sldMk cId="1522252126" sldId="1446"/>
            <ac:cxnSpMk id="29" creationId="{17D8C953-9564-8085-56FD-6A9929479BAD}"/>
          </ac:cxnSpMkLst>
        </pc:cxnChg>
        <pc:cxnChg chg="add mod">
          <ac:chgData name="Maria Rojas Ramirez" userId="92be514a-6790-4b3d-9adb-94743b871476" providerId="ADAL" clId="{1F179091-6A4D-1343-92C0-CBE146F69092}" dt="2025-02-06T17:29:48.376" v="3944" actId="13822"/>
          <ac:cxnSpMkLst>
            <pc:docMk/>
            <pc:sldMk cId="1522252126" sldId="1446"/>
            <ac:cxnSpMk id="30" creationId="{7C83B50E-46B5-AB1D-960E-5031045642D9}"/>
          </ac:cxnSpMkLst>
        </pc:cxnChg>
        <pc:cxnChg chg="mod">
          <ac:chgData name="Maria Rojas Ramirez" userId="92be514a-6790-4b3d-9adb-94743b871476" providerId="ADAL" clId="{1F179091-6A4D-1343-92C0-CBE146F69092}" dt="2025-02-06T17:19:32.524" v="3903" actId="1035"/>
          <ac:cxnSpMkLst>
            <pc:docMk/>
            <pc:sldMk cId="1522252126" sldId="1446"/>
            <ac:cxnSpMk id="59" creationId="{06B1CB67-FD3C-2114-34AF-9287346B922F}"/>
          </ac:cxnSpMkLst>
        </pc:cxnChg>
        <pc:cxnChg chg="mod">
          <ac:chgData name="Maria Rojas Ramirez" userId="92be514a-6790-4b3d-9adb-94743b871476" providerId="ADAL" clId="{1F179091-6A4D-1343-92C0-CBE146F69092}" dt="2025-02-06T17:19:32.524" v="3903" actId="1035"/>
          <ac:cxnSpMkLst>
            <pc:docMk/>
            <pc:sldMk cId="1522252126" sldId="1446"/>
            <ac:cxnSpMk id="75" creationId="{6AC06C78-0043-8448-2257-03DF8928D1E7}"/>
          </ac:cxnSpMkLst>
        </pc:cxnChg>
        <pc:cxnChg chg="mod">
          <ac:chgData name="Maria Rojas Ramirez" userId="92be514a-6790-4b3d-9adb-94743b871476" providerId="ADAL" clId="{1F179091-6A4D-1343-92C0-CBE146F69092}" dt="2025-02-06T17:19:32.524" v="3903" actId="1035"/>
          <ac:cxnSpMkLst>
            <pc:docMk/>
            <pc:sldMk cId="1522252126" sldId="1446"/>
            <ac:cxnSpMk id="86" creationId="{AE75F2A7-DA5A-61F1-FC33-7C10C9F95B79}"/>
          </ac:cxnSpMkLst>
        </pc:cxnChg>
        <pc:cxnChg chg="mod">
          <ac:chgData name="Maria Rojas Ramirez" userId="92be514a-6790-4b3d-9adb-94743b871476" providerId="ADAL" clId="{1F179091-6A4D-1343-92C0-CBE146F69092}" dt="2025-02-06T17:19:32.524" v="3903" actId="1035"/>
          <ac:cxnSpMkLst>
            <pc:docMk/>
            <pc:sldMk cId="1522252126" sldId="1446"/>
            <ac:cxnSpMk id="88" creationId="{27C6197C-3F13-DB21-86D2-546DCB0E81ED}"/>
          </ac:cxnSpMkLst>
        </pc:cxnChg>
      </pc:sldChg>
      <pc:sldChg chg="del">
        <pc:chgData name="Maria Rojas Ramirez" userId="92be514a-6790-4b3d-9adb-94743b871476" providerId="ADAL" clId="{1F179091-6A4D-1343-92C0-CBE146F69092}" dt="2025-01-31T23:00:44.330" v="1181" actId="2696"/>
        <pc:sldMkLst>
          <pc:docMk/>
          <pc:sldMk cId="2339855629" sldId="1448"/>
        </pc:sldMkLst>
      </pc:sldChg>
      <pc:sldChg chg="addSp modSp mod">
        <pc:chgData name="Maria Rojas Ramirez" userId="92be514a-6790-4b3d-9adb-94743b871476" providerId="ADAL" clId="{1F179091-6A4D-1343-92C0-CBE146F69092}" dt="2025-02-01T17:20:27.572" v="3291" actId="20577"/>
        <pc:sldMkLst>
          <pc:docMk/>
          <pc:sldMk cId="3150746140" sldId="1451"/>
        </pc:sldMkLst>
        <pc:spChg chg="add mod">
          <ac:chgData name="Maria Rojas Ramirez" userId="92be514a-6790-4b3d-9adb-94743b871476" providerId="ADAL" clId="{1F179091-6A4D-1343-92C0-CBE146F69092}" dt="2025-02-01T17:20:27.572" v="3291" actId="20577"/>
          <ac:spMkLst>
            <pc:docMk/>
            <pc:sldMk cId="3150746140" sldId="1451"/>
            <ac:spMk id="5" creationId="{62F43924-D72F-6D81-81D5-0C079E50C09E}"/>
          </ac:spMkLst>
        </pc:spChg>
        <pc:spChg chg="mod">
          <ac:chgData name="Maria Rojas Ramirez" userId="92be514a-6790-4b3d-9adb-94743b871476" providerId="ADAL" clId="{1F179091-6A4D-1343-92C0-CBE146F69092}" dt="2025-02-01T17:15:20.088" v="3269"/>
          <ac:spMkLst>
            <pc:docMk/>
            <pc:sldMk cId="3150746140" sldId="1451"/>
            <ac:spMk id="30" creationId="{7F2B5B59-F453-E425-6FA0-2C808E9E5194}"/>
          </ac:spMkLst>
        </pc:spChg>
      </pc:sldChg>
      <pc:sldChg chg="addSp delSp modSp mod">
        <pc:chgData name="Maria Rojas Ramirez" userId="92be514a-6790-4b3d-9adb-94743b871476" providerId="ADAL" clId="{1F179091-6A4D-1343-92C0-CBE146F69092}" dt="2025-02-01T17:12:32.457" v="3253" actId="14100"/>
        <pc:sldMkLst>
          <pc:docMk/>
          <pc:sldMk cId="2325779172" sldId="1452"/>
        </pc:sldMkLst>
        <pc:spChg chg="mod">
          <ac:chgData name="Maria Rojas Ramirez" userId="92be514a-6790-4b3d-9adb-94743b871476" providerId="ADAL" clId="{1F179091-6A4D-1343-92C0-CBE146F69092}" dt="2025-02-01T17:11:19.627" v="3243" actId="1035"/>
          <ac:spMkLst>
            <pc:docMk/>
            <pc:sldMk cId="2325779172" sldId="1452"/>
            <ac:spMk id="4" creationId="{552AF2ED-A123-25E6-EEEB-DA618E1220A8}"/>
          </ac:spMkLst>
        </pc:spChg>
        <pc:spChg chg="mod">
          <ac:chgData name="Maria Rojas Ramirez" userId="92be514a-6790-4b3d-9adb-94743b871476" providerId="ADAL" clId="{1F179091-6A4D-1343-92C0-CBE146F69092}" dt="2025-02-01T17:12:32.457" v="3253" actId="14100"/>
          <ac:spMkLst>
            <pc:docMk/>
            <pc:sldMk cId="2325779172" sldId="1452"/>
            <ac:spMk id="5" creationId="{DA3D2D64-7C1F-44CD-E7E7-5FA51384A258}"/>
          </ac:spMkLst>
        </pc:spChg>
        <pc:spChg chg="mod">
          <ac:chgData name="Maria Rojas Ramirez" userId="92be514a-6790-4b3d-9adb-94743b871476" providerId="ADAL" clId="{1F179091-6A4D-1343-92C0-CBE146F69092}" dt="2025-02-01T17:03:55.023" v="3144" actId="1035"/>
          <ac:spMkLst>
            <pc:docMk/>
            <pc:sldMk cId="2325779172" sldId="1452"/>
            <ac:spMk id="8" creationId="{A6C8A436-647D-4804-1DCA-8DED13CECC99}"/>
          </ac:spMkLst>
        </pc:spChg>
        <pc:spChg chg="mod">
          <ac:chgData name="Maria Rojas Ramirez" userId="92be514a-6790-4b3d-9adb-94743b871476" providerId="ADAL" clId="{1F179091-6A4D-1343-92C0-CBE146F69092}" dt="2025-02-01T17:03:55.023" v="3144" actId="1035"/>
          <ac:spMkLst>
            <pc:docMk/>
            <pc:sldMk cId="2325779172" sldId="1452"/>
            <ac:spMk id="10" creationId="{F70BB84C-DB0F-4F87-A755-41C1623EE0E7}"/>
          </ac:spMkLst>
        </pc:spChg>
        <pc:spChg chg="mod">
          <ac:chgData name="Maria Rojas Ramirez" userId="92be514a-6790-4b3d-9adb-94743b871476" providerId="ADAL" clId="{1F179091-6A4D-1343-92C0-CBE146F69092}" dt="2025-02-01T17:12:26.820" v="3251" actId="404"/>
          <ac:spMkLst>
            <pc:docMk/>
            <pc:sldMk cId="2325779172" sldId="1452"/>
            <ac:spMk id="11" creationId="{DAE573B4-13C9-E324-AEA9-28B5D1C6AFB0}"/>
          </ac:spMkLst>
        </pc:spChg>
        <pc:spChg chg="mod">
          <ac:chgData name="Maria Rojas Ramirez" userId="92be514a-6790-4b3d-9adb-94743b871476" providerId="ADAL" clId="{1F179091-6A4D-1343-92C0-CBE146F69092}" dt="2025-02-01T17:11:27.948" v="3244" actId="552"/>
          <ac:spMkLst>
            <pc:docMk/>
            <pc:sldMk cId="2325779172" sldId="1452"/>
            <ac:spMk id="14" creationId="{9F132F92-93C5-FC5A-EB84-237BF546A206}"/>
          </ac:spMkLst>
        </pc:spChg>
        <pc:spChg chg="add mod">
          <ac:chgData name="Maria Rojas Ramirez" userId="92be514a-6790-4b3d-9adb-94743b871476" providerId="ADAL" clId="{1F179091-6A4D-1343-92C0-CBE146F69092}" dt="2025-02-01T17:03:55.023" v="3144" actId="1035"/>
          <ac:spMkLst>
            <pc:docMk/>
            <pc:sldMk cId="2325779172" sldId="1452"/>
            <ac:spMk id="20" creationId="{DE232BDA-AC82-CC6A-8492-AEA03DA06DD0}"/>
          </ac:spMkLst>
        </pc:spChg>
        <pc:spChg chg="mod">
          <ac:chgData name="Maria Rojas Ramirez" userId="92be514a-6790-4b3d-9adb-94743b871476" providerId="ADAL" clId="{1F179091-6A4D-1343-92C0-CBE146F69092}" dt="2025-02-01T17:11:27.948" v="3244" actId="552"/>
          <ac:spMkLst>
            <pc:docMk/>
            <pc:sldMk cId="2325779172" sldId="1452"/>
            <ac:spMk id="21" creationId="{307DC848-5896-EF5C-F9AB-D59858317EB0}"/>
          </ac:spMkLst>
        </pc:spChg>
        <pc:spChg chg="mod">
          <ac:chgData name="Maria Rojas Ramirez" userId="92be514a-6790-4b3d-9adb-94743b871476" providerId="ADAL" clId="{1F179091-6A4D-1343-92C0-CBE146F69092}" dt="2025-02-01T17:06:51.547" v="3220" actId="1076"/>
          <ac:spMkLst>
            <pc:docMk/>
            <pc:sldMk cId="2325779172" sldId="1452"/>
            <ac:spMk id="29" creationId="{2EBB2FA9-300E-C48E-FF69-E327A85FE8B3}"/>
          </ac:spMkLst>
        </pc:spChg>
        <pc:spChg chg="mod">
          <ac:chgData name="Maria Rojas Ramirez" userId="92be514a-6790-4b3d-9adb-94743b871476" providerId="ADAL" clId="{1F179091-6A4D-1343-92C0-CBE146F69092}" dt="2025-02-01T17:11:27.948" v="3244" actId="552"/>
          <ac:spMkLst>
            <pc:docMk/>
            <pc:sldMk cId="2325779172" sldId="1452"/>
            <ac:spMk id="64" creationId="{C884253D-126A-D435-0531-EF52B4C02744}"/>
          </ac:spMkLst>
        </pc:spChg>
        <pc:spChg chg="mod">
          <ac:chgData name="Maria Rojas Ramirez" userId="92be514a-6790-4b3d-9adb-94743b871476" providerId="ADAL" clId="{1F179091-6A4D-1343-92C0-CBE146F69092}" dt="2025-02-01T17:06:54.915" v="3221" actId="1076"/>
          <ac:spMkLst>
            <pc:docMk/>
            <pc:sldMk cId="2325779172" sldId="1452"/>
            <ac:spMk id="67" creationId="{B933F9A6-3E83-0EE0-1BD0-A460B4521D3F}"/>
          </ac:spMkLst>
        </pc:spChg>
        <pc:spChg chg="mod">
          <ac:chgData name="Maria Rojas Ramirez" userId="92be514a-6790-4b3d-9adb-94743b871476" providerId="ADAL" clId="{1F179091-6A4D-1343-92C0-CBE146F69092}" dt="2025-02-01T17:06:15.987" v="3195" actId="1036"/>
          <ac:spMkLst>
            <pc:docMk/>
            <pc:sldMk cId="2325779172" sldId="1452"/>
            <ac:spMk id="83" creationId="{C8016445-17AD-D1C2-8E65-A4FDA544C2E6}"/>
          </ac:spMkLst>
        </pc:spChg>
        <pc:cxnChg chg="mod">
          <ac:chgData name="Maria Rojas Ramirez" userId="92be514a-6790-4b3d-9adb-94743b871476" providerId="ADAL" clId="{1F179091-6A4D-1343-92C0-CBE146F69092}" dt="2025-02-01T17:11:27.948" v="3244" actId="552"/>
          <ac:cxnSpMkLst>
            <pc:docMk/>
            <pc:sldMk cId="2325779172" sldId="1452"/>
            <ac:cxnSpMk id="7" creationId="{47D79266-12CC-5920-BC49-1C107153AC8B}"/>
          </ac:cxnSpMkLst>
        </pc:cxnChg>
        <pc:cxnChg chg="mod">
          <ac:chgData name="Maria Rojas Ramirez" userId="92be514a-6790-4b3d-9adb-94743b871476" providerId="ADAL" clId="{1F179091-6A4D-1343-92C0-CBE146F69092}" dt="2025-02-01T17:11:27.948" v="3244" actId="552"/>
          <ac:cxnSpMkLst>
            <pc:docMk/>
            <pc:sldMk cId="2325779172" sldId="1452"/>
            <ac:cxnSpMk id="26" creationId="{93E6A76E-A321-0B22-9418-CEF0EC9C888B}"/>
          </ac:cxnSpMkLst>
        </pc:cxnChg>
        <pc:cxnChg chg="add mod">
          <ac:chgData name="Maria Rojas Ramirez" userId="92be514a-6790-4b3d-9adb-94743b871476" providerId="ADAL" clId="{1F179091-6A4D-1343-92C0-CBE146F69092}" dt="2025-02-01T17:11:27.948" v="3244" actId="552"/>
          <ac:cxnSpMkLst>
            <pc:docMk/>
            <pc:sldMk cId="2325779172" sldId="1452"/>
            <ac:cxnSpMk id="31" creationId="{6B147A51-6FEF-764A-5B13-E11A83CB6E0D}"/>
          </ac:cxnSpMkLst>
        </pc:cxnChg>
        <pc:cxnChg chg="add mod">
          <ac:chgData name="Maria Rojas Ramirez" userId="92be514a-6790-4b3d-9adb-94743b871476" providerId="ADAL" clId="{1F179091-6A4D-1343-92C0-CBE146F69092}" dt="2025-02-01T17:07:14.907" v="3226" actId="1037"/>
          <ac:cxnSpMkLst>
            <pc:docMk/>
            <pc:sldMk cId="2325779172" sldId="1452"/>
            <ac:cxnSpMk id="33" creationId="{BE78ECA8-7267-2C6E-02AF-BFECF86C8AEA}"/>
          </ac:cxnSpMkLst>
        </pc:cxnChg>
        <pc:cxnChg chg="add mod">
          <ac:chgData name="Maria Rojas Ramirez" userId="92be514a-6790-4b3d-9adb-94743b871476" providerId="ADAL" clId="{1F179091-6A4D-1343-92C0-CBE146F69092}" dt="2025-02-01T17:12:00.385" v="3247" actId="13822"/>
          <ac:cxnSpMkLst>
            <pc:docMk/>
            <pc:sldMk cId="2325779172" sldId="1452"/>
            <ac:cxnSpMk id="39" creationId="{02E8EE99-8B73-D415-D769-FB0CACC1E943}"/>
          </ac:cxnSpMkLst>
        </pc:cxnChg>
        <pc:cxnChg chg="add">
          <ac:chgData name="Maria Rojas Ramirez" userId="92be514a-6790-4b3d-9adb-94743b871476" providerId="ADAL" clId="{1F179091-6A4D-1343-92C0-CBE146F69092}" dt="2025-02-01T17:12:09.347" v="3249" actId="11529"/>
          <ac:cxnSpMkLst>
            <pc:docMk/>
            <pc:sldMk cId="2325779172" sldId="1452"/>
            <ac:cxnSpMk id="42" creationId="{C8972099-9674-8326-A919-2E949C80CA87}"/>
          </ac:cxnSpMkLst>
        </pc:cxnChg>
        <pc:cxnChg chg="mod">
          <ac:chgData name="Maria Rojas Ramirez" userId="92be514a-6790-4b3d-9adb-94743b871476" providerId="ADAL" clId="{1F179091-6A4D-1343-92C0-CBE146F69092}" dt="2025-02-01T17:11:27.948" v="3244" actId="552"/>
          <ac:cxnSpMkLst>
            <pc:docMk/>
            <pc:sldMk cId="2325779172" sldId="1452"/>
            <ac:cxnSpMk id="66" creationId="{6C4F9B33-A256-2448-2630-BF353E20F928}"/>
          </ac:cxnSpMkLst>
        </pc:cxnChg>
      </pc:sldChg>
      <pc:sldChg chg="addSp delSp modSp mod">
        <pc:chgData name="Maria Rojas Ramirez" userId="92be514a-6790-4b3d-9adb-94743b871476" providerId="ADAL" clId="{1F179091-6A4D-1343-92C0-CBE146F69092}" dt="2025-02-01T17:00:02.389" v="3076" actId="14100"/>
        <pc:sldMkLst>
          <pc:docMk/>
          <pc:sldMk cId="494516878" sldId="1453"/>
        </pc:sldMkLst>
        <pc:spChg chg="mod">
          <ac:chgData name="Maria Rojas Ramirez" userId="92be514a-6790-4b3d-9adb-94743b871476" providerId="ADAL" clId="{1F179091-6A4D-1343-92C0-CBE146F69092}" dt="2025-02-01T16:57:17.562" v="2992" actId="14100"/>
          <ac:spMkLst>
            <pc:docMk/>
            <pc:sldMk cId="494516878" sldId="1453"/>
            <ac:spMk id="2" creationId="{03BF8253-E9BB-EC9B-2085-EADCFF005FD5}"/>
          </ac:spMkLst>
        </pc:spChg>
        <pc:spChg chg="mod">
          <ac:chgData name="Maria Rojas Ramirez" userId="92be514a-6790-4b3d-9adb-94743b871476" providerId="ADAL" clId="{1F179091-6A4D-1343-92C0-CBE146F69092}" dt="2025-02-01T16:53:06.054" v="2868" actId="1035"/>
          <ac:spMkLst>
            <pc:docMk/>
            <pc:sldMk cId="494516878" sldId="1453"/>
            <ac:spMk id="4" creationId="{EC40C233-BBB0-7329-3DF3-B9E0098C477F}"/>
          </ac:spMkLst>
        </pc:spChg>
        <pc:spChg chg="add mod">
          <ac:chgData name="Maria Rojas Ramirez" userId="92be514a-6790-4b3d-9adb-94743b871476" providerId="ADAL" clId="{1F179091-6A4D-1343-92C0-CBE146F69092}" dt="2025-02-01T16:59:46.577" v="3069" actId="1037"/>
          <ac:spMkLst>
            <pc:docMk/>
            <pc:sldMk cId="494516878" sldId="1453"/>
            <ac:spMk id="5" creationId="{2484F506-DAB7-5AA3-A113-C26EC13B87C5}"/>
          </ac:spMkLst>
        </pc:spChg>
        <pc:spChg chg="mod">
          <ac:chgData name="Maria Rojas Ramirez" userId="92be514a-6790-4b3d-9adb-94743b871476" providerId="ADAL" clId="{1F179091-6A4D-1343-92C0-CBE146F69092}" dt="2025-02-01T16:55:07.868" v="2955" actId="14100"/>
          <ac:spMkLst>
            <pc:docMk/>
            <pc:sldMk cId="494516878" sldId="1453"/>
            <ac:spMk id="6" creationId="{1302A4D0-1338-F20C-1DCD-34E4CA653860}"/>
          </ac:spMkLst>
        </pc:spChg>
        <pc:spChg chg="mod">
          <ac:chgData name="Maria Rojas Ramirez" userId="92be514a-6790-4b3d-9adb-94743b871476" providerId="ADAL" clId="{1F179091-6A4D-1343-92C0-CBE146F69092}" dt="2025-02-01T16:52:18.452" v="2849" actId="1036"/>
          <ac:spMkLst>
            <pc:docMk/>
            <pc:sldMk cId="494516878" sldId="1453"/>
            <ac:spMk id="8" creationId="{74E6DA7F-3A19-006B-7D6C-FC4161461FF2}"/>
          </ac:spMkLst>
        </pc:spChg>
        <pc:spChg chg="mod">
          <ac:chgData name="Maria Rojas Ramirez" userId="92be514a-6790-4b3d-9adb-94743b871476" providerId="ADAL" clId="{1F179091-6A4D-1343-92C0-CBE146F69092}" dt="2025-02-01T16:57:09.644" v="2991" actId="14100"/>
          <ac:spMkLst>
            <pc:docMk/>
            <pc:sldMk cId="494516878" sldId="1453"/>
            <ac:spMk id="9" creationId="{EF09E92B-290F-662D-E9A0-0199DE94ABC4}"/>
          </ac:spMkLst>
        </pc:spChg>
        <pc:spChg chg="mod">
          <ac:chgData name="Maria Rojas Ramirez" userId="92be514a-6790-4b3d-9adb-94743b871476" providerId="ADAL" clId="{1F179091-6A4D-1343-92C0-CBE146F69092}" dt="2025-02-01T16:52:18.452" v="2849" actId="1036"/>
          <ac:spMkLst>
            <pc:docMk/>
            <pc:sldMk cId="494516878" sldId="1453"/>
            <ac:spMk id="10" creationId="{7B025E04-10A9-3B50-53E6-BA651B15376C}"/>
          </ac:spMkLst>
        </pc:spChg>
        <pc:spChg chg="mod">
          <ac:chgData name="Maria Rojas Ramirez" userId="92be514a-6790-4b3d-9adb-94743b871476" providerId="ADAL" clId="{1F179091-6A4D-1343-92C0-CBE146F69092}" dt="2025-02-01T16:59:10.545" v="3064" actId="1037"/>
          <ac:spMkLst>
            <pc:docMk/>
            <pc:sldMk cId="494516878" sldId="1453"/>
            <ac:spMk id="11" creationId="{6826C7D3-51FB-684F-F4B0-7FF10F6E0E78}"/>
          </ac:spMkLst>
        </pc:spChg>
        <pc:spChg chg="mod">
          <ac:chgData name="Maria Rojas Ramirez" userId="92be514a-6790-4b3d-9adb-94743b871476" providerId="ADAL" clId="{1F179091-6A4D-1343-92C0-CBE146F69092}" dt="2025-02-01T16:53:20.075" v="2869" actId="552"/>
          <ac:spMkLst>
            <pc:docMk/>
            <pc:sldMk cId="494516878" sldId="1453"/>
            <ac:spMk id="14" creationId="{1026815A-B09F-90DE-9E7B-36A7B0D85868}"/>
          </ac:spMkLst>
        </pc:spChg>
        <pc:spChg chg="mod">
          <ac:chgData name="Maria Rojas Ramirez" userId="92be514a-6790-4b3d-9adb-94743b871476" providerId="ADAL" clId="{1F179091-6A4D-1343-92C0-CBE146F69092}" dt="2025-02-01T16:57:17.562" v="2992" actId="14100"/>
          <ac:spMkLst>
            <pc:docMk/>
            <pc:sldMk cId="494516878" sldId="1453"/>
            <ac:spMk id="17" creationId="{208A9EB9-5E4D-8ED9-1F66-582E1B1D3B58}"/>
          </ac:spMkLst>
        </pc:spChg>
        <pc:spChg chg="mod">
          <ac:chgData name="Maria Rojas Ramirez" userId="92be514a-6790-4b3d-9adb-94743b871476" providerId="ADAL" clId="{1F179091-6A4D-1343-92C0-CBE146F69092}" dt="2025-02-01T16:57:09.644" v="2991" actId="14100"/>
          <ac:spMkLst>
            <pc:docMk/>
            <pc:sldMk cId="494516878" sldId="1453"/>
            <ac:spMk id="19" creationId="{A186D509-D8D1-D7F2-E574-C7E1CFBBFDFE}"/>
          </ac:spMkLst>
        </pc:spChg>
        <pc:spChg chg="mod">
          <ac:chgData name="Maria Rojas Ramirez" userId="92be514a-6790-4b3d-9adb-94743b871476" providerId="ADAL" clId="{1F179091-6A4D-1343-92C0-CBE146F69092}" dt="2025-02-01T16:53:20.075" v="2869" actId="552"/>
          <ac:spMkLst>
            <pc:docMk/>
            <pc:sldMk cId="494516878" sldId="1453"/>
            <ac:spMk id="21" creationId="{B500D35D-8B9B-B3A5-EED3-306C47C001FA}"/>
          </ac:spMkLst>
        </pc:spChg>
        <pc:spChg chg="mod">
          <ac:chgData name="Maria Rojas Ramirez" userId="92be514a-6790-4b3d-9adb-94743b871476" providerId="ADAL" clId="{1F179091-6A4D-1343-92C0-CBE146F69092}" dt="2025-02-01T17:00:02.389" v="3076" actId="14100"/>
          <ac:spMkLst>
            <pc:docMk/>
            <pc:sldMk cId="494516878" sldId="1453"/>
            <ac:spMk id="23" creationId="{24DAB6D0-4156-AAA9-6A37-3BDFC10A2DD3}"/>
          </ac:spMkLst>
        </pc:spChg>
        <pc:spChg chg="add mod">
          <ac:chgData name="Maria Rojas Ramirez" userId="92be514a-6790-4b3d-9adb-94743b871476" providerId="ADAL" clId="{1F179091-6A4D-1343-92C0-CBE146F69092}" dt="2025-02-01T16:59:01.360" v="3059" actId="1038"/>
          <ac:spMkLst>
            <pc:docMk/>
            <pc:sldMk cId="494516878" sldId="1453"/>
            <ac:spMk id="24" creationId="{DDF463E2-AF09-CC1D-576C-A56926FBDE03}"/>
          </ac:spMkLst>
        </pc:spChg>
        <pc:spChg chg="mod">
          <ac:chgData name="Maria Rojas Ramirez" userId="92be514a-6790-4b3d-9adb-94743b871476" providerId="ADAL" clId="{1F179091-6A4D-1343-92C0-CBE146F69092}" dt="2025-02-01T16:55:45.687" v="2977" actId="1076"/>
          <ac:spMkLst>
            <pc:docMk/>
            <pc:sldMk cId="494516878" sldId="1453"/>
            <ac:spMk id="29" creationId="{F31E524E-BD06-C291-73A0-21E70164D040}"/>
          </ac:spMkLst>
        </pc:spChg>
        <pc:spChg chg="add mod">
          <ac:chgData name="Maria Rojas Ramirez" userId="92be514a-6790-4b3d-9adb-94743b871476" providerId="ADAL" clId="{1F179091-6A4D-1343-92C0-CBE146F69092}" dt="2025-02-01T16:52:52.074" v="2854" actId="1036"/>
          <ac:spMkLst>
            <pc:docMk/>
            <pc:sldMk cId="494516878" sldId="1453"/>
            <ac:spMk id="30" creationId="{4F674F25-673A-1357-1AD2-A4FC0D13939E}"/>
          </ac:spMkLst>
        </pc:spChg>
        <pc:spChg chg="add mod">
          <ac:chgData name="Maria Rojas Ramirez" userId="92be514a-6790-4b3d-9adb-94743b871476" providerId="ADAL" clId="{1F179091-6A4D-1343-92C0-CBE146F69092}" dt="2025-02-01T16:52:55.473" v="2855" actId="1076"/>
          <ac:spMkLst>
            <pc:docMk/>
            <pc:sldMk cId="494516878" sldId="1453"/>
            <ac:spMk id="31" creationId="{CE12EAFC-BF1E-F57C-C29E-B9BB8B57AC30}"/>
          </ac:spMkLst>
        </pc:spChg>
        <pc:spChg chg="add mod">
          <ac:chgData name="Maria Rojas Ramirez" userId="92be514a-6790-4b3d-9adb-94743b871476" providerId="ADAL" clId="{1F179091-6A4D-1343-92C0-CBE146F69092}" dt="2025-02-01T16:55:32.714" v="2976" actId="1076"/>
          <ac:spMkLst>
            <pc:docMk/>
            <pc:sldMk cId="494516878" sldId="1453"/>
            <ac:spMk id="32" creationId="{9E90772A-E054-6F75-7E90-FF34B1C9A2B7}"/>
          </ac:spMkLst>
        </pc:spChg>
        <pc:spChg chg="mod">
          <ac:chgData name="Maria Rojas Ramirez" userId="92be514a-6790-4b3d-9adb-94743b871476" providerId="ADAL" clId="{1F179091-6A4D-1343-92C0-CBE146F69092}" dt="2025-02-01T16:45:42.938" v="2739" actId="1035"/>
          <ac:spMkLst>
            <pc:docMk/>
            <pc:sldMk cId="494516878" sldId="1453"/>
            <ac:spMk id="34" creationId="{F98AD0E7-0253-1681-32D6-0F54D1DE3C48}"/>
          </ac:spMkLst>
        </pc:spChg>
        <pc:spChg chg="mod">
          <ac:chgData name="Maria Rojas Ramirez" userId="92be514a-6790-4b3d-9adb-94743b871476" providerId="ADAL" clId="{1F179091-6A4D-1343-92C0-CBE146F69092}" dt="2025-02-01T16:53:20.075" v="2869" actId="552"/>
          <ac:spMkLst>
            <pc:docMk/>
            <pc:sldMk cId="494516878" sldId="1453"/>
            <ac:spMk id="35" creationId="{798790D5-E3EA-9B26-95F9-8B22563A4012}"/>
          </ac:spMkLst>
        </pc:spChg>
        <pc:spChg chg="mod">
          <ac:chgData name="Maria Rojas Ramirez" userId="92be514a-6790-4b3d-9adb-94743b871476" providerId="ADAL" clId="{1F179091-6A4D-1343-92C0-CBE146F69092}" dt="2025-02-01T16:55:07.868" v="2955" actId="14100"/>
          <ac:spMkLst>
            <pc:docMk/>
            <pc:sldMk cId="494516878" sldId="1453"/>
            <ac:spMk id="49" creationId="{A45C46A6-D4A5-E03E-FE27-CF441C0E3C0C}"/>
          </ac:spMkLst>
        </pc:spChg>
        <pc:spChg chg="mod">
          <ac:chgData name="Maria Rojas Ramirez" userId="92be514a-6790-4b3d-9adb-94743b871476" providerId="ADAL" clId="{1F179091-6A4D-1343-92C0-CBE146F69092}" dt="2025-02-01T16:53:24.545" v="2870" actId="14100"/>
          <ac:spMkLst>
            <pc:docMk/>
            <pc:sldMk cId="494516878" sldId="1453"/>
            <ac:spMk id="58" creationId="{AA236D3D-AD70-4EB0-8D8A-70FD8F00E97A}"/>
          </ac:spMkLst>
        </pc:spChg>
        <pc:spChg chg="mod">
          <ac:chgData name="Maria Rojas Ramirez" userId="92be514a-6790-4b3d-9adb-94743b871476" providerId="ADAL" clId="{1F179091-6A4D-1343-92C0-CBE146F69092}" dt="2025-02-01T16:53:20.075" v="2869" actId="552"/>
          <ac:spMkLst>
            <pc:docMk/>
            <pc:sldMk cId="494516878" sldId="1453"/>
            <ac:spMk id="64" creationId="{25ECE45C-672B-A267-DA0F-C3B052CEA3AB}"/>
          </ac:spMkLst>
        </pc:spChg>
        <pc:spChg chg="mod">
          <ac:chgData name="Maria Rojas Ramirez" userId="92be514a-6790-4b3d-9adb-94743b871476" providerId="ADAL" clId="{1F179091-6A4D-1343-92C0-CBE146F69092}" dt="2025-02-01T16:55:00.411" v="2954" actId="1037"/>
          <ac:spMkLst>
            <pc:docMk/>
            <pc:sldMk cId="494516878" sldId="1453"/>
            <ac:spMk id="75" creationId="{4F4930B5-A4EB-7F65-C167-731AB0353157}"/>
          </ac:spMkLst>
        </pc:spChg>
        <pc:spChg chg="mod">
          <ac:chgData name="Maria Rojas Ramirez" userId="92be514a-6790-4b3d-9adb-94743b871476" providerId="ADAL" clId="{1F179091-6A4D-1343-92C0-CBE146F69092}" dt="2025-02-01T16:55:00.411" v="2954" actId="1037"/>
          <ac:spMkLst>
            <pc:docMk/>
            <pc:sldMk cId="494516878" sldId="1453"/>
            <ac:spMk id="77" creationId="{F7CE606D-EAE6-2F94-A64D-49CDC324006C}"/>
          </ac:spMkLst>
        </pc:spChg>
        <pc:spChg chg="mod">
          <ac:chgData name="Maria Rojas Ramirez" userId="92be514a-6790-4b3d-9adb-94743b871476" providerId="ADAL" clId="{1F179091-6A4D-1343-92C0-CBE146F69092}" dt="2025-02-01T16:52:05.332" v="2832" actId="1036"/>
          <ac:spMkLst>
            <pc:docMk/>
            <pc:sldMk cId="494516878" sldId="1453"/>
            <ac:spMk id="83" creationId="{F247532E-4BBD-393B-3AC3-D7F34B99F36C}"/>
          </ac:spMkLst>
        </pc:spChg>
        <pc:cxnChg chg="mod">
          <ac:chgData name="Maria Rojas Ramirez" userId="92be514a-6790-4b3d-9adb-94743b871476" providerId="ADAL" clId="{1F179091-6A4D-1343-92C0-CBE146F69092}" dt="2025-02-01T16:59:10.545" v="3064" actId="1037"/>
          <ac:cxnSpMkLst>
            <pc:docMk/>
            <pc:sldMk cId="494516878" sldId="1453"/>
            <ac:cxnSpMk id="7" creationId="{88722403-5ABB-2024-8AF2-45070C4059A6}"/>
          </ac:cxnSpMkLst>
        </pc:cxnChg>
        <pc:cxnChg chg="mod">
          <ac:chgData name="Maria Rojas Ramirez" userId="92be514a-6790-4b3d-9adb-94743b871476" providerId="ADAL" clId="{1F179091-6A4D-1343-92C0-CBE146F69092}" dt="2025-02-01T16:59:10.545" v="3064" actId="1037"/>
          <ac:cxnSpMkLst>
            <pc:docMk/>
            <pc:sldMk cId="494516878" sldId="1453"/>
            <ac:cxnSpMk id="12" creationId="{9C074C10-E8DC-08CD-0971-E9C5B47A44D2}"/>
          </ac:cxnSpMkLst>
        </pc:cxnChg>
        <pc:cxnChg chg="add mod">
          <ac:chgData name="Maria Rojas Ramirez" userId="92be514a-6790-4b3d-9adb-94743b871476" providerId="ADAL" clId="{1F179091-6A4D-1343-92C0-CBE146F69092}" dt="2025-02-01T16:59:01.360" v="3059" actId="1038"/>
          <ac:cxnSpMkLst>
            <pc:docMk/>
            <pc:sldMk cId="494516878" sldId="1453"/>
            <ac:cxnSpMk id="22" creationId="{02DECED8-69F5-55C4-81A7-0E147B587959}"/>
          </ac:cxnSpMkLst>
        </pc:cxnChg>
        <pc:cxnChg chg="mod">
          <ac:chgData name="Maria Rojas Ramirez" userId="92be514a-6790-4b3d-9adb-94743b871476" providerId="ADAL" clId="{1F179091-6A4D-1343-92C0-CBE146F69092}" dt="2025-02-01T16:53:06.054" v="2868" actId="1035"/>
          <ac:cxnSpMkLst>
            <pc:docMk/>
            <pc:sldMk cId="494516878" sldId="1453"/>
            <ac:cxnSpMk id="26" creationId="{39EA9129-1ED9-2FDE-F715-8B23EABF9617}"/>
          </ac:cxnSpMkLst>
        </pc:cxnChg>
        <pc:cxnChg chg="add mod">
          <ac:chgData name="Maria Rojas Ramirez" userId="92be514a-6790-4b3d-9adb-94743b871476" providerId="ADAL" clId="{1F179091-6A4D-1343-92C0-CBE146F69092}" dt="2025-02-01T16:52:52.074" v="2854" actId="1036"/>
          <ac:cxnSpMkLst>
            <pc:docMk/>
            <pc:sldMk cId="494516878" sldId="1453"/>
            <ac:cxnSpMk id="36" creationId="{B791D696-BCCB-A96C-92AC-A493A9B1EA19}"/>
          </ac:cxnSpMkLst>
        </pc:cxnChg>
        <pc:cxnChg chg="mod">
          <ac:chgData name="Maria Rojas Ramirez" userId="92be514a-6790-4b3d-9adb-94743b871476" providerId="ADAL" clId="{1F179091-6A4D-1343-92C0-CBE146F69092}" dt="2025-02-01T16:53:20.075" v="2869" actId="552"/>
          <ac:cxnSpMkLst>
            <pc:docMk/>
            <pc:sldMk cId="494516878" sldId="1453"/>
            <ac:cxnSpMk id="37" creationId="{71DB1055-E564-C610-F548-1E2450C8CD5B}"/>
          </ac:cxnSpMkLst>
        </pc:cxnChg>
        <pc:cxnChg chg="add mod">
          <ac:chgData name="Maria Rojas Ramirez" userId="92be514a-6790-4b3d-9adb-94743b871476" providerId="ADAL" clId="{1F179091-6A4D-1343-92C0-CBE146F69092}" dt="2025-02-01T16:59:30.727" v="3066" actId="14100"/>
          <ac:cxnSpMkLst>
            <pc:docMk/>
            <pc:sldMk cId="494516878" sldId="1453"/>
            <ac:cxnSpMk id="39" creationId="{D087F81C-645B-30A1-CE12-F500B6454A96}"/>
          </ac:cxnSpMkLst>
        </pc:cxnChg>
        <pc:cxnChg chg="mod">
          <ac:chgData name="Maria Rojas Ramirez" userId="92be514a-6790-4b3d-9adb-94743b871476" providerId="ADAL" clId="{1F179091-6A4D-1343-92C0-CBE146F69092}" dt="2025-02-01T16:53:20.075" v="2869" actId="552"/>
          <ac:cxnSpMkLst>
            <pc:docMk/>
            <pc:sldMk cId="494516878" sldId="1453"/>
            <ac:cxnSpMk id="40" creationId="{D1D62ECF-CC13-1483-572D-F70FD2181725}"/>
          </ac:cxnSpMkLst>
        </pc:cxnChg>
        <pc:cxnChg chg="mod">
          <ac:chgData name="Maria Rojas Ramirez" userId="92be514a-6790-4b3d-9adb-94743b871476" providerId="ADAL" clId="{1F179091-6A4D-1343-92C0-CBE146F69092}" dt="2025-02-01T16:59:46.577" v="3069" actId="1037"/>
          <ac:cxnSpMkLst>
            <pc:docMk/>
            <pc:sldMk cId="494516878" sldId="1453"/>
            <ac:cxnSpMk id="43" creationId="{064E1718-DFA3-FB14-0FE3-9C03A766D9AA}"/>
          </ac:cxnSpMkLst>
        </pc:cxnChg>
        <pc:cxnChg chg="add mod">
          <ac:chgData name="Maria Rojas Ramirez" userId="92be514a-6790-4b3d-9adb-94743b871476" providerId="ADAL" clId="{1F179091-6A4D-1343-92C0-CBE146F69092}" dt="2025-02-01T16:59:46.577" v="3069" actId="1037"/>
          <ac:cxnSpMkLst>
            <pc:docMk/>
            <pc:sldMk cId="494516878" sldId="1453"/>
            <ac:cxnSpMk id="55" creationId="{0C3E28FA-9EC0-02E1-C698-E5F40B360F5A}"/>
          </ac:cxnSpMkLst>
        </pc:cxnChg>
        <pc:cxnChg chg="mod">
          <ac:chgData name="Maria Rojas Ramirez" userId="92be514a-6790-4b3d-9adb-94743b871476" providerId="ADAL" clId="{1F179091-6A4D-1343-92C0-CBE146F69092}" dt="2025-02-01T16:53:20.075" v="2869" actId="552"/>
          <ac:cxnSpMkLst>
            <pc:docMk/>
            <pc:sldMk cId="494516878" sldId="1453"/>
            <ac:cxnSpMk id="66" creationId="{E09360DA-A9B0-1A49-9834-F6E5E91182FB}"/>
          </ac:cxnSpMkLst>
        </pc:cxnChg>
      </pc:sldChg>
      <pc:sldChg chg="del">
        <pc:chgData name="Maria Rojas Ramirez" userId="92be514a-6790-4b3d-9adb-94743b871476" providerId="ADAL" clId="{1F179091-6A4D-1343-92C0-CBE146F69092}" dt="2025-02-01T03:48:25.564" v="2145" actId="2696"/>
        <pc:sldMkLst>
          <pc:docMk/>
          <pc:sldMk cId="3639888117" sldId="1454"/>
        </pc:sldMkLst>
      </pc:sldChg>
      <pc:sldChg chg="modSp del mod">
        <pc:chgData name="Maria Rojas Ramirez" userId="92be514a-6790-4b3d-9adb-94743b871476" providerId="ADAL" clId="{1F179091-6A4D-1343-92C0-CBE146F69092}" dt="2025-01-31T23:00:41.501" v="1180" actId="2696"/>
        <pc:sldMkLst>
          <pc:docMk/>
          <pc:sldMk cId="1660621311" sldId="1455"/>
        </pc:sldMkLst>
      </pc:sldChg>
      <pc:sldChg chg="modSp del mod">
        <pc:chgData name="Maria Rojas Ramirez" userId="92be514a-6790-4b3d-9adb-94743b871476" providerId="ADAL" clId="{1F179091-6A4D-1343-92C0-CBE146F69092}" dt="2025-01-31T19:39:02.509" v="802" actId="2696"/>
        <pc:sldMkLst>
          <pc:docMk/>
          <pc:sldMk cId="3249914343" sldId="1456"/>
        </pc:sldMkLst>
      </pc:sldChg>
      <pc:sldChg chg="addSp modSp mod">
        <pc:chgData name="Maria Rojas Ramirez" userId="92be514a-6790-4b3d-9adb-94743b871476" providerId="ADAL" clId="{1F179091-6A4D-1343-92C0-CBE146F69092}" dt="2025-01-31T19:31:44.691" v="790" actId="1076"/>
        <pc:sldMkLst>
          <pc:docMk/>
          <pc:sldMk cId="905204498" sldId="1457"/>
        </pc:sldMkLst>
        <pc:spChg chg="add mod">
          <ac:chgData name="Maria Rojas Ramirez" userId="92be514a-6790-4b3d-9adb-94743b871476" providerId="ADAL" clId="{1F179091-6A4D-1343-92C0-CBE146F69092}" dt="2025-01-31T19:31:44.691" v="790" actId="1076"/>
          <ac:spMkLst>
            <pc:docMk/>
            <pc:sldMk cId="905204498" sldId="1457"/>
            <ac:spMk id="5" creationId="{F6CBDBA3-A525-1BAB-C1C1-331DFB91354F}"/>
          </ac:spMkLst>
        </pc:spChg>
        <pc:spChg chg="mod">
          <ac:chgData name="Maria Rojas Ramirez" userId="92be514a-6790-4b3d-9adb-94743b871476" providerId="ADAL" clId="{1F179091-6A4D-1343-92C0-CBE146F69092}" dt="2025-01-31T19:31:31.706" v="788"/>
          <ac:spMkLst>
            <pc:docMk/>
            <pc:sldMk cId="905204498" sldId="1457"/>
            <ac:spMk id="30" creationId="{7A20036A-D675-2478-7409-2A63BE471CDF}"/>
          </ac:spMkLst>
        </pc:spChg>
      </pc:sldChg>
      <pc:sldChg chg="addSp modSp add del mod">
        <pc:chgData name="Maria Rojas Ramirez" userId="92be514a-6790-4b3d-9adb-94743b871476" providerId="ADAL" clId="{1F179091-6A4D-1343-92C0-CBE146F69092}" dt="2025-02-21T18:05:04.663" v="4442" actId="20577"/>
        <pc:sldMkLst>
          <pc:docMk/>
          <pc:sldMk cId="3617209719" sldId="1458"/>
        </pc:sldMkLst>
        <pc:spChg chg="add mod">
          <ac:chgData name="Maria Rojas Ramirez" userId="92be514a-6790-4b3d-9adb-94743b871476" providerId="ADAL" clId="{1F179091-6A4D-1343-92C0-CBE146F69092}" dt="2025-01-31T19:10:47.412" v="777" actId="1076"/>
          <ac:spMkLst>
            <pc:docMk/>
            <pc:sldMk cId="3617209719" sldId="1458"/>
            <ac:spMk id="24" creationId="{D0D818A3-AC72-45E2-7E6D-A9C98DD09FA7}"/>
          </ac:spMkLst>
        </pc:spChg>
        <pc:spChg chg="mod">
          <ac:chgData name="Maria Rojas Ramirez" userId="92be514a-6790-4b3d-9adb-94743b871476" providerId="ADAL" clId="{1F179091-6A4D-1343-92C0-CBE146F69092}" dt="2025-01-31T19:06:45.164" v="761" actId="1036"/>
          <ac:spMkLst>
            <pc:docMk/>
            <pc:sldMk cId="3617209719" sldId="1458"/>
            <ac:spMk id="29" creationId="{C1D0C7B5-80A5-823F-9676-40A4FC241E8F}"/>
          </ac:spMkLst>
        </pc:spChg>
        <pc:spChg chg="mod">
          <ac:chgData name="Maria Rojas Ramirez" userId="92be514a-6790-4b3d-9adb-94743b871476" providerId="ADAL" clId="{1F179091-6A4D-1343-92C0-CBE146F69092}" dt="2025-01-31T19:06:39.646" v="760" actId="553"/>
          <ac:spMkLst>
            <pc:docMk/>
            <pc:sldMk cId="3617209719" sldId="1458"/>
            <ac:spMk id="30" creationId="{281DDBB6-B4E4-4C4E-2A46-969460741A36}"/>
          </ac:spMkLst>
        </pc:spChg>
        <pc:spChg chg="mod">
          <ac:chgData name="Maria Rojas Ramirez" userId="92be514a-6790-4b3d-9adb-94743b871476" providerId="ADAL" clId="{1F179091-6A4D-1343-92C0-CBE146F69092}" dt="2025-01-31T19:10:40.425" v="776" actId="1036"/>
          <ac:spMkLst>
            <pc:docMk/>
            <pc:sldMk cId="3617209719" sldId="1458"/>
            <ac:spMk id="36" creationId="{796B1458-1C75-4FE0-F340-63F8825A8E93}"/>
          </ac:spMkLst>
        </pc:spChg>
        <pc:spChg chg="mod">
          <ac:chgData name="Maria Rojas Ramirez" userId="92be514a-6790-4b3d-9adb-94743b871476" providerId="ADAL" clId="{1F179091-6A4D-1343-92C0-CBE146F69092}" dt="2025-01-31T19:06:21.169" v="759" actId="552"/>
          <ac:spMkLst>
            <pc:docMk/>
            <pc:sldMk cId="3617209719" sldId="1458"/>
            <ac:spMk id="50" creationId="{E7D69D78-8FFC-6B4C-53FD-602739827C05}"/>
          </ac:spMkLst>
        </pc:spChg>
        <pc:spChg chg="mod">
          <ac:chgData name="Maria Rojas Ramirez" userId="92be514a-6790-4b3d-9adb-94743b871476" providerId="ADAL" clId="{1F179091-6A4D-1343-92C0-CBE146F69092}" dt="2025-02-21T18:05:04.663" v="4442" actId="20577"/>
          <ac:spMkLst>
            <pc:docMk/>
            <pc:sldMk cId="3617209719" sldId="1458"/>
            <ac:spMk id="54" creationId="{4E3F12D4-E32A-15F9-B2A1-BD20F96DFF7B}"/>
          </ac:spMkLst>
        </pc:spChg>
        <pc:spChg chg="mod">
          <ac:chgData name="Maria Rojas Ramirez" userId="92be514a-6790-4b3d-9adb-94743b871476" providerId="ADAL" clId="{1F179091-6A4D-1343-92C0-CBE146F69092}" dt="2025-01-31T19:06:21.169" v="759" actId="552"/>
          <ac:spMkLst>
            <pc:docMk/>
            <pc:sldMk cId="3617209719" sldId="1458"/>
            <ac:spMk id="60" creationId="{D0548EB9-A91B-6C55-5D70-F0B5A5369C5F}"/>
          </ac:spMkLst>
        </pc:spChg>
        <pc:spChg chg="mod">
          <ac:chgData name="Maria Rojas Ramirez" userId="92be514a-6790-4b3d-9adb-94743b871476" providerId="ADAL" clId="{1F179091-6A4D-1343-92C0-CBE146F69092}" dt="2025-01-31T19:06:39.646" v="760" actId="553"/>
          <ac:spMkLst>
            <pc:docMk/>
            <pc:sldMk cId="3617209719" sldId="1458"/>
            <ac:spMk id="62" creationId="{569AAF02-4D5E-316D-0C1A-514ED27F18D2}"/>
          </ac:spMkLst>
        </pc:spChg>
        <pc:spChg chg="mod">
          <ac:chgData name="Maria Rojas Ramirez" userId="92be514a-6790-4b3d-9adb-94743b871476" providerId="ADAL" clId="{1F179091-6A4D-1343-92C0-CBE146F69092}" dt="2025-01-31T19:06:21.169" v="759" actId="552"/>
          <ac:spMkLst>
            <pc:docMk/>
            <pc:sldMk cId="3617209719" sldId="1458"/>
            <ac:spMk id="64" creationId="{A2EBB8A2-6D13-C84A-F66A-DC47869CDC94}"/>
          </ac:spMkLst>
        </pc:spChg>
        <pc:spChg chg="mod">
          <ac:chgData name="Maria Rojas Ramirez" userId="92be514a-6790-4b3d-9adb-94743b871476" providerId="ADAL" clId="{1F179091-6A4D-1343-92C0-CBE146F69092}" dt="2025-01-31T19:06:39.646" v="760" actId="553"/>
          <ac:spMkLst>
            <pc:docMk/>
            <pc:sldMk cId="3617209719" sldId="1458"/>
            <ac:spMk id="66" creationId="{48C7789B-EF56-0149-CB8F-7C45B8479A20}"/>
          </ac:spMkLst>
        </pc:spChg>
        <pc:spChg chg="mod">
          <ac:chgData name="Maria Rojas Ramirez" userId="92be514a-6790-4b3d-9adb-94743b871476" providerId="ADAL" clId="{1F179091-6A4D-1343-92C0-CBE146F69092}" dt="2025-01-31T19:10:28.561" v="773" actId="14100"/>
          <ac:spMkLst>
            <pc:docMk/>
            <pc:sldMk cId="3617209719" sldId="1458"/>
            <ac:spMk id="68" creationId="{652408B1-4DAC-7A72-61DC-67159F47C247}"/>
          </ac:spMkLst>
        </pc:spChg>
        <pc:spChg chg="mod">
          <ac:chgData name="Maria Rojas Ramirez" userId="92be514a-6790-4b3d-9adb-94743b871476" providerId="ADAL" clId="{1F179091-6A4D-1343-92C0-CBE146F69092}" dt="2025-01-31T19:06:21.169" v="759" actId="552"/>
          <ac:spMkLst>
            <pc:docMk/>
            <pc:sldMk cId="3617209719" sldId="1458"/>
            <ac:spMk id="71" creationId="{28EB2882-EFF4-C742-732D-1AD0A3265720}"/>
          </ac:spMkLst>
        </pc:spChg>
        <pc:spChg chg="mod">
          <ac:chgData name="Maria Rojas Ramirez" userId="92be514a-6790-4b3d-9adb-94743b871476" providerId="ADAL" clId="{1F179091-6A4D-1343-92C0-CBE146F69092}" dt="2025-01-31T19:06:39.646" v="760" actId="553"/>
          <ac:spMkLst>
            <pc:docMk/>
            <pc:sldMk cId="3617209719" sldId="1458"/>
            <ac:spMk id="72" creationId="{41E86B41-2744-BA86-C12A-745AC6047A02}"/>
          </ac:spMkLst>
        </pc:spChg>
        <pc:cxnChg chg="mod">
          <ac:chgData name="Maria Rojas Ramirez" userId="92be514a-6790-4b3d-9adb-94743b871476" providerId="ADAL" clId="{1F179091-6A4D-1343-92C0-CBE146F69092}" dt="2025-01-31T19:07:13.263" v="766" actId="14100"/>
          <ac:cxnSpMkLst>
            <pc:docMk/>
            <pc:sldMk cId="3617209719" sldId="1458"/>
            <ac:cxnSpMk id="31" creationId="{AC12FFF6-D278-07D9-9B67-00CB4C5A144F}"/>
          </ac:cxnSpMkLst>
        </pc:cxnChg>
        <pc:cxnChg chg="mod">
          <ac:chgData name="Maria Rojas Ramirez" userId="92be514a-6790-4b3d-9adb-94743b871476" providerId="ADAL" clId="{1F179091-6A4D-1343-92C0-CBE146F69092}" dt="2025-01-31T19:06:45.164" v="761" actId="1036"/>
          <ac:cxnSpMkLst>
            <pc:docMk/>
            <pc:sldMk cId="3617209719" sldId="1458"/>
            <ac:cxnSpMk id="42" creationId="{3086C2B7-49FF-7EAC-06C7-E033D0A92181}"/>
          </ac:cxnSpMkLst>
        </pc:cxnChg>
        <pc:cxnChg chg="mod">
          <ac:chgData name="Maria Rojas Ramirez" userId="92be514a-6790-4b3d-9adb-94743b871476" providerId="ADAL" clId="{1F179091-6A4D-1343-92C0-CBE146F69092}" dt="2025-01-31T19:10:28.561" v="773" actId="14100"/>
          <ac:cxnSpMkLst>
            <pc:docMk/>
            <pc:sldMk cId="3617209719" sldId="1458"/>
            <ac:cxnSpMk id="48" creationId="{F7973829-BA59-75F0-FAAB-A8B03B078B18}"/>
          </ac:cxnSpMkLst>
        </pc:cxnChg>
        <pc:cxnChg chg="mod">
          <ac:chgData name="Maria Rojas Ramirez" userId="92be514a-6790-4b3d-9adb-94743b871476" providerId="ADAL" clId="{1F179091-6A4D-1343-92C0-CBE146F69092}" dt="2025-01-31T19:10:40.425" v="776" actId="1036"/>
          <ac:cxnSpMkLst>
            <pc:docMk/>
            <pc:sldMk cId="3617209719" sldId="1458"/>
            <ac:cxnSpMk id="56" creationId="{0CC85DDA-C36E-AA41-769F-42ACEDC0A7C6}"/>
          </ac:cxnSpMkLst>
        </pc:cxnChg>
        <pc:cxnChg chg="mod">
          <ac:chgData name="Maria Rojas Ramirez" userId="92be514a-6790-4b3d-9adb-94743b871476" providerId="ADAL" clId="{1F179091-6A4D-1343-92C0-CBE146F69092}" dt="2025-01-31T19:06:58.205" v="762" actId="14100"/>
          <ac:cxnSpMkLst>
            <pc:docMk/>
            <pc:sldMk cId="3617209719" sldId="1458"/>
            <ac:cxnSpMk id="5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1-31T19:06:39.646" v="760" actId="553"/>
          <ac:cxnSpMkLst>
            <pc:docMk/>
            <pc:sldMk cId="3617209719" sldId="1458"/>
            <ac:cxnSpMk id="67" creationId="{524AA809-1295-6AAB-1D09-26D3EE4DEFC9}"/>
          </ac:cxnSpMkLst>
        </pc:cxnChg>
        <pc:cxnChg chg="mod">
          <ac:chgData name="Maria Rojas Ramirez" userId="92be514a-6790-4b3d-9adb-94743b871476" providerId="ADAL" clId="{1F179091-6A4D-1343-92C0-CBE146F69092}" dt="2025-01-31T19:06:39.646" v="760" actId="553"/>
          <ac:cxnSpMkLst>
            <pc:docMk/>
            <pc:sldMk cId="3617209719" sldId="1458"/>
            <ac:cxnSpMk id="69" creationId="{87B0C6AA-003D-FF8A-E636-5B19A891F144}"/>
          </ac:cxnSpMkLst>
        </pc:cxnChg>
        <pc:cxnChg chg="mod">
          <ac:chgData name="Maria Rojas Ramirez" userId="92be514a-6790-4b3d-9adb-94743b871476" providerId="ADAL" clId="{1F179091-6A4D-1343-92C0-CBE146F69092}" dt="2025-01-31T19:07:02.141" v="763" actId="14100"/>
          <ac:cxnSpMkLst>
            <pc:docMk/>
            <pc:sldMk cId="3617209719" sldId="1458"/>
            <ac:cxnSpMk id="76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1-31T19:07:09.464" v="765" actId="14100"/>
          <ac:cxnSpMkLst>
            <pc:docMk/>
            <pc:sldMk cId="3617209719" sldId="1458"/>
            <ac:cxnSpMk id="79" creationId="{CE7917FC-4D88-5DD1-A786-C219B72E6D51}"/>
          </ac:cxnSpMkLst>
        </pc:cxnChg>
        <pc:cxnChg chg="mod">
          <ac:chgData name="Maria Rojas Ramirez" userId="92be514a-6790-4b3d-9adb-94743b871476" providerId="ADAL" clId="{1F179091-6A4D-1343-92C0-CBE146F69092}" dt="2025-01-31T19:06:39.646" v="760" actId="553"/>
          <ac:cxnSpMkLst>
            <pc:docMk/>
            <pc:sldMk cId="3617209719" sldId="1458"/>
            <ac:cxnSpMk id="82" creationId="{10F19B16-6713-49DE-2EBD-1FC8F27B7405}"/>
          </ac:cxnSpMkLst>
        </pc:cxnChg>
        <pc:cxnChg chg="mod">
          <ac:chgData name="Maria Rojas Ramirez" userId="92be514a-6790-4b3d-9adb-94743b871476" providerId="ADAL" clId="{1F179091-6A4D-1343-92C0-CBE146F69092}" dt="2025-01-31T19:07:05.749" v="764" actId="14100"/>
          <ac:cxnSpMkLst>
            <pc:docMk/>
            <pc:sldMk cId="3617209719" sldId="1458"/>
            <ac:cxnSpMk id="84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1-31T19:07:18.005" v="767" actId="14100"/>
          <ac:cxnSpMkLst>
            <pc:docMk/>
            <pc:sldMk cId="3617209719" sldId="1458"/>
            <ac:cxnSpMk id="98" creationId="{F346C1AF-8386-A88B-6CC3-BD783B369722}"/>
          </ac:cxnSpMkLst>
        </pc:cxnChg>
      </pc:sldChg>
      <pc:sldChg chg="del">
        <pc:chgData name="Maria Rojas Ramirez" userId="92be514a-6790-4b3d-9adb-94743b871476" providerId="ADAL" clId="{1F179091-6A4D-1343-92C0-CBE146F69092}" dt="2025-01-31T19:01:25.039" v="694" actId="2696"/>
        <pc:sldMkLst>
          <pc:docMk/>
          <pc:sldMk cId="3513811316" sldId="1459"/>
        </pc:sldMkLst>
      </pc:sldChg>
      <pc:sldChg chg="addSp modSp mod">
        <pc:chgData name="Maria Rojas Ramirez" userId="92be514a-6790-4b3d-9adb-94743b871476" providerId="ADAL" clId="{1F179091-6A4D-1343-92C0-CBE146F69092}" dt="2025-01-31T17:04:06.949" v="619" actId="1076"/>
        <pc:sldMkLst>
          <pc:docMk/>
          <pc:sldMk cId="3631011170" sldId="1462"/>
        </pc:sldMkLst>
        <pc:spChg chg="add mod">
          <ac:chgData name="Maria Rojas Ramirez" userId="92be514a-6790-4b3d-9adb-94743b871476" providerId="ADAL" clId="{1F179091-6A4D-1343-92C0-CBE146F69092}" dt="2025-01-31T17:04:06.949" v="619" actId="1076"/>
          <ac:spMkLst>
            <pc:docMk/>
            <pc:sldMk cId="3631011170" sldId="1462"/>
            <ac:spMk id="4" creationId="{9D44ADC9-8593-A151-A16B-2CE8B99A2FCA}"/>
          </ac:spMkLst>
        </pc:spChg>
        <pc:spChg chg="mod">
          <ac:chgData name="Maria Rojas Ramirez" userId="92be514a-6790-4b3d-9adb-94743b871476" providerId="ADAL" clId="{1F179091-6A4D-1343-92C0-CBE146F69092}" dt="2025-01-31T16:57:29.101" v="513"/>
          <ac:spMkLst>
            <pc:docMk/>
            <pc:sldMk cId="3631011170" sldId="1462"/>
            <ac:spMk id="36" creationId="{90CE94F2-92CD-E126-5561-B5F211AA3DC9}"/>
          </ac:spMkLst>
        </pc:spChg>
        <pc:spChg chg="mod">
          <ac:chgData name="Maria Rojas Ramirez" userId="92be514a-6790-4b3d-9adb-94743b871476" providerId="ADAL" clId="{1F179091-6A4D-1343-92C0-CBE146F69092}" dt="2025-01-31T16:57:15.044" v="512"/>
          <ac:spMkLst>
            <pc:docMk/>
            <pc:sldMk cId="3631011170" sldId="1462"/>
            <ac:spMk id="68" creationId="{4699B1A4-DB2E-F60B-7A20-888A45749F50}"/>
          </ac:spMkLst>
        </pc:spChg>
      </pc:sldChg>
      <pc:sldChg chg="del">
        <pc:chgData name="Maria Rojas Ramirez" userId="92be514a-6790-4b3d-9adb-94743b871476" providerId="ADAL" clId="{1F179091-6A4D-1343-92C0-CBE146F69092}" dt="2025-01-31T16:56:19.542" v="508" actId="2696"/>
        <pc:sldMkLst>
          <pc:docMk/>
          <pc:sldMk cId="1770962042" sldId="1463"/>
        </pc:sldMkLst>
      </pc:sldChg>
      <pc:sldChg chg="del">
        <pc:chgData name="Maria Rojas Ramirez" userId="92be514a-6790-4b3d-9adb-94743b871476" providerId="ADAL" clId="{1F179091-6A4D-1343-92C0-CBE146F69092}" dt="2025-01-31T16:48:32.419" v="428" actId="2696"/>
        <pc:sldMkLst>
          <pc:docMk/>
          <pc:sldMk cId="1514865423" sldId="1464"/>
        </pc:sldMkLst>
      </pc:sldChg>
      <pc:sldChg chg="modSp del mod">
        <pc:chgData name="Maria Rojas Ramirez" userId="92be514a-6790-4b3d-9adb-94743b871476" providerId="ADAL" clId="{1F179091-6A4D-1343-92C0-CBE146F69092}" dt="2025-01-31T16:47:40.132" v="426" actId="2696"/>
        <pc:sldMkLst>
          <pc:docMk/>
          <pc:sldMk cId="1154943576" sldId="1465"/>
        </pc:sldMkLst>
      </pc:sldChg>
      <pc:sldChg chg="del">
        <pc:chgData name="Maria Rojas Ramirez" userId="92be514a-6790-4b3d-9adb-94743b871476" providerId="ADAL" clId="{1F179091-6A4D-1343-92C0-CBE146F69092}" dt="2025-02-01T04:01:19.672" v="2243" actId="2696"/>
        <pc:sldMkLst>
          <pc:docMk/>
          <pc:sldMk cId="4056094581" sldId="1466"/>
        </pc:sldMkLst>
      </pc:sldChg>
      <pc:sldChg chg="addSp delSp modSp mod">
        <pc:chgData name="Maria Rojas Ramirez" userId="92be514a-6790-4b3d-9adb-94743b871476" providerId="ADAL" clId="{1F179091-6A4D-1343-92C0-CBE146F69092}" dt="2025-02-07T16:18:09.157" v="3959" actId="20577"/>
        <pc:sldMkLst>
          <pc:docMk/>
          <pc:sldMk cId="3325983584" sldId="1472"/>
        </pc:sldMkLst>
        <pc:spChg chg="mod">
          <ac:chgData name="Maria Rojas Ramirez" userId="92be514a-6790-4b3d-9adb-94743b871476" providerId="ADAL" clId="{1F179091-6A4D-1343-92C0-CBE146F69092}" dt="2025-02-01T03:14:50.312" v="1868" actId="1036"/>
          <ac:spMkLst>
            <pc:docMk/>
            <pc:sldMk cId="3325983584" sldId="1472"/>
            <ac:spMk id="4" creationId="{2E62CC65-0EAE-85B8-DD12-FF9A8984F8DB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7" creationId="{177C35F5-02F7-8747-346D-9B4808841EE0}"/>
          </ac:spMkLst>
        </pc:spChg>
        <pc:spChg chg="mod">
          <ac:chgData name="Maria Rojas Ramirez" userId="92be514a-6790-4b3d-9adb-94743b871476" providerId="ADAL" clId="{1F179091-6A4D-1343-92C0-CBE146F69092}" dt="2025-02-01T03:14:50.312" v="1868" actId="1036"/>
          <ac:spMkLst>
            <pc:docMk/>
            <pc:sldMk cId="3325983584" sldId="1472"/>
            <ac:spMk id="8" creationId="{F16D1313-3AB6-748C-FAA2-9D3BBB97548B}"/>
          </ac:spMkLst>
        </pc:spChg>
        <pc:spChg chg="mod">
          <ac:chgData name="Maria Rojas Ramirez" userId="92be514a-6790-4b3d-9adb-94743b871476" providerId="ADAL" clId="{1F179091-6A4D-1343-92C0-CBE146F69092}" dt="2025-02-01T03:14:50.312" v="1868" actId="1036"/>
          <ac:spMkLst>
            <pc:docMk/>
            <pc:sldMk cId="3325983584" sldId="1472"/>
            <ac:spMk id="9" creationId="{497C1DD3-4C2E-936B-6712-AAD501C71B2C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10" creationId="{3EA7D0F8-EB8A-3F93-4EDF-9BE2AA199419}"/>
          </ac:spMkLst>
        </pc:spChg>
        <pc:spChg chg="add mod">
          <ac:chgData name="Maria Rojas Ramirez" userId="92be514a-6790-4b3d-9adb-94743b871476" providerId="ADAL" clId="{1F179091-6A4D-1343-92C0-CBE146F69092}" dt="2025-02-06T16:25:21.158" v="3635" actId="1076"/>
          <ac:spMkLst>
            <pc:docMk/>
            <pc:sldMk cId="3325983584" sldId="1472"/>
            <ac:spMk id="11" creationId="{C2358F18-8CAE-8483-9BB4-C8A7A4D529CE}"/>
          </ac:spMkLst>
        </pc:spChg>
        <pc:spChg chg="mod">
          <ac:chgData name="Maria Rojas Ramirez" userId="92be514a-6790-4b3d-9adb-94743b871476" providerId="ADAL" clId="{1F179091-6A4D-1343-92C0-CBE146F69092}" dt="2025-02-01T03:14:50.312" v="1868" actId="1036"/>
          <ac:spMkLst>
            <pc:docMk/>
            <pc:sldMk cId="3325983584" sldId="1472"/>
            <ac:spMk id="12" creationId="{3DC26D9A-7223-967F-A20A-A6BA4AAD4F1B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13" creationId="{D0107BCB-682F-4B9C-EF03-6D90E9E3BE22}"/>
          </ac:spMkLst>
        </pc:spChg>
        <pc:spChg chg="mod">
          <ac:chgData name="Maria Rojas Ramirez" userId="92be514a-6790-4b3d-9adb-94743b871476" providerId="ADAL" clId="{1F179091-6A4D-1343-92C0-CBE146F69092}" dt="2025-02-06T16:25:01.448" v="3633" actId="1036"/>
          <ac:spMkLst>
            <pc:docMk/>
            <pc:sldMk cId="3325983584" sldId="1472"/>
            <ac:spMk id="17" creationId="{7843B74D-7ECB-C294-89DF-7823F18EF4F5}"/>
          </ac:spMkLst>
        </pc:spChg>
        <pc:spChg chg="add mod">
          <ac:chgData name="Maria Rojas Ramirez" userId="92be514a-6790-4b3d-9adb-94743b871476" providerId="ADAL" clId="{1F179091-6A4D-1343-92C0-CBE146F69092}" dt="2025-02-01T03:15:17.819" v="1894" actId="1035"/>
          <ac:spMkLst>
            <pc:docMk/>
            <pc:sldMk cId="3325983584" sldId="1472"/>
            <ac:spMk id="19" creationId="{6E719EC4-F165-5445-116C-DCB5FA20F081}"/>
          </ac:spMkLst>
        </pc:spChg>
        <pc:spChg chg="add mod">
          <ac:chgData name="Maria Rojas Ramirez" userId="92be514a-6790-4b3d-9adb-94743b871476" providerId="ADAL" clId="{1F179091-6A4D-1343-92C0-CBE146F69092}" dt="2025-02-06T16:27:11.805" v="3684" actId="1035"/>
          <ac:spMkLst>
            <pc:docMk/>
            <pc:sldMk cId="3325983584" sldId="1472"/>
            <ac:spMk id="21" creationId="{DFD07CFD-7B6F-5BB0-E1F6-A0A71213702E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24" creationId="{C9318794-B9D9-3D9C-F0A2-F03BAC3116A3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25" creationId="{01D2686F-784D-86B4-2D16-7E9EA2C6CE90}"/>
          </ac:spMkLst>
        </pc:spChg>
        <pc:spChg chg="mod">
          <ac:chgData name="Maria Rojas Ramirez" userId="92be514a-6790-4b3d-9adb-94743b871476" providerId="ADAL" clId="{1F179091-6A4D-1343-92C0-CBE146F69092}" dt="2025-02-01T03:14:56.431" v="1879" actId="1036"/>
          <ac:spMkLst>
            <pc:docMk/>
            <pc:sldMk cId="3325983584" sldId="1472"/>
            <ac:spMk id="26" creationId="{BC740A32-0E0B-2A33-679B-D7E09E96F8F4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28" creationId="{8840DC7D-9E6F-613C-B168-A2C94C48466B}"/>
          </ac:spMkLst>
        </pc:spChg>
        <pc:spChg chg="add mod">
          <ac:chgData name="Maria Rojas Ramirez" userId="92be514a-6790-4b3d-9adb-94743b871476" providerId="ADAL" clId="{1F179091-6A4D-1343-92C0-CBE146F69092}" dt="2025-02-01T03:16:03.452" v="1911" actId="1036"/>
          <ac:spMkLst>
            <pc:docMk/>
            <pc:sldMk cId="3325983584" sldId="1472"/>
            <ac:spMk id="29" creationId="{16396FF1-5D49-30FA-FEAF-890A61D18237}"/>
          </ac:spMkLst>
        </pc:spChg>
        <pc:spChg chg="mod">
          <ac:chgData name="Maria Rojas Ramirez" userId="92be514a-6790-4b3d-9adb-94743b871476" providerId="ADAL" clId="{1F179091-6A4D-1343-92C0-CBE146F69092}" dt="2025-02-07T16:18:02.731" v="3951" actId="20577"/>
          <ac:spMkLst>
            <pc:docMk/>
            <pc:sldMk cId="3325983584" sldId="1472"/>
            <ac:spMk id="30" creationId="{1704AE5A-BC0C-A4EE-5D6B-74934F314526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33" creationId="{527E981C-A6F7-1B23-41FC-7869D82D2D47}"/>
          </ac:spMkLst>
        </pc:spChg>
        <pc:spChg chg="mod">
          <ac:chgData name="Maria Rojas Ramirez" userId="92be514a-6790-4b3d-9adb-94743b871476" providerId="ADAL" clId="{1F179091-6A4D-1343-92C0-CBE146F69092}" dt="2025-02-06T16:26:27.250" v="3676" actId="1036"/>
          <ac:spMkLst>
            <pc:docMk/>
            <pc:sldMk cId="3325983584" sldId="1472"/>
            <ac:spMk id="36" creationId="{8AA02F9A-48AD-C6A3-47C7-0F23AF4C369A}"/>
          </ac:spMkLst>
        </pc:spChg>
        <pc:spChg chg="mod">
          <ac:chgData name="Maria Rojas Ramirez" userId="92be514a-6790-4b3d-9adb-94743b871476" providerId="ADAL" clId="{1F179091-6A4D-1343-92C0-CBE146F69092}" dt="2025-02-01T03:14:50.312" v="1868" actId="1036"/>
          <ac:spMkLst>
            <pc:docMk/>
            <pc:sldMk cId="3325983584" sldId="1472"/>
            <ac:spMk id="37" creationId="{436E5626-9573-9655-4137-3B3BF3C16B98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38" creationId="{23CB2734-D172-8A41-95E5-9096BEB13FB2}"/>
          </ac:spMkLst>
        </pc:spChg>
        <pc:spChg chg="mod">
          <ac:chgData name="Maria Rojas Ramirez" userId="92be514a-6790-4b3d-9adb-94743b871476" providerId="ADAL" clId="{1F179091-6A4D-1343-92C0-CBE146F69092}" dt="2025-02-07T16:18:06.248" v="3955" actId="20577"/>
          <ac:spMkLst>
            <pc:docMk/>
            <pc:sldMk cId="3325983584" sldId="1472"/>
            <ac:spMk id="44" creationId="{69D6AE2F-266C-543C-4C7F-CF92A1D2B365}"/>
          </ac:spMkLst>
        </pc:spChg>
        <pc:spChg chg="mod">
          <ac:chgData name="Maria Rojas Ramirez" userId="92be514a-6790-4b3d-9adb-94743b871476" providerId="ADAL" clId="{1F179091-6A4D-1343-92C0-CBE146F69092}" dt="2025-02-07T16:18:09.157" v="3959" actId="20577"/>
          <ac:spMkLst>
            <pc:docMk/>
            <pc:sldMk cId="3325983584" sldId="1472"/>
            <ac:spMk id="52" creationId="{8C700FA8-5077-F90A-0B95-CC1F0F86B8D9}"/>
          </ac:spMkLst>
        </pc:spChg>
        <pc:spChg chg="mod">
          <ac:chgData name="Maria Rojas Ramirez" userId="92be514a-6790-4b3d-9adb-94743b871476" providerId="ADAL" clId="{1F179091-6A4D-1343-92C0-CBE146F69092}" dt="2025-02-06T16:24:53.412" v="3618" actId="1035"/>
          <ac:spMkLst>
            <pc:docMk/>
            <pc:sldMk cId="3325983584" sldId="1472"/>
            <ac:spMk id="56" creationId="{C2975A8B-6433-8193-1215-6408F4BC2704}"/>
          </ac:spMkLst>
        </pc:spChg>
        <pc:spChg chg="mod">
          <ac:chgData name="Maria Rojas Ramirez" userId="92be514a-6790-4b3d-9adb-94743b871476" providerId="ADAL" clId="{1F179091-6A4D-1343-92C0-CBE146F69092}" dt="2025-02-06T16:24:42.609" v="3606" actId="1035"/>
          <ac:spMkLst>
            <pc:docMk/>
            <pc:sldMk cId="3325983584" sldId="1472"/>
            <ac:spMk id="76" creationId="{E0F03D22-A2AA-A084-133B-E1071B898161}"/>
          </ac:spMkLst>
        </pc:spChg>
        <pc:cxnChg chg="mod">
          <ac:chgData name="Maria Rojas Ramirez" userId="92be514a-6790-4b3d-9adb-94743b871476" providerId="ADAL" clId="{1F179091-6A4D-1343-92C0-CBE146F69092}" dt="2025-02-06T16:25:01.448" v="3633" actId="1036"/>
          <ac:cxnSpMkLst>
            <pc:docMk/>
            <pc:sldMk cId="3325983584" sldId="1472"/>
            <ac:cxnSpMk id="32" creationId="{18AD9BC2-6C89-45EA-DCD6-DF01C5CBE199}"/>
          </ac:cxnSpMkLst>
        </pc:cxnChg>
        <pc:cxnChg chg="mod">
          <ac:chgData name="Maria Rojas Ramirez" userId="92be514a-6790-4b3d-9adb-94743b871476" providerId="ADAL" clId="{1F179091-6A4D-1343-92C0-CBE146F69092}" dt="2025-02-01T03:14:56.431" v="1879" actId="1036"/>
          <ac:cxnSpMkLst>
            <pc:docMk/>
            <pc:sldMk cId="3325983584" sldId="1472"/>
            <ac:cxnSpMk id="43" creationId="{A983D566-4124-3079-EF11-380874D962EB}"/>
          </ac:cxnSpMkLst>
        </pc:cxnChg>
        <pc:cxnChg chg="add">
          <ac:chgData name="Maria Rojas Ramirez" userId="92be514a-6790-4b3d-9adb-94743b871476" providerId="ADAL" clId="{1F179091-6A4D-1343-92C0-CBE146F69092}" dt="2025-02-06T16:26:59.636" v="3679" actId="11529"/>
          <ac:cxnSpMkLst>
            <pc:docMk/>
            <pc:sldMk cId="3325983584" sldId="1472"/>
            <ac:cxnSpMk id="48" creationId="{645E464E-FCDB-5F25-8DD4-BD18BE9D1C34}"/>
          </ac:cxnSpMkLst>
        </pc:cxnChg>
        <pc:cxnChg chg="add mod">
          <ac:chgData name="Maria Rojas Ramirez" userId="92be514a-6790-4b3d-9adb-94743b871476" providerId="ADAL" clId="{1F179091-6A4D-1343-92C0-CBE146F69092}" dt="2025-02-06T16:27:11.805" v="3684" actId="1035"/>
          <ac:cxnSpMkLst>
            <pc:docMk/>
            <pc:sldMk cId="3325983584" sldId="1472"/>
            <ac:cxnSpMk id="53" creationId="{D6D1626E-F9AC-6BA0-B2C5-7FF45A0A09C3}"/>
          </ac:cxnSpMkLst>
        </pc:cxnChg>
        <pc:cxnChg chg="add mod">
          <ac:chgData name="Maria Rojas Ramirez" userId="92be514a-6790-4b3d-9adb-94743b871476" providerId="ADAL" clId="{1F179091-6A4D-1343-92C0-CBE146F69092}" dt="2025-02-01T03:16:03.452" v="1911" actId="1036"/>
          <ac:cxnSpMkLst>
            <pc:docMk/>
            <pc:sldMk cId="3325983584" sldId="1472"/>
            <ac:cxnSpMk id="60" creationId="{64C0E0B0-4CF1-6DD7-7A27-92E9D9AE86F9}"/>
          </ac:cxnSpMkLst>
        </pc:cxnChg>
        <pc:cxnChg chg="add">
          <ac:chgData name="Maria Rojas Ramirez" userId="92be514a-6790-4b3d-9adb-94743b871476" providerId="ADAL" clId="{1F179091-6A4D-1343-92C0-CBE146F69092}" dt="2025-02-01T03:15:30.931" v="1896" actId="11529"/>
          <ac:cxnSpMkLst>
            <pc:docMk/>
            <pc:sldMk cId="3325983584" sldId="1472"/>
            <ac:cxnSpMk id="65" creationId="{88C749A9-41AE-BE26-0164-1E4F33BBDB1E}"/>
          </ac:cxnSpMkLst>
        </pc:cxnChg>
        <pc:cxnChg chg="add">
          <ac:chgData name="Maria Rojas Ramirez" userId="92be514a-6790-4b3d-9adb-94743b871476" providerId="ADAL" clId="{1F179091-6A4D-1343-92C0-CBE146F69092}" dt="2025-02-01T03:15:50.189" v="1899" actId="11529"/>
          <ac:cxnSpMkLst>
            <pc:docMk/>
            <pc:sldMk cId="3325983584" sldId="1472"/>
            <ac:cxnSpMk id="67" creationId="{8C51CEEB-F96F-FCB5-D7C7-37C9B92DA728}"/>
          </ac:cxnSpMkLst>
        </pc:cxnChg>
        <pc:cxnChg chg="mod">
          <ac:chgData name="Maria Rojas Ramirez" userId="92be514a-6790-4b3d-9adb-94743b871476" providerId="ADAL" clId="{1F179091-6A4D-1343-92C0-CBE146F69092}" dt="2025-02-06T16:25:01.448" v="3633" actId="1036"/>
          <ac:cxnSpMkLst>
            <pc:docMk/>
            <pc:sldMk cId="3325983584" sldId="1472"/>
            <ac:cxnSpMk id="69" creationId="{910B2B15-2FF3-D53E-EB8F-6A7DAE9B7537}"/>
          </ac:cxnSpMkLst>
        </pc:cxnChg>
        <pc:cxnChg chg="mod">
          <ac:chgData name="Maria Rojas Ramirez" userId="92be514a-6790-4b3d-9adb-94743b871476" providerId="ADAL" clId="{1F179091-6A4D-1343-92C0-CBE146F69092}" dt="2025-02-06T16:26:27.250" v="3676" actId="1036"/>
          <ac:cxnSpMkLst>
            <pc:docMk/>
            <pc:sldMk cId="3325983584" sldId="1472"/>
            <ac:cxnSpMk id="70" creationId="{C124F668-F60F-1619-2192-018E2A85F8AC}"/>
          </ac:cxnSpMkLst>
        </pc:cxnChg>
        <pc:cxnChg chg="mod">
          <ac:chgData name="Maria Rojas Ramirez" userId="92be514a-6790-4b3d-9adb-94743b871476" providerId="ADAL" clId="{1F179091-6A4D-1343-92C0-CBE146F69092}" dt="2025-02-01T03:14:56.431" v="1879" actId="1036"/>
          <ac:cxnSpMkLst>
            <pc:docMk/>
            <pc:sldMk cId="3325983584" sldId="1472"/>
            <ac:cxnSpMk id="74" creationId="{59F054E1-CD31-6B78-BFA2-BF8A94A15DD8}"/>
          </ac:cxnSpMkLst>
        </pc:cxnChg>
      </pc:sldChg>
      <pc:sldChg chg="del">
        <pc:chgData name="Maria Rojas Ramirez" userId="92be514a-6790-4b3d-9adb-94743b871476" providerId="ADAL" clId="{1F179091-6A4D-1343-92C0-CBE146F69092}" dt="2025-02-01T02:44:16.419" v="1313" actId="2696"/>
        <pc:sldMkLst>
          <pc:docMk/>
          <pc:sldMk cId="1512182857" sldId="1473"/>
        </pc:sldMkLst>
      </pc:sldChg>
      <pc:sldChg chg="ord">
        <pc:chgData name="Maria Rojas Ramirez" userId="92be514a-6790-4b3d-9adb-94743b871476" providerId="ADAL" clId="{1F179091-6A4D-1343-92C0-CBE146F69092}" dt="2025-02-21T16:55:01.346" v="4393" actId="20578"/>
        <pc:sldMkLst>
          <pc:docMk/>
          <pc:sldMk cId="2114514936" sldId="1474"/>
        </pc:sldMkLst>
      </pc:sldChg>
      <pc:sldChg chg="del">
        <pc:chgData name="Maria Rojas Ramirez" userId="92be514a-6790-4b3d-9adb-94743b871476" providerId="ADAL" clId="{1F179091-6A4D-1343-92C0-CBE146F69092}" dt="2025-01-31T17:05:13.668" v="621" actId="2696"/>
        <pc:sldMkLst>
          <pc:docMk/>
          <pc:sldMk cId="1101720964" sldId="1475"/>
        </pc:sldMkLst>
      </pc:sldChg>
      <pc:sldChg chg="addSp delSp modSp mod">
        <pc:chgData name="Maria Rojas Ramirez" userId="92be514a-6790-4b3d-9adb-94743b871476" providerId="ADAL" clId="{1F179091-6A4D-1343-92C0-CBE146F69092}" dt="2025-02-01T16:29:46.151" v="2430"/>
        <pc:sldMkLst>
          <pc:docMk/>
          <pc:sldMk cId="3928093108" sldId="1479"/>
        </pc:sldMkLst>
        <pc:spChg chg="mod">
          <ac:chgData name="Maria Rojas Ramirez" userId="92be514a-6790-4b3d-9adb-94743b871476" providerId="ADAL" clId="{1F179091-6A4D-1343-92C0-CBE146F69092}" dt="2025-02-01T16:27:15.254" v="2417"/>
          <ac:spMkLst>
            <pc:docMk/>
            <pc:sldMk cId="3928093108" sldId="1479"/>
            <ac:spMk id="2" creationId="{0C7F3219-F3C8-B7C3-F8F6-467C561929A8}"/>
          </ac:spMkLst>
        </pc:spChg>
        <pc:spChg chg="add mod">
          <ac:chgData name="Maria Rojas Ramirez" userId="92be514a-6790-4b3d-9adb-94743b871476" providerId="ADAL" clId="{1F179091-6A4D-1343-92C0-CBE146F69092}" dt="2025-02-01T16:27:30.533" v="2421" actId="1076"/>
          <ac:spMkLst>
            <pc:docMk/>
            <pc:sldMk cId="3928093108" sldId="1479"/>
            <ac:spMk id="10" creationId="{42654C8E-93C4-D564-31AE-DD91F130E87A}"/>
          </ac:spMkLst>
        </pc:spChg>
        <pc:spChg chg="mod">
          <ac:chgData name="Maria Rojas Ramirez" userId="92be514a-6790-4b3d-9adb-94743b871476" providerId="ADAL" clId="{1F179091-6A4D-1343-92C0-CBE146F69092}" dt="2025-02-01T16:27:48.439" v="2422"/>
          <ac:spMkLst>
            <pc:docMk/>
            <pc:sldMk cId="3928093108" sldId="1479"/>
            <ac:spMk id="12" creationId="{E457C482-F979-D0F4-FEFC-AA8977C44C15}"/>
          </ac:spMkLst>
        </pc:spChg>
        <pc:spChg chg="add mod">
          <ac:chgData name="Maria Rojas Ramirez" userId="92be514a-6790-4b3d-9adb-94743b871476" providerId="ADAL" clId="{1F179091-6A4D-1343-92C0-CBE146F69092}" dt="2025-02-01T16:28:15.123" v="2425" actId="1076"/>
          <ac:spMkLst>
            <pc:docMk/>
            <pc:sldMk cId="3928093108" sldId="1479"/>
            <ac:spMk id="13" creationId="{630D5758-E4A9-B532-2783-CFBDC1EE9E3D}"/>
          </ac:spMkLst>
        </pc:spChg>
        <pc:spChg chg="add mod">
          <ac:chgData name="Maria Rojas Ramirez" userId="92be514a-6790-4b3d-9adb-94743b871476" providerId="ADAL" clId="{1F179091-6A4D-1343-92C0-CBE146F69092}" dt="2025-02-01T16:29:14.835" v="2428" actId="1076"/>
          <ac:spMkLst>
            <pc:docMk/>
            <pc:sldMk cId="3928093108" sldId="1479"/>
            <ac:spMk id="17" creationId="{F6E78D5D-EFB8-D051-9B02-4EB94B4E5DCD}"/>
          </ac:spMkLst>
        </pc:spChg>
        <pc:spChg chg="mod">
          <ac:chgData name="Maria Rojas Ramirez" userId="92be514a-6790-4b3d-9adb-94743b871476" providerId="ADAL" clId="{1F179091-6A4D-1343-92C0-CBE146F69092}" dt="2025-02-01T16:29:46.151" v="2430"/>
          <ac:spMkLst>
            <pc:docMk/>
            <pc:sldMk cId="3928093108" sldId="1479"/>
            <ac:spMk id="43" creationId="{257532C5-B41A-A77D-6CC0-7D407B64689F}"/>
          </ac:spMkLst>
        </pc:spChg>
        <pc:spChg chg="mod">
          <ac:chgData name="Maria Rojas Ramirez" userId="92be514a-6790-4b3d-9adb-94743b871476" providerId="ADAL" clId="{1F179091-6A4D-1343-92C0-CBE146F69092}" dt="2025-02-01T16:29:37.149" v="2429"/>
          <ac:spMkLst>
            <pc:docMk/>
            <pc:sldMk cId="3928093108" sldId="1479"/>
            <ac:spMk id="57" creationId="{49951100-B7CC-D56B-F411-C9AE6B97FB52}"/>
          </ac:spMkLst>
        </pc:spChg>
        <pc:spChg chg="mod">
          <ac:chgData name="Maria Rojas Ramirez" userId="92be514a-6790-4b3d-9adb-94743b871476" providerId="ADAL" clId="{1F179091-6A4D-1343-92C0-CBE146F69092}" dt="2025-02-01T16:26:23.553" v="2415"/>
          <ac:spMkLst>
            <pc:docMk/>
            <pc:sldMk cId="3928093108" sldId="1479"/>
            <ac:spMk id="151" creationId="{6723F012-FB23-B04A-6EB7-45EEDE664249}"/>
          </ac:spMkLst>
        </pc:spChg>
      </pc:sldChg>
      <pc:sldChg chg="del">
        <pc:chgData name="Maria Rojas Ramirez" userId="92be514a-6790-4b3d-9adb-94743b871476" providerId="ADAL" clId="{1F179091-6A4D-1343-92C0-CBE146F69092}" dt="2025-02-01T17:18:26.826" v="3271" actId="2696"/>
        <pc:sldMkLst>
          <pc:docMk/>
          <pc:sldMk cId="3503413614" sldId="1480"/>
        </pc:sldMkLst>
      </pc:sldChg>
      <pc:sldChg chg="modSp del mod">
        <pc:chgData name="Maria Rojas Ramirez" userId="92be514a-6790-4b3d-9adb-94743b871476" providerId="ADAL" clId="{1F179091-6A4D-1343-92C0-CBE146F69092}" dt="2025-02-01T17:22:39.782" v="3293" actId="2696"/>
        <pc:sldMkLst>
          <pc:docMk/>
          <pc:sldMk cId="3444245730" sldId="1481"/>
        </pc:sldMkLst>
      </pc:sldChg>
      <pc:sldChg chg="addSp delSp modSp add mod">
        <pc:chgData name="Maria Rojas Ramirez" userId="92be514a-6790-4b3d-9adb-94743b871476" providerId="ADAL" clId="{1F179091-6A4D-1343-92C0-CBE146F69092}" dt="2025-02-14T16:33:58.870" v="4231" actId="14100"/>
        <pc:sldMkLst>
          <pc:docMk/>
          <pc:sldMk cId="3317307065" sldId="1482"/>
        </pc:sldMkLst>
        <pc:spChg chg="mod">
          <ac:chgData name="Maria Rojas Ramirez" userId="92be514a-6790-4b3d-9adb-94743b871476" providerId="ADAL" clId="{1F179091-6A4D-1343-92C0-CBE146F69092}" dt="2025-01-31T16:50:51.718" v="441"/>
          <ac:spMkLst>
            <pc:docMk/>
            <pc:sldMk cId="3317307065" sldId="1482"/>
            <ac:spMk id="36" creationId="{8AA02F9A-48AD-C6A3-47C7-0F23AF4C369A}"/>
          </ac:spMkLst>
        </pc:spChg>
        <pc:spChg chg="add mod">
          <ac:chgData name="Maria Rojas Ramirez" userId="92be514a-6790-4b3d-9adb-94743b871476" providerId="ADAL" clId="{1F179091-6A4D-1343-92C0-CBE146F69092}" dt="2025-01-31T17:03:18.705" v="617" actId="404"/>
          <ac:spMkLst>
            <pc:docMk/>
            <pc:sldMk cId="3317307065" sldId="1482"/>
            <ac:spMk id="51" creationId="{42CFE1E2-D486-1E49-226D-E570D2AF9563}"/>
          </ac:spMkLst>
        </pc:spChg>
        <pc:cxnChg chg="mod">
          <ac:chgData name="Maria Rojas Ramirez" userId="92be514a-6790-4b3d-9adb-94743b871476" providerId="ADAL" clId="{1F179091-6A4D-1343-92C0-CBE146F69092}" dt="2025-02-14T16:33:58.870" v="4231" actId="14100"/>
          <ac:cxnSpMkLst>
            <pc:docMk/>
            <pc:sldMk cId="3317307065" sldId="1482"/>
            <ac:cxnSpMk id="104" creationId="{00000000-0000-0000-0000-000000000000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1-31T17:03:13.994" v="616" actId="404"/>
        <pc:sldMkLst>
          <pc:docMk/>
          <pc:sldMk cId="4225574555" sldId="1483"/>
        </pc:sldMkLst>
        <pc:spChg chg="mod">
          <ac:chgData name="Maria Rojas Ramirez" userId="92be514a-6790-4b3d-9adb-94743b871476" providerId="ADAL" clId="{1F179091-6A4D-1343-92C0-CBE146F69092}" dt="2025-01-31T16:52:18.544" v="459" actId="1035"/>
          <ac:spMkLst>
            <pc:docMk/>
            <pc:sldMk cId="4225574555" sldId="1483"/>
            <ac:spMk id="4" creationId="{22E413D5-F28A-F1BB-8DA7-F9724EEF3889}"/>
          </ac:spMkLst>
        </pc:spChg>
        <pc:spChg chg="mod">
          <ac:chgData name="Maria Rojas Ramirez" userId="92be514a-6790-4b3d-9adb-94743b871476" providerId="ADAL" clId="{1F179091-6A4D-1343-92C0-CBE146F69092}" dt="2025-01-31T16:49:11.153" v="440" actId="1036"/>
          <ac:spMkLst>
            <pc:docMk/>
            <pc:sldMk cId="4225574555" sldId="1483"/>
            <ac:spMk id="8" creationId="{745B34BB-BFB4-1925-A7EF-A48616AD19D5}"/>
          </ac:spMkLst>
        </pc:spChg>
        <pc:spChg chg="mod">
          <ac:chgData name="Maria Rojas Ramirez" userId="92be514a-6790-4b3d-9adb-94743b871476" providerId="ADAL" clId="{1F179091-6A4D-1343-92C0-CBE146F69092}" dt="2025-01-31T16:53:03.349" v="469" actId="1076"/>
          <ac:spMkLst>
            <pc:docMk/>
            <pc:sldMk cId="4225574555" sldId="1483"/>
            <ac:spMk id="13" creationId="{C41151E8-9154-2EA2-3EC6-4A7DC091E572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24" creationId="{BF36874B-726E-A536-D6A3-3C969C9AB470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30" creationId="{9D7CF5CB-4220-E547-E07B-BAD74A7A992A}"/>
          </ac:spMkLst>
        </pc:spChg>
        <pc:spChg chg="mod">
          <ac:chgData name="Maria Rojas Ramirez" userId="92be514a-6790-4b3d-9adb-94743b871476" providerId="ADAL" clId="{1F179091-6A4D-1343-92C0-CBE146F69092}" dt="2025-01-31T16:52:27.150" v="464" actId="1035"/>
          <ac:spMkLst>
            <pc:docMk/>
            <pc:sldMk cId="4225574555" sldId="1483"/>
            <ac:spMk id="35" creationId="{FE53392D-D892-3C69-6867-968668909D1E}"/>
          </ac:spMkLst>
        </pc:spChg>
        <pc:spChg chg="mod">
          <ac:chgData name="Maria Rojas Ramirez" userId="92be514a-6790-4b3d-9adb-94743b871476" providerId="ADAL" clId="{1F179091-6A4D-1343-92C0-CBE146F69092}" dt="2025-01-31T16:51:00.739" v="442"/>
          <ac:spMkLst>
            <pc:docMk/>
            <pc:sldMk cId="4225574555" sldId="1483"/>
            <ac:spMk id="36" creationId="{2450F037-E41A-F7CE-6D2E-5AE4E861A690}"/>
          </ac:spMkLst>
        </pc:spChg>
        <pc:spChg chg="mod">
          <ac:chgData name="Maria Rojas Ramirez" userId="92be514a-6790-4b3d-9adb-94743b871476" providerId="ADAL" clId="{1F179091-6A4D-1343-92C0-CBE146F69092}" dt="2025-01-31T16:48:53.060" v="435" actId="1036"/>
          <ac:spMkLst>
            <pc:docMk/>
            <pc:sldMk cId="4225574555" sldId="1483"/>
            <ac:spMk id="42" creationId="{4C2DBD59-B2B2-6589-335F-4696D93CC4E9}"/>
          </ac:spMkLst>
        </pc:spChg>
        <pc:spChg chg="mod">
          <ac:chgData name="Maria Rojas Ramirez" userId="92be514a-6790-4b3d-9adb-94743b871476" providerId="ADAL" clId="{1F179091-6A4D-1343-92C0-CBE146F69092}" dt="2025-01-31T16:49:08.577" v="438" actId="1036"/>
          <ac:spMkLst>
            <pc:docMk/>
            <pc:sldMk cId="4225574555" sldId="1483"/>
            <ac:spMk id="56" creationId="{8BEFEBCD-33E4-659D-856A-6F7841BEDEC8}"/>
          </ac:spMkLst>
        </pc:spChg>
        <pc:spChg chg="add mod">
          <ac:chgData name="Maria Rojas Ramirez" userId="92be514a-6790-4b3d-9adb-94743b871476" providerId="ADAL" clId="{1F179091-6A4D-1343-92C0-CBE146F69092}" dt="2025-01-31T17:03:13.994" v="616" actId="404"/>
          <ac:spMkLst>
            <pc:docMk/>
            <pc:sldMk cId="4225574555" sldId="1483"/>
            <ac:spMk id="62" creationId="{F69FB25A-EA37-DBA5-7071-D480CEBA6CFF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63" creationId="{005261BD-7551-27ED-DAA5-133295FADE10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64" creationId="{F9DCE3DE-D50B-2AD7-E664-C919DDBBD259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67" creationId="{840C8899-C288-B593-D04A-E7D626F06553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89" creationId="{42F40555-6E22-946C-E718-EA5D641D066B}"/>
          </ac:spMkLst>
        </pc:spChg>
        <pc:spChg chg="mod">
          <ac:chgData name="Maria Rojas Ramirez" userId="92be514a-6790-4b3d-9adb-94743b871476" providerId="ADAL" clId="{1F179091-6A4D-1343-92C0-CBE146F69092}" dt="2025-01-31T16:53:55.735" v="501" actId="1038"/>
          <ac:spMkLst>
            <pc:docMk/>
            <pc:sldMk cId="4225574555" sldId="1483"/>
            <ac:spMk id="98" creationId="{0DCA7A5A-94EB-33D5-4505-820EC5030295}"/>
          </ac:spMkLst>
        </pc:spChg>
        <pc:cxnChg chg="mod">
          <ac:chgData name="Maria Rojas Ramirez" userId="92be514a-6790-4b3d-9adb-94743b871476" providerId="ADAL" clId="{1F179091-6A4D-1343-92C0-CBE146F69092}" dt="2025-01-31T16:53:55.735" v="501" actId="1038"/>
          <ac:cxnSpMkLst>
            <pc:docMk/>
            <pc:sldMk cId="4225574555" sldId="1483"/>
            <ac:cxnSpMk id="9" creationId="{85B1F44E-89B6-BC5B-5D72-6EBC9E32EBA7}"/>
          </ac:cxnSpMkLst>
        </pc:cxnChg>
        <pc:cxnChg chg="mod">
          <ac:chgData name="Maria Rojas Ramirez" userId="92be514a-6790-4b3d-9adb-94743b871476" providerId="ADAL" clId="{1F179091-6A4D-1343-92C0-CBE146F69092}" dt="2025-01-31T16:49:11.153" v="440" actId="1036"/>
          <ac:cxnSpMkLst>
            <pc:docMk/>
            <pc:sldMk cId="4225574555" sldId="1483"/>
            <ac:cxnSpMk id="34" creationId="{604CFFAF-3591-578C-DC18-E48C0C0DD447}"/>
          </ac:cxnSpMkLst>
        </pc:cxnChg>
        <pc:cxnChg chg="mod">
          <ac:chgData name="Maria Rojas Ramirez" userId="92be514a-6790-4b3d-9adb-94743b871476" providerId="ADAL" clId="{1F179091-6A4D-1343-92C0-CBE146F69092}" dt="2025-01-31T16:52:48.304" v="468" actId="14100"/>
          <ac:cxnSpMkLst>
            <pc:docMk/>
            <pc:sldMk cId="4225574555" sldId="1483"/>
            <ac:cxnSpMk id="44" creationId="{B87846EA-35DE-7180-6AD9-263586819194}"/>
          </ac:cxnSpMkLst>
        </pc:cxnChg>
        <pc:cxnChg chg="mod">
          <ac:chgData name="Maria Rojas Ramirez" userId="92be514a-6790-4b3d-9adb-94743b871476" providerId="ADAL" clId="{1F179091-6A4D-1343-92C0-CBE146F69092}" dt="2025-01-31T16:48:58.082" v="436" actId="14100"/>
          <ac:cxnSpMkLst>
            <pc:docMk/>
            <pc:sldMk cId="4225574555" sldId="1483"/>
            <ac:cxnSpMk id="50" creationId="{533C2D1E-CE6A-6C89-C6EC-90232C1CE4DE}"/>
          </ac:cxnSpMkLst>
        </pc:cxnChg>
        <pc:cxnChg chg="mod">
          <ac:chgData name="Maria Rojas Ramirez" userId="92be514a-6790-4b3d-9adb-94743b871476" providerId="ADAL" clId="{1F179091-6A4D-1343-92C0-CBE146F69092}" dt="2025-01-31T16:48:53.060" v="435" actId="1036"/>
          <ac:cxnSpMkLst>
            <pc:docMk/>
            <pc:sldMk cId="4225574555" sldId="1483"/>
            <ac:cxnSpMk id="55" creationId="{6E2E991C-F003-0DF7-F83B-BBAE84BE7B9A}"/>
          </ac:cxnSpMkLst>
        </pc:cxnChg>
        <pc:cxnChg chg="add mod">
          <ac:chgData name="Maria Rojas Ramirez" userId="92be514a-6790-4b3d-9adb-94743b871476" providerId="ADAL" clId="{1F179091-6A4D-1343-92C0-CBE146F69092}" dt="2025-01-31T16:52:42.621" v="467" actId="14100"/>
          <ac:cxnSpMkLst>
            <pc:docMk/>
            <pc:sldMk cId="4225574555" sldId="1483"/>
            <ac:cxnSpMk id="58" creationId="{CE55417C-36E8-A9FC-C7A5-61CDB17C7AF8}"/>
          </ac:cxnSpMkLst>
        </pc:cxnChg>
        <pc:cxnChg chg="mod">
          <ac:chgData name="Maria Rojas Ramirez" userId="92be514a-6790-4b3d-9adb-94743b871476" providerId="ADAL" clId="{1F179091-6A4D-1343-92C0-CBE146F69092}" dt="2025-01-31T16:53:05.327" v="470" actId="1035"/>
          <ac:cxnSpMkLst>
            <pc:docMk/>
            <pc:sldMk cId="4225574555" sldId="1483"/>
            <ac:cxnSpMk id="95" creationId="{952CEA87-40FA-D1A6-636E-E58C25E00544}"/>
          </ac:cxnSpMkLst>
        </pc:cxnChg>
        <pc:cxnChg chg="mod">
          <ac:chgData name="Maria Rojas Ramirez" userId="92be514a-6790-4b3d-9adb-94743b871476" providerId="ADAL" clId="{1F179091-6A4D-1343-92C0-CBE146F69092}" dt="2025-01-31T16:53:55.735" v="501" actId="1038"/>
          <ac:cxnSpMkLst>
            <pc:docMk/>
            <pc:sldMk cId="4225574555" sldId="1483"/>
            <ac:cxnSpMk id="96" creationId="{FB395BF9-C3AF-C0D5-D301-96D261678A68}"/>
          </ac:cxnSpMkLst>
        </pc:cxnChg>
        <pc:cxnChg chg="mod">
          <ac:chgData name="Maria Rojas Ramirez" userId="92be514a-6790-4b3d-9adb-94743b871476" providerId="ADAL" clId="{1F179091-6A4D-1343-92C0-CBE146F69092}" dt="2025-01-31T16:49:08.577" v="438" actId="1036"/>
          <ac:cxnSpMkLst>
            <pc:docMk/>
            <pc:sldMk cId="4225574555" sldId="1483"/>
            <ac:cxnSpMk id="100" creationId="{0F53C152-570E-0A8F-AA24-D4B8D7FF296B}"/>
          </ac:cxnSpMkLst>
        </pc:cxnChg>
        <pc:cxnChg chg="mod">
          <ac:chgData name="Maria Rojas Ramirez" userId="92be514a-6790-4b3d-9adb-94743b871476" providerId="ADAL" clId="{1F179091-6A4D-1343-92C0-CBE146F69092}" dt="2025-01-31T16:53:55.735" v="501" actId="1038"/>
          <ac:cxnSpMkLst>
            <pc:docMk/>
            <pc:sldMk cId="4225574555" sldId="1483"/>
            <ac:cxnSpMk id="116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1-31T16:53:36.738" v="471" actId="552"/>
          <ac:cxnSpMkLst>
            <pc:docMk/>
            <pc:sldMk cId="4225574555" sldId="1483"/>
            <ac:cxnSpMk id="123" creationId="{00000000-0000-0000-0000-000000000000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1-31T17:03:10.447" v="615" actId="404"/>
        <pc:sldMkLst>
          <pc:docMk/>
          <pc:sldMk cId="84444737" sldId="1484"/>
        </pc:sldMkLst>
        <pc:spChg chg="add mod">
          <ac:chgData name="Maria Rojas Ramirez" userId="92be514a-6790-4b3d-9adb-94743b871476" providerId="ADAL" clId="{1F179091-6A4D-1343-92C0-CBE146F69092}" dt="2025-01-31T17:03:10.447" v="615" actId="404"/>
          <ac:spMkLst>
            <pc:docMk/>
            <pc:sldMk cId="84444737" sldId="1484"/>
            <ac:spMk id="30" creationId="{8E1DF5D1-D141-2EFE-B930-9135E57BD4D9}"/>
          </ac:spMkLst>
        </pc:spChg>
        <pc:spChg chg="mod">
          <ac:chgData name="Maria Rojas Ramirez" userId="92be514a-6790-4b3d-9adb-94743b871476" providerId="ADAL" clId="{1F179091-6A4D-1343-92C0-CBE146F69092}" dt="2025-01-31T16:55:15.134" v="505" actId="20577"/>
          <ac:spMkLst>
            <pc:docMk/>
            <pc:sldMk cId="84444737" sldId="1484"/>
            <ac:spMk id="36" creationId="{79F4E0AD-4836-B8BF-F1B6-C481A526284C}"/>
          </ac:spMkLst>
        </pc:spChg>
        <pc:spChg chg="mod">
          <ac:chgData name="Maria Rojas Ramirez" userId="92be514a-6790-4b3d-9adb-94743b871476" providerId="ADAL" clId="{1F179091-6A4D-1343-92C0-CBE146F69092}" dt="2025-01-31T16:55:24.386" v="506"/>
          <ac:spMkLst>
            <pc:docMk/>
            <pc:sldMk cId="84444737" sldId="1484"/>
            <ac:spMk id="68" creationId="{C229E4F2-9788-29EE-3CE4-1A28022351FA}"/>
          </ac:spMkLst>
        </pc:spChg>
      </pc:sldChg>
      <pc:sldChg chg="addSp modSp add mod">
        <pc:chgData name="Maria Rojas Ramirez" userId="92be514a-6790-4b3d-9adb-94743b871476" providerId="ADAL" clId="{1F179091-6A4D-1343-92C0-CBE146F69092}" dt="2025-01-31T17:03:03.472" v="614" actId="404"/>
        <pc:sldMkLst>
          <pc:docMk/>
          <pc:sldMk cId="2989312552" sldId="1485"/>
        </pc:sldMkLst>
        <pc:spChg chg="add mod">
          <ac:chgData name="Maria Rojas Ramirez" userId="92be514a-6790-4b3d-9adb-94743b871476" providerId="ADAL" clId="{1F179091-6A4D-1343-92C0-CBE146F69092}" dt="2025-01-31T17:03:03.472" v="614" actId="404"/>
          <ac:spMkLst>
            <pc:docMk/>
            <pc:sldMk cId="2989312552" sldId="1485"/>
            <ac:spMk id="24" creationId="{4C0B34C9-5B45-BE34-79BF-A97D0DD81E40}"/>
          </ac:spMkLst>
        </pc:spChg>
        <pc:spChg chg="mod">
          <ac:chgData name="Maria Rojas Ramirez" userId="92be514a-6790-4b3d-9adb-94743b871476" providerId="ADAL" clId="{1F179091-6A4D-1343-92C0-CBE146F69092}" dt="2025-01-31T16:56:53.326" v="510" actId="20577"/>
          <ac:spMkLst>
            <pc:docMk/>
            <pc:sldMk cId="2989312552" sldId="1485"/>
            <ac:spMk id="36" creationId="{C9FFC62C-9322-9D08-109C-43B90CD44D03}"/>
          </ac:spMkLst>
        </pc:spChg>
        <pc:spChg chg="mod">
          <ac:chgData name="Maria Rojas Ramirez" userId="92be514a-6790-4b3d-9adb-94743b871476" providerId="ADAL" clId="{1F179091-6A4D-1343-92C0-CBE146F69092}" dt="2025-01-31T16:57:03.242" v="511"/>
          <ac:spMkLst>
            <pc:docMk/>
            <pc:sldMk cId="2989312552" sldId="1485"/>
            <ac:spMk id="68" creationId="{D6C4B6C7-F59A-A96D-52D0-F7C4EA32AF71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2-10T17:17:39.138" v="4124" actId="11529"/>
        <pc:sldMkLst>
          <pc:docMk/>
          <pc:sldMk cId="2581524022" sldId="1486"/>
        </pc:sldMkLst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4" creationId="{21A1282E-99ED-B9F7-5D8D-C9385BEA303D}"/>
          </ac:spMkLst>
        </pc:spChg>
        <pc:spChg chg="mod">
          <ac:chgData name="Maria Rojas Ramirez" userId="92be514a-6790-4b3d-9adb-94743b871476" providerId="ADAL" clId="{1F179091-6A4D-1343-92C0-CBE146F69092}" dt="2025-02-10T17:17:10.834" v="4115" actId="14100"/>
          <ac:spMkLst>
            <pc:docMk/>
            <pc:sldMk cId="2581524022" sldId="1486"/>
            <ac:spMk id="5" creationId="{58C9A9AF-275E-C94E-D30B-A9CD26743662}"/>
          </ac:spMkLst>
        </pc:spChg>
        <pc:spChg chg="mod">
          <ac:chgData name="Maria Rojas Ramirez" userId="92be514a-6790-4b3d-9adb-94743b871476" providerId="ADAL" clId="{1F179091-6A4D-1343-92C0-CBE146F69092}" dt="2025-02-10T17:15:50.723" v="4014" actId="14100"/>
          <ac:spMkLst>
            <pc:docMk/>
            <pc:sldMk cId="2581524022" sldId="1486"/>
            <ac:spMk id="6" creationId="{CA4B9953-F467-2F6B-E3D0-5D790C545055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8" creationId="{ABF8ECF9-060E-7DC7-C53B-958515BF2F11}"/>
          </ac:spMkLst>
        </pc:spChg>
        <pc:spChg chg="mod">
          <ac:chgData name="Maria Rojas Ramirez" userId="92be514a-6790-4b3d-9adb-94743b871476" providerId="ADAL" clId="{1F179091-6A4D-1343-92C0-CBE146F69092}" dt="2025-02-10T17:16:59.365" v="4112" actId="1036"/>
          <ac:spMkLst>
            <pc:docMk/>
            <pc:sldMk cId="2581524022" sldId="1486"/>
            <ac:spMk id="9" creationId="{D7BFA8F1-0082-A41F-CF25-7967A03C176E}"/>
          </ac:spMkLst>
        </pc:spChg>
        <pc:spChg chg="mod">
          <ac:chgData name="Maria Rojas Ramirez" userId="92be514a-6790-4b3d-9adb-94743b871476" providerId="ADAL" clId="{1F179091-6A4D-1343-92C0-CBE146F69092}" dt="2025-02-10T17:17:07.220" v="4114" actId="14100"/>
          <ac:spMkLst>
            <pc:docMk/>
            <pc:sldMk cId="2581524022" sldId="1486"/>
            <ac:spMk id="12" creationId="{0F03E428-6C86-27C7-9BBA-3F48E46A0B36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20" creationId="{C1A2BEA2-196D-ED74-AA50-0481495A15C0}"/>
          </ac:spMkLst>
        </pc:spChg>
        <pc:spChg chg="mod">
          <ac:chgData name="Maria Rojas Ramirez" userId="92be514a-6790-4b3d-9adb-94743b871476" providerId="ADAL" clId="{1F179091-6A4D-1343-92C0-CBE146F69092}" dt="2025-02-10T17:17:14.289" v="4120" actId="1037"/>
          <ac:spMkLst>
            <pc:docMk/>
            <pc:sldMk cId="2581524022" sldId="1486"/>
            <ac:spMk id="24" creationId="{C31F7BDC-F9F2-25F3-2718-0DC36BD67198}"/>
          </ac:spMkLst>
        </pc:spChg>
        <pc:spChg chg="mod">
          <ac:chgData name="Maria Rojas Ramirez" userId="92be514a-6790-4b3d-9adb-94743b871476" providerId="ADAL" clId="{1F179091-6A4D-1343-92C0-CBE146F69092}" dt="2025-02-10T17:15:39.994" v="4011" actId="1038"/>
          <ac:spMkLst>
            <pc:docMk/>
            <pc:sldMk cId="2581524022" sldId="1486"/>
            <ac:spMk id="25" creationId="{7D85E7F0-251E-200E-2384-FA59145E6487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28" creationId="{ECF7B038-F86D-EC2C-A7DF-DB629E527FF1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29" creationId="{FC1F2DD5-FB4E-DEC9-4C46-AD4CC1D00836}"/>
          </ac:spMkLst>
        </pc:spChg>
        <pc:spChg chg="mod">
          <ac:chgData name="Maria Rojas Ramirez" userId="92be514a-6790-4b3d-9adb-94743b871476" providerId="ADAL" clId="{1F179091-6A4D-1343-92C0-CBE146F69092}" dt="2025-02-10T17:17:24.718" v="4122" actId="1076"/>
          <ac:spMkLst>
            <pc:docMk/>
            <pc:sldMk cId="2581524022" sldId="1486"/>
            <ac:spMk id="34" creationId="{E3805B77-6557-5CDE-EF12-1D5E6095A861}"/>
          </ac:spMkLst>
        </pc:spChg>
        <pc:spChg chg="mod">
          <ac:chgData name="Maria Rojas Ramirez" userId="92be514a-6790-4b3d-9adb-94743b871476" providerId="ADAL" clId="{1F179091-6A4D-1343-92C0-CBE146F69092}" dt="2025-01-31T17:05:42.219" v="622"/>
          <ac:spMkLst>
            <pc:docMk/>
            <pc:sldMk cId="2581524022" sldId="1486"/>
            <ac:spMk id="36" creationId="{00CCCE5F-213E-7C3D-8A83-6664F4BCD3E0}"/>
          </ac:spMkLst>
        </pc:spChg>
        <pc:spChg chg="mod">
          <ac:chgData name="Maria Rojas Ramirez" userId="92be514a-6790-4b3d-9adb-94743b871476" providerId="ADAL" clId="{1F179091-6A4D-1343-92C0-CBE146F69092}" dt="2025-02-10T17:15:43.200" v="4012" actId="1076"/>
          <ac:spMkLst>
            <pc:docMk/>
            <pc:sldMk cId="2581524022" sldId="1486"/>
            <ac:spMk id="37" creationId="{43392CA1-9C0C-3FA2-C24E-310735CEBB59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41" creationId="{E7D69D78-8FFC-6B4C-53FD-602739827C05}"/>
          </ac:spMkLst>
        </pc:spChg>
        <pc:spChg chg="mod">
          <ac:chgData name="Maria Rojas Ramirez" userId="92be514a-6790-4b3d-9adb-94743b871476" providerId="ADAL" clId="{1F179091-6A4D-1343-92C0-CBE146F69092}" dt="2025-02-10T17:17:20.023" v="4121" actId="14100"/>
          <ac:spMkLst>
            <pc:docMk/>
            <pc:sldMk cId="2581524022" sldId="1486"/>
            <ac:spMk id="49" creationId="{E1E3C243-6875-D1FF-F53E-65D21E6AF4B9}"/>
          </ac:spMkLst>
        </pc:spChg>
        <pc:spChg chg="add mod">
          <ac:chgData name="Maria Rojas Ramirez" userId="92be514a-6790-4b3d-9adb-94743b871476" providerId="ADAL" clId="{1F179091-6A4D-1343-92C0-CBE146F69092}" dt="2025-01-31T17:05:58.414" v="624" actId="1076"/>
          <ac:spMkLst>
            <pc:docMk/>
            <pc:sldMk cId="2581524022" sldId="1486"/>
            <ac:spMk id="50" creationId="{FD4B792E-7E05-2FF2-976F-3926CDBAEF10}"/>
          </ac:spMkLst>
        </pc:spChg>
        <pc:spChg chg="mod">
          <ac:chgData name="Maria Rojas Ramirez" userId="92be514a-6790-4b3d-9adb-94743b871476" providerId="ADAL" clId="{1F179091-6A4D-1343-92C0-CBE146F69092}" dt="2025-01-31T17:06:18.778" v="625"/>
          <ac:spMkLst>
            <pc:docMk/>
            <pc:sldMk cId="2581524022" sldId="1486"/>
            <ac:spMk id="68" creationId="{B2D3CE0F-C086-FCF1-1839-EA5A814AC2CF}"/>
          </ac:spMkLst>
        </pc:spChg>
        <pc:spChg chg="mod">
          <ac:chgData name="Maria Rojas Ramirez" userId="92be514a-6790-4b3d-9adb-94743b871476" providerId="ADAL" clId="{1F179091-6A4D-1343-92C0-CBE146F69092}" dt="2025-02-10T17:17:04.632" v="4113" actId="14100"/>
          <ac:spMkLst>
            <pc:docMk/>
            <pc:sldMk cId="2581524022" sldId="1486"/>
            <ac:spMk id="75" creationId="{4796D1DC-5E26-7347-3476-22362C021DD5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86" creationId="{7C7997BA-231E-818E-80E5-A5153438505E}"/>
          </ac:spMkLst>
        </pc:spChg>
        <pc:spChg chg="mod">
          <ac:chgData name="Maria Rojas Ramirez" userId="92be514a-6790-4b3d-9adb-94743b871476" providerId="ADAL" clId="{1F179091-6A4D-1343-92C0-CBE146F69092}" dt="2025-02-10T17:16:39.805" v="4090" actId="1037"/>
          <ac:spMkLst>
            <pc:docMk/>
            <pc:sldMk cId="2581524022" sldId="1486"/>
            <ac:spMk id="87" creationId="{EF37322C-2511-067F-CAA6-44B4C15B3A1B}"/>
          </ac:spMkLst>
        </pc:spChg>
        <pc:cxnChg chg="mod">
          <ac:chgData name="Maria Rojas Ramirez" userId="92be514a-6790-4b3d-9adb-94743b871476" providerId="ADAL" clId="{1F179091-6A4D-1343-92C0-CBE146F69092}" dt="2025-02-10T17:16:59.365" v="4112" actId="1036"/>
          <ac:cxnSpMkLst>
            <pc:docMk/>
            <pc:sldMk cId="2581524022" sldId="1486"/>
            <ac:cxnSpMk id="26" creationId="{25D67EF3-5593-DF1C-F026-EF53F794C078}"/>
          </ac:cxnSpMkLst>
        </pc:cxnChg>
        <pc:cxnChg chg="mod">
          <ac:chgData name="Maria Rojas Ramirez" userId="92be514a-6790-4b3d-9adb-94743b871476" providerId="ADAL" clId="{1F179091-6A4D-1343-92C0-CBE146F69092}" dt="2025-02-10T17:16:59.365" v="4112" actId="1036"/>
          <ac:cxnSpMkLst>
            <pc:docMk/>
            <pc:sldMk cId="2581524022" sldId="1486"/>
            <ac:cxnSpMk id="38" creationId="{238F71C0-406B-CE39-6CE4-904BD819704F}"/>
          </ac:cxnSpMkLst>
        </pc:cxnChg>
        <pc:cxnChg chg="mod">
          <ac:chgData name="Maria Rojas Ramirez" userId="92be514a-6790-4b3d-9adb-94743b871476" providerId="ADAL" clId="{1F179091-6A4D-1343-92C0-CBE146F69092}" dt="2025-02-10T17:16:39.805" v="4090" actId="1037"/>
          <ac:cxnSpMkLst>
            <pc:docMk/>
            <pc:sldMk cId="2581524022" sldId="1486"/>
            <ac:cxnSpMk id="54" creationId="{C8AFF51E-7A00-63F1-CB6F-8BC4B9648911}"/>
          </ac:cxnSpMkLst>
        </pc:cxnChg>
        <pc:cxnChg chg="add mod">
          <ac:chgData name="Maria Rojas Ramirez" userId="92be514a-6790-4b3d-9adb-94743b871476" providerId="ADAL" clId="{1F179091-6A4D-1343-92C0-CBE146F69092}" dt="2025-02-10T17:17:14.289" v="4120" actId="1037"/>
          <ac:cxnSpMkLst>
            <pc:docMk/>
            <pc:sldMk cId="2581524022" sldId="1486"/>
            <ac:cxnSpMk id="57" creationId="{6DA44022-F467-24FF-D842-219F6C74ECEE}"/>
          </ac:cxnSpMkLst>
        </pc:cxnChg>
        <pc:cxnChg chg="add">
          <ac:chgData name="Maria Rojas Ramirez" userId="92be514a-6790-4b3d-9adb-94743b871476" providerId="ADAL" clId="{1F179091-6A4D-1343-92C0-CBE146F69092}" dt="2025-02-10T17:17:31.509" v="4123" actId="11529"/>
          <ac:cxnSpMkLst>
            <pc:docMk/>
            <pc:sldMk cId="2581524022" sldId="1486"/>
            <ac:cxnSpMk id="65" creationId="{DE014022-9AB2-F600-6738-1B7CEFE42950}"/>
          </ac:cxnSpMkLst>
        </pc:cxnChg>
        <pc:cxnChg chg="add">
          <ac:chgData name="Maria Rojas Ramirez" userId="92be514a-6790-4b3d-9adb-94743b871476" providerId="ADAL" clId="{1F179091-6A4D-1343-92C0-CBE146F69092}" dt="2025-02-10T17:17:39.138" v="4124" actId="11529"/>
          <ac:cxnSpMkLst>
            <pc:docMk/>
            <pc:sldMk cId="2581524022" sldId="1486"/>
            <ac:cxnSpMk id="72" creationId="{7CB4EF6D-FB05-ADC4-9006-0695A2B5706F}"/>
          </ac:cxnSpMkLst>
        </pc:cxnChg>
        <pc:cxnChg chg="mod">
          <ac:chgData name="Maria Rojas Ramirez" userId="92be514a-6790-4b3d-9adb-94743b871476" providerId="ADAL" clId="{1F179091-6A4D-1343-92C0-CBE146F69092}" dt="2025-02-10T17:16:59.365" v="4112" actId="1036"/>
          <ac:cxnSpMkLst>
            <pc:docMk/>
            <pc:sldMk cId="2581524022" sldId="1486"/>
            <ac:cxnSpMk id="105" creationId="{5F70F920-39C3-9484-7A48-FFE236D3800D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1-31T17:08:03.993" v="632" actId="1076"/>
        <pc:sldMkLst>
          <pc:docMk/>
          <pc:sldMk cId="3539807769" sldId="1487"/>
        </pc:sldMkLst>
        <pc:spChg chg="add mod">
          <ac:chgData name="Maria Rojas Ramirez" userId="92be514a-6790-4b3d-9adb-94743b871476" providerId="ADAL" clId="{1F179091-6A4D-1343-92C0-CBE146F69092}" dt="2025-01-31T17:08:03.993" v="632" actId="1076"/>
          <ac:spMkLst>
            <pc:docMk/>
            <pc:sldMk cId="3539807769" sldId="1487"/>
            <ac:spMk id="7" creationId="{D1D2996A-D8E2-69B2-1ACC-FC3C7D1D8C41}"/>
          </ac:spMkLst>
        </pc:spChg>
        <pc:spChg chg="mod">
          <ac:chgData name="Maria Rojas Ramirez" userId="92be514a-6790-4b3d-9adb-94743b871476" providerId="ADAL" clId="{1F179091-6A4D-1343-92C0-CBE146F69092}" dt="2025-01-31T17:07:36.191" v="629"/>
          <ac:spMkLst>
            <pc:docMk/>
            <pc:sldMk cId="3539807769" sldId="1487"/>
            <ac:spMk id="36" creationId="{90CE94F2-92CD-E126-5561-B5F211AA3DC9}"/>
          </ac:spMkLst>
        </pc:spChg>
        <pc:spChg chg="mod">
          <ac:chgData name="Maria Rojas Ramirez" userId="92be514a-6790-4b3d-9adb-94743b871476" providerId="ADAL" clId="{1F179091-6A4D-1343-92C0-CBE146F69092}" dt="2025-01-31T17:07:47.126" v="630"/>
          <ac:spMkLst>
            <pc:docMk/>
            <pc:sldMk cId="3539807769" sldId="1487"/>
            <ac:spMk id="68" creationId="{4699B1A4-DB2E-F60B-7A20-888A45749F50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1-31T19:02:16.963" v="699" actId="1076"/>
        <pc:sldMkLst>
          <pc:docMk/>
          <pc:sldMk cId="2331162176" sldId="1488"/>
        </pc:sldMkLst>
        <pc:spChg chg="add mod">
          <ac:chgData name="Maria Rojas Ramirez" userId="92be514a-6790-4b3d-9adb-94743b871476" providerId="ADAL" clId="{1F179091-6A4D-1343-92C0-CBE146F69092}" dt="2025-01-31T17:57:29.505" v="649" actId="1036"/>
          <ac:spMkLst>
            <pc:docMk/>
            <pc:sldMk cId="2331162176" sldId="1488"/>
            <ac:spMk id="4" creationId="{1AF506C1-47D5-13E6-EFDA-9AA400ECBD57}"/>
          </ac:spMkLst>
        </pc:spChg>
        <pc:spChg chg="mod">
          <ac:chgData name="Maria Rojas Ramirez" userId="92be514a-6790-4b3d-9adb-94743b871476" providerId="ADAL" clId="{1F179091-6A4D-1343-92C0-CBE146F69092}" dt="2025-01-31T18:53:09.892" v="668" actId="1036"/>
          <ac:spMkLst>
            <pc:docMk/>
            <pc:sldMk cId="2331162176" sldId="1488"/>
            <ac:spMk id="31" creationId="{56818232-58C7-D7D1-FA46-63160B67A3AE}"/>
          </ac:spMkLst>
        </pc:spChg>
        <pc:spChg chg="mod">
          <ac:chgData name="Maria Rojas Ramirez" userId="92be514a-6790-4b3d-9adb-94743b871476" providerId="ADAL" clId="{1F179091-6A4D-1343-92C0-CBE146F69092}" dt="2025-01-31T17:57:53.042" v="653" actId="1035"/>
          <ac:spMkLst>
            <pc:docMk/>
            <pc:sldMk cId="2331162176" sldId="1488"/>
            <ac:spMk id="34" creationId="{BEDC016C-5E1A-03D5-E365-AED1CC7AC3C7}"/>
          </ac:spMkLst>
        </pc:spChg>
        <pc:spChg chg="mod">
          <ac:chgData name="Maria Rojas Ramirez" userId="92be514a-6790-4b3d-9adb-94743b871476" providerId="ADAL" clId="{1F179091-6A4D-1343-92C0-CBE146F69092}" dt="2025-01-31T19:01:51.519" v="695"/>
          <ac:spMkLst>
            <pc:docMk/>
            <pc:sldMk cId="2331162176" sldId="1488"/>
            <ac:spMk id="36" creationId="{A3FBEF07-528B-689A-5761-7B089F0E1776}"/>
          </ac:spMkLst>
        </pc:spChg>
        <pc:spChg chg="add mod">
          <ac:chgData name="Maria Rojas Ramirez" userId="92be514a-6790-4b3d-9adb-94743b871476" providerId="ADAL" clId="{1F179091-6A4D-1343-92C0-CBE146F69092}" dt="2025-01-31T18:52:34.030" v="662" actId="207"/>
          <ac:spMkLst>
            <pc:docMk/>
            <pc:sldMk cId="2331162176" sldId="1488"/>
            <ac:spMk id="39" creationId="{F617E872-4BD3-55B0-D1E5-671F1BB32289}"/>
          </ac:spMkLst>
        </pc:spChg>
        <pc:spChg chg="mod topLvl">
          <ac:chgData name="Maria Rojas Ramirez" userId="92be514a-6790-4b3d-9adb-94743b871476" providerId="ADAL" clId="{1F179091-6A4D-1343-92C0-CBE146F69092}" dt="2025-01-31T18:54:55.520" v="690" actId="1038"/>
          <ac:spMkLst>
            <pc:docMk/>
            <pc:sldMk cId="2331162176" sldId="1488"/>
            <ac:spMk id="40" creationId="{41BB04FF-57D0-A098-5768-309899E73469}"/>
          </ac:spMkLst>
        </pc:spChg>
        <pc:spChg chg="mod topLvl">
          <ac:chgData name="Maria Rojas Ramirez" userId="92be514a-6790-4b3d-9adb-94743b871476" providerId="ADAL" clId="{1F179091-6A4D-1343-92C0-CBE146F69092}" dt="2025-01-31T18:54:52.628" v="687" actId="1076"/>
          <ac:spMkLst>
            <pc:docMk/>
            <pc:sldMk cId="2331162176" sldId="1488"/>
            <ac:spMk id="50" creationId="{19DF1765-E78A-AA33-BD3B-67B68F0361CC}"/>
          </ac:spMkLst>
        </pc:spChg>
        <pc:spChg chg="add mod">
          <ac:chgData name="Maria Rojas Ramirez" userId="92be514a-6790-4b3d-9adb-94743b871476" providerId="ADAL" clId="{1F179091-6A4D-1343-92C0-CBE146F69092}" dt="2025-01-31T19:02:16.963" v="699" actId="1076"/>
          <ac:spMkLst>
            <pc:docMk/>
            <pc:sldMk cId="2331162176" sldId="1488"/>
            <ac:spMk id="59" creationId="{F4109756-2CCD-B692-F8D2-D58292B46D75}"/>
          </ac:spMkLst>
        </pc:spChg>
        <pc:spChg chg="mod">
          <ac:chgData name="Maria Rojas Ramirez" userId="92be514a-6790-4b3d-9adb-94743b871476" providerId="ADAL" clId="{1F179091-6A4D-1343-92C0-CBE146F69092}" dt="2025-01-31T19:02:11.583" v="698"/>
          <ac:spMkLst>
            <pc:docMk/>
            <pc:sldMk cId="2331162176" sldId="1488"/>
            <ac:spMk id="68" creationId="{FAB21C69-5D64-9200-7141-21A09457CBF2}"/>
          </ac:spMkLst>
        </pc:spChg>
        <pc:grpChg chg="add">
          <ac:chgData name="Maria Rojas Ramirez" userId="92be514a-6790-4b3d-9adb-94743b871476" providerId="ADAL" clId="{1F179091-6A4D-1343-92C0-CBE146F69092}" dt="2025-01-31T18:55:07.238" v="691" actId="164"/>
          <ac:grpSpMkLst>
            <pc:docMk/>
            <pc:sldMk cId="2331162176" sldId="1488"/>
            <ac:grpSpMk id="57" creationId="{16D89620-15CE-9BE0-6A83-0A05B4CAB9F0}"/>
          </ac:grpSpMkLst>
        </pc:grpChg>
        <pc:cxnChg chg="mod">
          <ac:chgData name="Maria Rojas Ramirez" userId="92be514a-6790-4b3d-9adb-94743b871476" providerId="ADAL" clId="{1F179091-6A4D-1343-92C0-CBE146F69092}" dt="2025-01-31T18:54:55.520" v="690" actId="1038"/>
          <ac:cxnSpMkLst>
            <pc:docMk/>
            <pc:sldMk cId="2331162176" sldId="1488"/>
            <ac:cxnSpMk id="13" creationId="{EC3BD8BD-BF16-9DE7-F574-8C6F497F2A88}"/>
          </ac:cxnSpMkLst>
        </pc:cxnChg>
        <pc:cxnChg chg="add">
          <ac:chgData name="Maria Rojas Ramirez" userId="92be514a-6790-4b3d-9adb-94743b871476" providerId="ADAL" clId="{1F179091-6A4D-1343-92C0-CBE146F69092}" dt="2025-01-31T17:57:41.041" v="651" actId="11529"/>
          <ac:cxnSpMkLst>
            <pc:docMk/>
            <pc:sldMk cId="2331162176" sldId="1488"/>
            <ac:cxnSpMk id="29" creationId="{95E4B2BF-50B8-5EFB-C683-EA60E820C4EC}"/>
          </ac:cxnSpMkLst>
        </pc:cxnChg>
        <pc:cxnChg chg="add mod">
          <ac:chgData name="Maria Rojas Ramirez" userId="92be514a-6790-4b3d-9adb-94743b871476" providerId="ADAL" clId="{1F179091-6A4D-1343-92C0-CBE146F69092}" dt="2025-01-31T17:57:53.042" v="653" actId="1035"/>
          <ac:cxnSpMkLst>
            <pc:docMk/>
            <pc:sldMk cId="2331162176" sldId="1488"/>
            <ac:cxnSpMk id="33" creationId="{E715C38E-8225-526C-3D62-52EA40478283}"/>
          </ac:cxnSpMkLst>
        </pc:cxnChg>
        <pc:cxnChg chg="add mod">
          <ac:chgData name="Maria Rojas Ramirez" userId="92be514a-6790-4b3d-9adb-94743b871476" providerId="ADAL" clId="{1F179091-6A4D-1343-92C0-CBE146F69092}" dt="2025-01-31T18:52:54.605" v="665" actId="14100"/>
          <ac:cxnSpMkLst>
            <pc:docMk/>
            <pc:sldMk cId="2331162176" sldId="1488"/>
            <ac:cxnSpMk id="42" creationId="{815DBEEC-16FC-0DBF-A7B8-4A2DFB1D24CA}"/>
          </ac:cxnSpMkLst>
        </pc:cxnChg>
        <pc:cxnChg chg="add mod">
          <ac:chgData name="Maria Rojas Ramirez" userId="92be514a-6790-4b3d-9adb-94743b871476" providerId="ADAL" clId="{1F179091-6A4D-1343-92C0-CBE146F69092}" dt="2025-01-31T18:53:09.892" v="668" actId="1036"/>
          <ac:cxnSpMkLst>
            <pc:docMk/>
            <pc:sldMk cId="2331162176" sldId="1488"/>
            <ac:cxnSpMk id="52" creationId="{C46C182B-9AD7-CAB5-41F8-A36F77253D02}"/>
          </ac:cxnSpMkLst>
        </pc:cxnChg>
        <pc:cxnChg chg="mod">
          <ac:chgData name="Maria Rojas Ramirez" userId="92be514a-6790-4b3d-9adb-94743b871476" providerId="ADAL" clId="{1F179091-6A4D-1343-92C0-CBE146F69092}" dt="2025-01-31T18:54:55.520" v="690" actId="1038"/>
          <ac:cxnSpMkLst>
            <pc:docMk/>
            <pc:sldMk cId="2331162176" sldId="1488"/>
            <ac:cxnSpMk id="106" creationId="{B579410D-1E1F-5EB1-7A83-3A3CADD6F950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1-31T19:30:54.307" v="787" actId="1076"/>
        <pc:sldMkLst>
          <pc:docMk/>
          <pc:sldMk cId="175000531" sldId="1489"/>
        </pc:sldMkLst>
        <pc:spChg chg="add mod">
          <ac:chgData name="Maria Rojas Ramirez" userId="92be514a-6790-4b3d-9adb-94743b871476" providerId="ADAL" clId="{1F179091-6A4D-1343-92C0-CBE146F69092}" dt="2025-01-31T19:30:54.307" v="787" actId="1076"/>
          <ac:spMkLst>
            <pc:docMk/>
            <pc:sldMk cId="175000531" sldId="1489"/>
            <ac:spMk id="2" creationId="{60CB3376-7372-5AB7-42AF-20F7036B96A3}"/>
          </ac:spMkLst>
        </pc:spChg>
        <pc:spChg chg="mod">
          <ac:chgData name="Maria Rojas Ramirez" userId="92be514a-6790-4b3d-9adb-94743b871476" providerId="ADAL" clId="{1F179091-6A4D-1343-92C0-CBE146F69092}" dt="2025-01-31T19:21:00.572" v="784" actId="404"/>
          <ac:spMkLst>
            <pc:docMk/>
            <pc:sldMk cId="175000531" sldId="1489"/>
            <ac:spMk id="30" creationId="{69AC8873-F6B2-2F8A-6C1A-777E720E7926}"/>
          </ac:spMkLst>
        </pc:spChg>
      </pc:sldChg>
      <pc:sldChg chg="addSp modSp add del mod">
        <pc:chgData name="Maria Rojas Ramirez" userId="92be514a-6790-4b3d-9adb-94743b871476" providerId="ADAL" clId="{1F179091-6A4D-1343-92C0-CBE146F69092}" dt="2025-01-31T19:05:53.276" v="755" actId="2696"/>
        <pc:sldMkLst>
          <pc:docMk/>
          <pc:sldMk cId="3038473316" sldId="1489"/>
        </pc:sldMkLst>
      </pc:sldChg>
      <pc:sldChg chg="addSp modSp add mod">
        <pc:chgData name="Maria Rojas Ramirez" userId="92be514a-6790-4b3d-9adb-94743b871476" providerId="ADAL" clId="{1F179091-6A4D-1343-92C0-CBE146F69092}" dt="2025-01-31T19:33:03.381" v="793" actId="1076"/>
        <pc:sldMkLst>
          <pc:docMk/>
          <pc:sldMk cId="2160538070" sldId="1490"/>
        </pc:sldMkLst>
        <pc:spChg chg="add mod">
          <ac:chgData name="Maria Rojas Ramirez" userId="92be514a-6790-4b3d-9adb-94743b871476" providerId="ADAL" clId="{1F179091-6A4D-1343-92C0-CBE146F69092}" dt="2025-01-31T19:33:03.381" v="793" actId="1076"/>
          <ac:spMkLst>
            <pc:docMk/>
            <pc:sldMk cId="2160538070" sldId="1490"/>
            <ac:spMk id="5" creationId="{87B8BB1C-DCA7-0140-8D42-92C66D081533}"/>
          </ac:spMkLst>
        </pc:spChg>
        <pc:spChg chg="mod">
          <ac:chgData name="Maria Rojas Ramirez" userId="92be514a-6790-4b3d-9adb-94743b871476" providerId="ADAL" clId="{1F179091-6A4D-1343-92C0-CBE146F69092}" dt="2025-01-31T19:32:46.546" v="791"/>
          <ac:spMkLst>
            <pc:docMk/>
            <pc:sldMk cId="2160538070" sldId="1490"/>
            <ac:spMk id="30" creationId="{87F7E864-4D21-9F5C-727A-4FEC006D1F88}"/>
          </ac:spMkLst>
        </pc:spChg>
      </pc:sldChg>
      <pc:sldChg chg="addSp modSp add mod">
        <pc:chgData name="Maria Rojas Ramirez" userId="92be514a-6790-4b3d-9adb-94743b871476" providerId="ADAL" clId="{1F179091-6A4D-1343-92C0-CBE146F69092}" dt="2025-01-31T19:37:42.262" v="799"/>
        <pc:sldMkLst>
          <pc:docMk/>
          <pc:sldMk cId="361181661" sldId="1491"/>
        </pc:sldMkLst>
        <pc:spChg chg="add mod">
          <ac:chgData name="Maria Rojas Ramirez" userId="92be514a-6790-4b3d-9adb-94743b871476" providerId="ADAL" clId="{1F179091-6A4D-1343-92C0-CBE146F69092}" dt="2025-01-31T19:37:31.498" v="798"/>
          <ac:spMkLst>
            <pc:docMk/>
            <pc:sldMk cId="361181661" sldId="1491"/>
            <ac:spMk id="2" creationId="{C4D6E726-FE4D-A6DE-EEBD-54F60F5C858A}"/>
          </ac:spMkLst>
        </pc:spChg>
        <pc:spChg chg="mod">
          <ac:chgData name="Maria Rojas Ramirez" userId="92be514a-6790-4b3d-9adb-94743b871476" providerId="ADAL" clId="{1F179091-6A4D-1343-92C0-CBE146F69092}" dt="2025-01-31T19:37:42.262" v="799"/>
          <ac:spMkLst>
            <pc:docMk/>
            <pc:sldMk cId="361181661" sldId="1491"/>
            <ac:spMk id="56" creationId="{C8FB8F66-A213-FA8F-56D3-AF1C1C181AA6}"/>
          </ac:spMkLst>
        </pc:spChg>
      </pc:sldChg>
      <pc:sldChg chg="add">
        <pc:chgData name="Maria Rojas Ramirez" userId="92be514a-6790-4b3d-9adb-94743b871476" providerId="ADAL" clId="{1F179091-6A4D-1343-92C0-CBE146F69092}" dt="2025-01-31T19:38:49.668" v="801"/>
        <pc:sldMkLst>
          <pc:docMk/>
          <pc:sldMk cId="3743506009" sldId="1492"/>
        </pc:sldMkLst>
      </pc:sldChg>
      <pc:sldChg chg="addSp delSp modSp add mod">
        <pc:chgData name="Maria Rojas Ramirez" userId="92be514a-6790-4b3d-9adb-94743b871476" providerId="ADAL" clId="{1F179091-6A4D-1343-92C0-CBE146F69092}" dt="2025-03-05T18:18:17.573" v="5502" actId="20577"/>
        <pc:sldMkLst>
          <pc:docMk/>
          <pc:sldMk cId="3170383877" sldId="1493"/>
        </pc:sldMkLst>
        <pc:spChg chg="add mod">
          <ac:chgData name="Maria Rojas Ramirez" userId="92be514a-6790-4b3d-9adb-94743b871476" providerId="ADAL" clId="{1F179091-6A4D-1343-92C0-CBE146F69092}" dt="2025-01-31T20:00:37.157" v="835" actId="1076"/>
          <ac:spMkLst>
            <pc:docMk/>
            <pc:sldMk cId="3170383877" sldId="1493"/>
            <ac:spMk id="2" creationId="{F29810D1-8A0A-AAC4-C743-278ECB23DB33}"/>
          </ac:spMkLst>
        </pc:spChg>
        <pc:spChg chg="add mod">
          <ac:chgData name="Maria Rojas Ramirez" userId="92be514a-6790-4b3d-9adb-94743b871476" providerId="ADAL" clId="{1F179091-6A4D-1343-92C0-CBE146F69092}" dt="2025-01-31T20:00:44.139" v="837" actId="1076"/>
          <ac:spMkLst>
            <pc:docMk/>
            <pc:sldMk cId="3170383877" sldId="1493"/>
            <ac:spMk id="4" creationId="{75AF2B22-1A84-E15A-8FAD-3AD3830129E6}"/>
          </ac:spMkLst>
        </pc:spChg>
        <pc:spChg chg="add mod">
          <ac:chgData name="Maria Rojas Ramirez" userId="92be514a-6790-4b3d-9adb-94743b871476" providerId="ADAL" clId="{1F179091-6A4D-1343-92C0-CBE146F69092}" dt="2025-03-05T18:08:37.905" v="5486" actId="1035"/>
          <ac:spMkLst>
            <pc:docMk/>
            <pc:sldMk cId="3170383877" sldId="1493"/>
            <ac:spMk id="5" creationId="{A230D2CE-0FEF-BD52-180D-250BD6E983DF}"/>
          </ac:spMkLst>
        </pc:spChg>
        <pc:spChg chg="mod">
          <ac:chgData name="Maria Rojas Ramirez" userId="92be514a-6790-4b3d-9adb-94743b871476" providerId="ADAL" clId="{1F179091-6A4D-1343-92C0-CBE146F69092}" dt="2025-01-31T20:00:20.269" v="833"/>
          <ac:spMkLst>
            <pc:docMk/>
            <pc:sldMk cId="3170383877" sldId="1493"/>
            <ac:spMk id="11" creationId="{76261C51-2B7A-7519-3F17-8E88C21C16AE}"/>
          </ac:spMkLst>
        </pc:spChg>
        <pc:spChg chg="mod">
          <ac:chgData name="Maria Rojas Ramirez" userId="92be514a-6790-4b3d-9adb-94743b871476" providerId="ADAL" clId="{1F179091-6A4D-1343-92C0-CBE146F69092}" dt="2025-01-31T20:01:25.632" v="839"/>
          <ac:spMkLst>
            <pc:docMk/>
            <pc:sldMk cId="3170383877" sldId="1493"/>
            <ac:spMk id="12" creationId="{FFC33D2D-316E-2307-FCD2-E1465136CDBB}"/>
          </ac:spMkLst>
        </pc:spChg>
        <pc:spChg chg="add del mod">
          <ac:chgData name="Maria Rojas Ramirez" userId="92be514a-6790-4b3d-9adb-94743b871476" providerId="ADAL" clId="{1F179091-6A4D-1343-92C0-CBE146F69092}" dt="2025-03-05T18:02:30.701" v="5345" actId="478"/>
          <ac:spMkLst>
            <pc:docMk/>
            <pc:sldMk cId="3170383877" sldId="1493"/>
            <ac:spMk id="17" creationId="{72896EEA-C18D-6129-A9E5-B5ED2488CA8D}"/>
          </ac:spMkLst>
        </pc:spChg>
        <pc:spChg chg="add mod">
          <ac:chgData name="Maria Rojas Ramirez" userId="92be514a-6790-4b3d-9adb-94743b871476" providerId="ADAL" clId="{1F179091-6A4D-1343-92C0-CBE146F69092}" dt="2025-03-05T18:09:01.656" v="5487" actId="14100"/>
          <ac:spMkLst>
            <pc:docMk/>
            <pc:sldMk cId="3170383877" sldId="1493"/>
            <ac:spMk id="20" creationId="{9900BA82-07A2-6EF8-155E-A9BE390BCDA2}"/>
          </ac:spMkLst>
        </pc:spChg>
        <pc:spChg chg="mod">
          <ac:chgData name="Maria Rojas Ramirez" userId="92be514a-6790-4b3d-9adb-94743b871476" providerId="ADAL" clId="{1F179091-6A4D-1343-92C0-CBE146F69092}" dt="2025-03-05T18:01:56.382" v="5285" actId="1035"/>
          <ac:spMkLst>
            <pc:docMk/>
            <pc:sldMk cId="3170383877" sldId="1493"/>
            <ac:spMk id="35" creationId="{F726E6C6-36CE-9CD8-EC0E-4599AD6995CF}"/>
          </ac:spMkLst>
        </pc:spChg>
        <pc:spChg chg="mod">
          <ac:chgData name="Maria Rojas Ramirez" userId="92be514a-6790-4b3d-9adb-94743b871476" providerId="ADAL" clId="{1F179091-6A4D-1343-92C0-CBE146F69092}" dt="2025-03-05T18:01:56.382" v="5285" actId="1035"/>
          <ac:spMkLst>
            <pc:docMk/>
            <pc:sldMk cId="3170383877" sldId="1493"/>
            <ac:spMk id="36" creationId="{6C2290C5-CAD0-29BB-1B49-4D4DF1403BEC}"/>
          </ac:spMkLst>
        </pc:spChg>
        <pc:spChg chg="add del mod">
          <ac:chgData name="Maria Rojas Ramirez" userId="92be514a-6790-4b3d-9adb-94743b871476" providerId="ADAL" clId="{1F179091-6A4D-1343-92C0-CBE146F69092}" dt="2025-03-05T18:07:48.436" v="5448" actId="478"/>
          <ac:spMkLst>
            <pc:docMk/>
            <pc:sldMk cId="3170383877" sldId="1493"/>
            <ac:spMk id="38" creationId="{2AFAA414-CD6B-A944-FB96-220BD7B9A650}"/>
          </ac:spMkLst>
        </pc:spChg>
        <pc:spChg chg="mod">
          <ac:chgData name="Maria Rojas Ramirez" userId="92be514a-6790-4b3d-9adb-94743b871476" providerId="ADAL" clId="{1F179091-6A4D-1343-92C0-CBE146F69092}" dt="2025-03-05T18:07:58.871" v="5462" actId="1035"/>
          <ac:spMkLst>
            <pc:docMk/>
            <pc:sldMk cId="3170383877" sldId="1493"/>
            <ac:spMk id="39" creationId="{3DF8FCC2-CC0B-4E24-550E-EC8336FB4844}"/>
          </ac:spMkLst>
        </pc:spChg>
        <pc:spChg chg="add del mod">
          <ac:chgData name="Maria Rojas Ramirez" userId="92be514a-6790-4b3d-9adb-94743b871476" providerId="ADAL" clId="{1F179091-6A4D-1343-92C0-CBE146F69092}" dt="2025-03-05T18:07:41.604" v="5445" actId="478"/>
          <ac:spMkLst>
            <pc:docMk/>
            <pc:sldMk cId="3170383877" sldId="1493"/>
            <ac:spMk id="40" creationId="{C0C778A3-089B-5EEB-6281-AF0053B13105}"/>
          </ac:spMkLst>
        </pc:spChg>
        <pc:spChg chg="mod">
          <ac:chgData name="Maria Rojas Ramirez" userId="92be514a-6790-4b3d-9adb-94743b871476" providerId="ADAL" clId="{1F179091-6A4D-1343-92C0-CBE146F69092}" dt="2025-03-05T18:07:58.871" v="5462" actId="1035"/>
          <ac:spMkLst>
            <pc:docMk/>
            <pc:sldMk cId="3170383877" sldId="1493"/>
            <ac:spMk id="43" creationId="{D00B38FC-72A6-B423-309C-14E0799FD08B}"/>
          </ac:spMkLst>
        </pc:spChg>
        <pc:spChg chg="mod">
          <ac:chgData name="Maria Rojas Ramirez" userId="92be514a-6790-4b3d-9adb-94743b871476" providerId="ADAL" clId="{1F179091-6A4D-1343-92C0-CBE146F69092}" dt="2025-03-05T18:01:56.382" v="5285" actId="1035"/>
          <ac:spMkLst>
            <pc:docMk/>
            <pc:sldMk cId="3170383877" sldId="1493"/>
            <ac:spMk id="55" creationId="{3D2F0DE5-ABE2-37DD-346E-885A03B0871D}"/>
          </ac:spMkLst>
        </pc:spChg>
        <pc:spChg chg="mod">
          <ac:chgData name="Maria Rojas Ramirez" userId="92be514a-6790-4b3d-9adb-94743b871476" providerId="ADAL" clId="{1F179091-6A4D-1343-92C0-CBE146F69092}" dt="2025-01-31T20:01:22.375" v="838"/>
          <ac:spMkLst>
            <pc:docMk/>
            <pc:sldMk cId="3170383877" sldId="1493"/>
            <ac:spMk id="56" creationId="{AD1EE437-0204-2AC6-5633-F61059EC57E0}"/>
          </ac:spMkLst>
        </pc:spChg>
        <pc:spChg chg="mod">
          <ac:chgData name="Maria Rojas Ramirez" userId="92be514a-6790-4b3d-9adb-94743b871476" providerId="ADAL" clId="{1F179091-6A4D-1343-92C0-CBE146F69092}" dt="2025-03-05T18:07:58.871" v="5462" actId="1035"/>
          <ac:spMkLst>
            <pc:docMk/>
            <pc:sldMk cId="3170383877" sldId="1493"/>
            <ac:spMk id="57" creationId="{DBEF7DBC-7C45-36F3-12CF-88CA013F1D7C}"/>
          </ac:spMkLst>
        </pc:spChg>
        <pc:spChg chg="mod">
          <ac:chgData name="Maria Rojas Ramirez" userId="92be514a-6790-4b3d-9adb-94743b871476" providerId="ADAL" clId="{1F179091-6A4D-1343-92C0-CBE146F69092}" dt="2025-03-05T18:01:56.382" v="5285" actId="1035"/>
          <ac:spMkLst>
            <pc:docMk/>
            <pc:sldMk cId="3170383877" sldId="1493"/>
            <ac:spMk id="59" creationId="{8B020F13-AA3D-7523-E675-125B713502D9}"/>
          </ac:spMkLst>
        </pc:spChg>
        <pc:spChg chg="mod">
          <ac:chgData name="Maria Rojas Ramirez" userId="92be514a-6790-4b3d-9adb-94743b871476" providerId="ADAL" clId="{1F179091-6A4D-1343-92C0-CBE146F69092}" dt="2025-03-05T18:01:56.382" v="5285" actId="1035"/>
          <ac:spMkLst>
            <pc:docMk/>
            <pc:sldMk cId="3170383877" sldId="1493"/>
            <ac:spMk id="60" creationId="{2B16B634-0D75-F7DB-E330-3B39405CA3DE}"/>
          </ac:spMkLst>
        </pc:spChg>
        <pc:spChg chg="add del mod">
          <ac:chgData name="Maria Rojas Ramirez" userId="92be514a-6790-4b3d-9adb-94743b871476" providerId="ADAL" clId="{1F179091-6A4D-1343-92C0-CBE146F69092}" dt="2025-03-05T18:18:09.897" v="5498" actId="478"/>
          <ac:spMkLst>
            <pc:docMk/>
            <pc:sldMk cId="3170383877" sldId="1493"/>
            <ac:spMk id="76" creationId="{D92A6A78-0204-D3E0-DB82-475B8FC76614}"/>
          </ac:spMkLst>
        </pc:spChg>
        <pc:spChg chg="add del mod">
          <ac:chgData name="Maria Rojas Ramirez" userId="92be514a-6790-4b3d-9adb-94743b871476" providerId="ADAL" clId="{1F179091-6A4D-1343-92C0-CBE146F69092}" dt="2025-03-05T18:18:09.897" v="5498" actId="478"/>
          <ac:spMkLst>
            <pc:docMk/>
            <pc:sldMk cId="3170383877" sldId="1493"/>
            <ac:spMk id="77" creationId="{A48C3411-D438-CBEB-38BF-BC5AD81C5C1D}"/>
          </ac:spMkLst>
        </pc:spChg>
        <pc:spChg chg="add mod">
          <ac:chgData name="Maria Rojas Ramirez" userId="92be514a-6790-4b3d-9adb-94743b871476" providerId="ADAL" clId="{1F179091-6A4D-1343-92C0-CBE146F69092}" dt="2025-03-05T18:18:17.573" v="5502" actId="20577"/>
          <ac:spMkLst>
            <pc:docMk/>
            <pc:sldMk cId="3170383877" sldId="1493"/>
            <ac:spMk id="78" creationId="{3F2B6D91-EAC4-BE78-1C52-3064DCBB88E8}"/>
          </ac:spMkLst>
        </pc:spChg>
        <pc:spChg chg="mod">
          <ac:chgData name="Maria Rojas Ramirez" userId="92be514a-6790-4b3d-9adb-94743b871476" providerId="ADAL" clId="{1F179091-6A4D-1343-92C0-CBE146F69092}" dt="2025-01-31T20:00:16.409" v="832"/>
          <ac:spMkLst>
            <pc:docMk/>
            <pc:sldMk cId="3170383877" sldId="1493"/>
            <ac:spMk id="93" creationId="{47DF126E-940F-8B0C-1ED0-8B5F1DE8611F}"/>
          </ac:spMkLst>
        </pc:spChg>
        <pc:spChg chg="mod">
          <ac:chgData name="Maria Rojas Ramirez" userId="92be514a-6790-4b3d-9adb-94743b871476" providerId="ADAL" clId="{1F179091-6A4D-1343-92C0-CBE146F69092}" dt="2025-02-27T00:28:40.313" v="4576" actId="1076"/>
          <ac:spMkLst>
            <pc:docMk/>
            <pc:sldMk cId="3170383877" sldId="1493"/>
            <ac:spMk id="107" creationId="{16A8F4FC-7926-4E32-B23D-BD0795F1CE82}"/>
          </ac:spMkLst>
        </pc:spChg>
        <pc:cxnChg chg="add">
          <ac:chgData name="Maria Rojas Ramirez" userId="92be514a-6790-4b3d-9adb-94743b871476" providerId="ADAL" clId="{1F179091-6A4D-1343-92C0-CBE146F69092}" dt="2025-02-06T17:25:26.341" v="3941" actId="11529"/>
          <ac:cxnSpMkLst>
            <pc:docMk/>
            <pc:sldMk cId="3170383877" sldId="1493"/>
            <ac:cxnSpMk id="7" creationId="{46DA058D-3288-EC20-BD1B-3B1DD9FCE1C8}"/>
          </ac:cxnSpMkLst>
        </pc:cxnChg>
        <pc:cxnChg chg="add mod">
          <ac:chgData name="Maria Rojas Ramirez" userId="92be514a-6790-4b3d-9adb-94743b871476" providerId="ADAL" clId="{1F179091-6A4D-1343-92C0-CBE146F69092}" dt="2025-03-05T18:08:37.905" v="5486" actId="1035"/>
          <ac:cxnSpMkLst>
            <pc:docMk/>
            <pc:sldMk cId="3170383877" sldId="1493"/>
            <ac:cxnSpMk id="26" creationId="{1853595D-343E-0250-3CDE-04EB7E0DC7CC}"/>
          </ac:cxnSpMkLst>
        </pc:cxnChg>
        <pc:cxnChg chg="add mod">
          <ac:chgData name="Maria Rojas Ramirez" userId="92be514a-6790-4b3d-9adb-94743b871476" providerId="ADAL" clId="{1F179091-6A4D-1343-92C0-CBE146F69092}" dt="2025-03-05T18:09:01.656" v="5487" actId="14100"/>
          <ac:cxnSpMkLst>
            <pc:docMk/>
            <pc:sldMk cId="3170383877" sldId="1493"/>
            <ac:cxnSpMk id="30" creationId="{34E2183A-8970-15BA-EF6E-8079E2A0CC96}"/>
          </ac:cxnSpMkLst>
        </pc:cxnChg>
        <pc:cxnChg chg="add del mod">
          <ac:chgData name="Maria Rojas Ramirez" userId="92be514a-6790-4b3d-9adb-94743b871476" providerId="ADAL" clId="{1F179091-6A4D-1343-92C0-CBE146F69092}" dt="2025-03-05T18:07:50.403" v="5449" actId="478"/>
          <ac:cxnSpMkLst>
            <pc:docMk/>
            <pc:sldMk cId="3170383877" sldId="1493"/>
            <ac:cxnSpMk id="41" creationId="{010F1F76-9AEB-0EDF-437E-84A5462DFD1C}"/>
          </ac:cxnSpMkLst>
        </pc:cxnChg>
        <pc:cxnChg chg="add del mod">
          <ac:chgData name="Maria Rojas Ramirez" userId="92be514a-6790-4b3d-9adb-94743b871476" providerId="ADAL" clId="{1F179091-6A4D-1343-92C0-CBE146F69092}" dt="2025-03-05T18:07:43.485" v="5446" actId="478"/>
          <ac:cxnSpMkLst>
            <pc:docMk/>
            <pc:sldMk cId="3170383877" sldId="1493"/>
            <ac:cxnSpMk id="42" creationId="{141026B9-E75E-37C9-EC61-9D2BCA4A5A99}"/>
          </ac:cxnSpMkLst>
        </pc:cxnChg>
        <pc:cxnChg chg="mod">
          <ac:chgData name="Maria Rojas Ramirez" userId="92be514a-6790-4b3d-9adb-94743b871476" providerId="ADAL" clId="{1F179091-6A4D-1343-92C0-CBE146F69092}" dt="2025-03-05T18:01:56.382" v="5285" actId="1035"/>
          <ac:cxnSpMkLst>
            <pc:docMk/>
            <pc:sldMk cId="3170383877" sldId="1493"/>
            <ac:cxnSpMk id="62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3-05T18:01:56.382" v="5285" actId="1035"/>
          <ac:cxnSpMkLst>
            <pc:docMk/>
            <pc:sldMk cId="3170383877" sldId="1493"/>
            <ac:cxnSpMk id="72" creationId="{93F66138-1D06-DDF9-3AEB-83456D612F33}"/>
          </ac:cxnSpMkLst>
        </pc:cxnChg>
        <pc:cxnChg chg="mod">
          <ac:chgData name="Maria Rojas Ramirez" userId="92be514a-6790-4b3d-9adb-94743b871476" providerId="ADAL" clId="{1F179091-6A4D-1343-92C0-CBE146F69092}" dt="2025-03-05T18:07:58.871" v="5462" actId="1035"/>
          <ac:cxnSpMkLst>
            <pc:docMk/>
            <pc:sldMk cId="3170383877" sldId="1493"/>
            <ac:cxnSpMk id="74" creationId="{75C6D7A7-16A8-CA1B-E103-F4150F0F5A66}"/>
          </ac:cxnSpMkLst>
        </pc:cxnChg>
        <pc:cxnChg chg="mod">
          <ac:chgData name="Maria Rojas Ramirez" userId="92be514a-6790-4b3d-9adb-94743b871476" providerId="ADAL" clId="{1F179091-6A4D-1343-92C0-CBE146F69092}" dt="2025-03-05T18:01:56.382" v="5285" actId="1035"/>
          <ac:cxnSpMkLst>
            <pc:docMk/>
            <pc:sldMk cId="3170383877" sldId="1493"/>
            <ac:cxnSpMk id="80" creationId="{A4964B9A-7D41-C2A2-3AAF-394DAEA25B20}"/>
          </ac:cxnSpMkLst>
        </pc:cxnChg>
        <pc:cxnChg chg="mod">
          <ac:chgData name="Maria Rojas Ramirez" userId="92be514a-6790-4b3d-9adb-94743b871476" providerId="ADAL" clId="{1F179091-6A4D-1343-92C0-CBE146F69092}" dt="2025-03-05T18:07:58.871" v="5462" actId="1035"/>
          <ac:cxnSpMkLst>
            <pc:docMk/>
            <pc:sldMk cId="3170383877" sldId="1493"/>
            <ac:cxnSpMk id="82" creationId="{DCA31570-49F5-CCDE-E111-17D9331479BD}"/>
          </ac:cxnSpMkLst>
        </pc:cxnChg>
        <pc:cxnChg chg="mod">
          <ac:chgData name="Maria Rojas Ramirez" userId="92be514a-6790-4b3d-9adb-94743b871476" providerId="ADAL" clId="{1F179091-6A4D-1343-92C0-CBE146F69092}" dt="2025-03-05T18:01:56.382" v="5285" actId="1035"/>
          <ac:cxnSpMkLst>
            <pc:docMk/>
            <pc:sldMk cId="3170383877" sldId="1493"/>
            <ac:cxnSpMk id="85" creationId="{394B597B-3289-CEFC-09B5-A65787EA54F5}"/>
          </ac:cxnSpMkLst>
        </pc:cxnChg>
        <pc:cxnChg chg="mod">
          <ac:chgData name="Maria Rojas Ramirez" userId="92be514a-6790-4b3d-9adb-94743b871476" providerId="ADAL" clId="{1F179091-6A4D-1343-92C0-CBE146F69092}" dt="2025-03-05T18:07:58.871" v="5462" actId="1035"/>
          <ac:cxnSpMkLst>
            <pc:docMk/>
            <pc:sldMk cId="3170383877" sldId="1493"/>
            <ac:cxnSpMk id="87" creationId="{DB5E01AA-668D-948C-CFFB-DFD9FDC4DA9D}"/>
          </ac:cxnSpMkLst>
        </pc:cxnChg>
        <pc:cxnChg chg="mod">
          <ac:chgData name="Maria Rojas Ramirez" userId="92be514a-6790-4b3d-9adb-94743b871476" providerId="ADAL" clId="{1F179091-6A4D-1343-92C0-CBE146F69092}" dt="2025-02-27T00:28:40.313" v="4576" actId="1076"/>
          <ac:cxnSpMkLst>
            <pc:docMk/>
            <pc:sldMk cId="3170383877" sldId="1493"/>
            <ac:cxnSpMk id="114" creationId="{E235B9C9-2325-072F-62D9-D6531009C6AF}"/>
          </ac:cxnSpMkLst>
        </pc:cxnChg>
        <pc:cxnChg chg="mod">
          <ac:chgData name="Maria Rojas Ramirez" userId="92be514a-6790-4b3d-9adb-94743b871476" providerId="ADAL" clId="{1F179091-6A4D-1343-92C0-CBE146F69092}" dt="2025-02-27T00:28:40.313" v="4576" actId="1076"/>
          <ac:cxnSpMkLst>
            <pc:docMk/>
            <pc:sldMk cId="3170383877" sldId="1493"/>
            <ac:cxnSpMk id="117" creationId="{62AE77DC-8518-C81B-FAF7-75D3E449B296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2-01T03:31:22.886" v="2127" actId="1076"/>
        <pc:sldMkLst>
          <pc:docMk/>
          <pc:sldMk cId="1107450017" sldId="1494"/>
        </pc:sldMkLst>
        <pc:spChg chg="add 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2" creationId="{125E343D-D5ED-20A5-071B-41841F38B012}"/>
          </ac:spMkLst>
        </pc:spChg>
        <pc:spChg chg="mod">
          <ac:chgData name="Maria Rojas Ramirez" userId="92be514a-6790-4b3d-9adb-94743b871476" providerId="ADAL" clId="{1F179091-6A4D-1343-92C0-CBE146F69092}" dt="2025-02-01T03:31:20.112" v="2126" actId="1076"/>
          <ac:spMkLst>
            <pc:docMk/>
            <pc:sldMk cId="1107450017" sldId="1494"/>
            <ac:spMk id="5" creationId="{A0C659AE-CD87-0D1A-32A9-F23FE1552B57}"/>
          </ac:spMkLst>
        </pc:spChg>
        <pc:spChg chg="mod">
          <ac:chgData name="Maria Rojas Ramirez" userId="92be514a-6790-4b3d-9adb-94743b871476" providerId="ADAL" clId="{1F179091-6A4D-1343-92C0-CBE146F69092}" dt="2025-02-01T03:31:09.998" v="2122" actId="552"/>
          <ac:spMkLst>
            <pc:docMk/>
            <pc:sldMk cId="1107450017" sldId="1494"/>
            <ac:spMk id="28" creationId="{EB4B24B5-6E8F-E125-67A5-C5C7DF901D7F}"/>
          </ac:spMkLst>
        </pc:spChg>
        <pc:spChg chg="mod">
          <ac:chgData name="Maria Rojas Ramirez" userId="92be514a-6790-4b3d-9adb-94743b871476" providerId="ADAL" clId="{1F179091-6A4D-1343-92C0-CBE146F69092}" dt="2025-02-01T03:26:51.983" v="1976" actId="1035"/>
          <ac:spMkLst>
            <pc:docMk/>
            <pc:sldMk cId="1107450017" sldId="1494"/>
            <ac:spMk id="43" creationId="{6F916758-50F7-7CC8-E346-FC72FBF11657}"/>
          </ac:spMkLst>
        </pc:spChg>
        <pc:spChg chg="mod">
          <ac:chgData name="Maria Rojas Ramirez" userId="92be514a-6790-4b3d-9adb-94743b871476" providerId="ADAL" clId="{1F179091-6A4D-1343-92C0-CBE146F69092}" dt="2025-02-01T03:27:10.242" v="1989" actId="1035"/>
          <ac:spMkLst>
            <pc:docMk/>
            <pc:sldMk cId="1107450017" sldId="1494"/>
            <ac:spMk id="54" creationId="{8D1B2AA1-FA76-8992-C518-8E6CA324D8CD}"/>
          </ac:spMkLst>
        </pc:spChg>
        <pc:spChg chg="mod">
          <ac:chgData name="Maria Rojas Ramirez" userId="92be514a-6790-4b3d-9adb-94743b871476" providerId="ADAL" clId="{1F179091-6A4D-1343-92C0-CBE146F69092}" dt="2025-02-01T03:27:10.242" v="1989" actId="1035"/>
          <ac:spMkLst>
            <pc:docMk/>
            <pc:sldMk cId="1107450017" sldId="1494"/>
            <ac:spMk id="55" creationId="{37694B0B-1DFD-D842-8192-131ED12B138E}"/>
          </ac:spMkLst>
        </pc:spChg>
        <pc:spChg chg="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56" creationId="{F2790FC6-FFDC-51CB-F8CB-1911E412DEB1}"/>
          </ac:spMkLst>
        </pc:spChg>
        <pc:spChg chg="mod">
          <ac:chgData name="Maria Rojas Ramirez" userId="92be514a-6790-4b3d-9adb-94743b871476" providerId="ADAL" clId="{1F179091-6A4D-1343-92C0-CBE146F69092}" dt="2025-02-01T03:26:51.983" v="1976" actId="1035"/>
          <ac:spMkLst>
            <pc:docMk/>
            <pc:sldMk cId="1107450017" sldId="1494"/>
            <ac:spMk id="57" creationId="{B3E69001-B014-5756-B17F-A06155378142}"/>
          </ac:spMkLst>
        </pc:spChg>
        <pc:spChg chg="mod">
          <ac:chgData name="Maria Rojas Ramirez" userId="92be514a-6790-4b3d-9adb-94743b871476" providerId="ADAL" clId="{1F179091-6A4D-1343-92C0-CBE146F69092}" dt="2025-02-01T03:31:09.998" v="2122" actId="552"/>
          <ac:spMkLst>
            <pc:docMk/>
            <pc:sldMk cId="1107450017" sldId="1494"/>
            <ac:spMk id="61" creationId="{3CDFA4EF-F239-E3A5-8C47-8EAEB6A54322}"/>
          </ac:spMkLst>
        </pc:spChg>
        <pc:spChg chg="mod">
          <ac:chgData name="Maria Rojas Ramirez" userId="92be514a-6790-4b3d-9adb-94743b871476" providerId="ADAL" clId="{1F179091-6A4D-1343-92C0-CBE146F69092}" dt="2025-02-01T03:31:22.886" v="2127" actId="1076"/>
          <ac:spMkLst>
            <pc:docMk/>
            <pc:sldMk cId="1107450017" sldId="1494"/>
            <ac:spMk id="62" creationId="{46FE4A15-3390-674E-0B83-6BA3E2F8D418}"/>
          </ac:spMkLst>
        </pc:spChg>
        <pc:spChg chg="mod">
          <ac:chgData name="Maria Rojas Ramirez" userId="92be514a-6790-4b3d-9adb-94743b871476" providerId="ADAL" clId="{1F179091-6A4D-1343-92C0-CBE146F69092}" dt="2025-02-01T03:28:55.916" v="2054" actId="1036"/>
          <ac:spMkLst>
            <pc:docMk/>
            <pc:sldMk cId="1107450017" sldId="1494"/>
            <ac:spMk id="69" creationId="{F3352604-408B-E0B3-2A17-57B2686163AF}"/>
          </ac:spMkLst>
        </pc:spChg>
        <pc:spChg chg="mod">
          <ac:chgData name="Maria Rojas Ramirez" userId="92be514a-6790-4b3d-9adb-94743b871476" providerId="ADAL" clId="{1F179091-6A4D-1343-92C0-CBE146F69092}" dt="2025-02-01T03:31:09.998" v="2122" actId="552"/>
          <ac:spMkLst>
            <pc:docMk/>
            <pc:sldMk cId="1107450017" sldId="1494"/>
            <ac:spMk id="71" creationId="{B283C1FA-64CA-E1BF-0669-864A0D25E518}"/>
          </ac:spMkLst>
        </pc:spChg>
        <pc:spChg chg="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73" creationId="{EA7B15D2-E6D6-213E-707C-005EC3DF3934}"/>
          </ac:spMkLst>
        </pc:spChg>
        <pc:spChg chg="mod">
          <ac:chgData name="Maria Rojas Ramirez" userId="92be514a-6790-4b3d-9adb-94743b871476" providerId="ADAL" clId="{1F179091-6A4D-1343-92C0-CBE146F69092}" dt="2025-02-01T03:31:14.925" v="2125" actId="1037"/>
          <ac:spMkLst>
            <pc:docMk/>
            <pc:sldMk cId="1107450017" sldId="1494"/>
            <ac:spMk id="78" creationId="{AB0202C5-0733-7FA2-9344-540C06506CF8}"/>
          </ac:spMkLst>
        </pc:spChg>
        <pc:spChg chg="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93" creationId="{69E8F767-8ABD-688C-9574-E3F8CC7B8B3F}"/>
          </ac:spMkLst>
        </pc:spChg>
        <pc:spChg chg="mod">
          <ac:chgData name="Maria Rojas Ramirez" userId="92be514a-6790-4b3d-9adb-94743b871476" providerId="ADAL" clId="{1F179091-6A4D-1343-92C0-CBE146F69092}" dt="2025-02-01T03:26:11.038" v="1912" actId="1076"/>
          <ac:spMkLst>
            <pc:docMk/>
            <pc:sldMk cId="1107450017" sldId="1494"/>
            <ac:spMk id="99" creationId="{147ED00C-E0EC-35F0-9F13-E9896476CB7C}"/>
          </ac:spMkLst>
        </pc:spChg>
        <pc:spChg chg="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100" creationId="{10441DA5-5246-7857-831F-BF0651B72DC6}"/>
          </ac:spMkLst>
        </pc:spChg>
        <pc:spChg chg="mod">
          <ac:chgData name="Maria Rojas Ramirez" userId="92be514a-6790-4b3d-9adb-94743b871476" providerId="ADAL" clId="{1F179091-6A4D-1343-92C0-CBE146F69092}" dt="2025-02-01T03:29:14.502" v="2081" actId="1035"/>
          <ac:spMkLst>
            <pc:docMk/>
            <pc:sldMk cId="1107450017" sldId="1494"/>
            <ac:spMk id="106" creationId="{21098552-CFDC-A3AA-915E-CBD65E458624}"/>
          </ac:spMkLst>
        </pc:spChg>
        <pc:spChg chg="mod">
          <ac:chgData name="Maria Rojas Ramirez" userId="92be514a-6790-4b3d-9adb-94743b871476" providerId="ADAL" clId="{1F179091-6A4D-1343-92C0-CBE146F69092}" dt="2025-02-01T03:26:37.846" v="1952" actId="1036"/>
          <ac:spMkLst>
            <pc:docMk/>
            <pc:sldMk cId="1107450017" sldId="1494"/>
            <ac:spMk id="108" creationId="{4F14C101-2AB1-8743-3128-801432B86214}"/>
          </ac:spMkLst>
        </pc:spChg>
        <pc:spChg chg="mod">
          <ac:chgData name="Maria Rojas Ramirez" userId="92be514a-6790-4b3d-9adb-94743b871476" providerId="ADAL" clId="{1F179091-6A4D-1343-92C0-CBE146F69092}" dt="2025-02-01T03:31:09.998" v="2122" actId="552"/>
          <ac:spMkLst>
            <pc:docMk/>
            <pc:sldMk cId="1107450017" sldId="1494"/>
            <ac:spMk id="110" creationId="{6B48442F-1E1E-802D-481B-4C931F5EF02F}"/>
          </ac:spMkLst>
        </pc:spChg>
        <pc:spChg chg="mod">
          <ac:chgData name="Maria Rojas Ramirez" userId="92be514a-6790-4b3d-9adb-94743b871476" providerId="ADAL" clId="{1F179091-6A4D-1343-92C0-CBE146F69092}" dt="2025-02-01T03:29:00.503" v="2055" actId="1036"/>
          <ac:spMkLst>
            <pc:docMk/>
            <pc:sldMk cId="1107450017" sldId="1494"/>
            <ac:spMk id="122" creationId="{C37587BC-0AB2-DBFF-51BD-ACBA8F69D073}"/>
          </ac:spMkLst>
        </pc:spChg>
        <pc:cxnChg chg="add">
          <ac:chgData name="Maria Rojas Ramirez" userId="92be514a-6790-4b3d-9adb-94743b871476" providerId="ADAL" clId="{1F179091-6A4D-1343-92C0-CBE146F69092}" dt="2025-02-01T03:29:29.346" v="2083" actId="11529"/>
          <ac:cxnSpMkLst>
            <pc:docMk/>
            <pc:sldMk cId="1107450017" sldId="1494"/>
            <ac:cxnSpMk id="17" creationId="{B1CB2A94-38BC-0058-3B16-FD82C67EAAF3}"/>
          </ac:cxnSpMkLst>
        </pc:cxnChg>
        <pc:cxnChg chg="mod">
          <ac:chgData name="Maria Rojas Ramirez" userId="92be514a-6790-4b3d-9adb-94743b871476" providerId="ADAL" clId="{1F179091-6A4D-1343-92C0-CBE146F69092}" dt="2025-02-01T03:31:09.998" v="2122" actId="552"/>
          <ac:cxnSpMkLst>
            <pc:docMk/>
            <pc:sldMk cId="1107450017" sldId="1494"/>
            <ac:cxnSpMk id="59" creationId="{F369435D-FC89-297E-D4BA-83A9750B008C}"/>
          </ac:cxnSpMkLst>
        </pc:cxnChg>
        <pc:cxnChg chg="mod">
          <ac:chgData name="Maria Rojas Ramirez" userId="92be514a-6790-4b3d-9adb-94743b871476" providerId="ADAL" clId="{1F179091-6A4D-1343-92C0-CBE146F69092}" dt="2025-02-01T03:27:10.242" v="1989" actId="1035"/>
          <ac:cxnSpMkLst>
            <pc:docMk/>
            <pc:sldMk cId="1107450017" sldId="1494"/>
            <ac:cxnSpMk id="60" creationId="{B2BFB710-8F57-2067-B3A5-6267290F69FE}"/>
          </ac:cxnSpMkLst>
        </pc:cxnChg>
        <pc:cxnChg chg="mod">
          <ac:chgData name="Maria Rojas Ramirez" userId="92be514a-6790-4b3d-9adb-94743b871476" providerId="ADAL" clId="{1F179091-6A4D-1343-92C0-CBE146F69092}" dt="2025-02-01T03:27:28.096" v="1991" actId="14100"/>
          <ac:cxnSpMkLst>
            <pc:docMk/>
            <pc:sldMk cId="1107450017" sldId="1494"/>
            <ac:cxnSpMk id="72" creationId="{F1D3B975-BF0A-1887-C170-764C3B2B058D}"/>
          </ac:cxnSpMkLst>
        </pc:cxnChg>
        <pc:cxnChg chg="mod">
          <ac:chgData name="Maria Rojas Ramirez" userId="92be514a-6790-4b3d-9adb-94743b871476" providerId="ADAL" clId="{1F179091-6A4D-1343-92C0-CBE146F69092}" dt="2025-02-01T03:27:23.994" v="1990" actId="14100"/>
          <ac:cxnSpMkLst>
            <pc:docMk/>
            <pc:sldMk cId="1107450017" sldId="1494"/>
            <ac:cxnSpMk id="74" creationId="{ECFA343F-08EF-AD0D-7F11-CB0C5E971BA7}"/>
          </ac:cxnSpMkLst>
        </pc:cxnChg>
        <pc:cxnChg chg="mod">
          <ac:chgData name="Maria Rojas Ramirez" userId="92be514a-6790-4b3d-9adb-94743b871476" providerId="ADAL" clId="{1F179091-6A4D-1343-92C0-CBE146F69092}" dt="2025-02-01T03:28:55.916" v="2054" actId="1036"/>
          <ac:cxnSpMkLst>
            <pc:docMk/>
            <pc:sldMk cId="1107450017" sldId="1494"/>
            <ac:cxnSpMk id="75" creationId="{B9794684-380D-85F7-B202-5F7C2690A293}"/>
          </ac:cxnSpMkLst>
        </pc:cxnChg>
        <pc:cxnChg chg="mod">
          <ac:chgData name="Maria Rojas Ramirez" userId="92be514a-6790-4b3d-9adb-94743b871476" providerId="ADAL" clId="{1F179091-6A4D-1343-92C0-CBE146F69092}" dt="2025-02-01T03:31:09.998" v="2122" actId="552"/>
          <ac:cxnSpMkLst>
            <pc:docMk/>
            <pc:sldMk cId="1107450017" sldId="1494"/>
            <ac:cxnSpMk id="76" creationId="{73B098B5-E318-9693-D646-7AEFCE612460}"/>
          </ac:cxnSpMkLst>
        </pc:cxnChg>
        <pc:cxnChg chg="mod">
          <ac:chgData name="Maria Rojas Ramirez" userId="92be514a-6790-4b3d-9adb-94743b871476" providerId="ADAL" clId="{1F179091-6A4D-1343-92C0-CBE146F69092}" dt="2025-02-01T03:31:14.925" v="2125" actId="1037"/>
          <ac:cxnSpMkLst>
            <pc:docMk/>
            <pc:sldMk cId="1107450017" sldId="1494"/>
            <ac:cxnSpMk id="79" creationId="{468EAAB0-0F0B-651E-E7E2-159D203C97AC}"/>
          </ac:cxnSpMkLst>
        </pc:cxnChg>
        <pc:cxnChg chg="mod">
          <ac:chgData name="Maria Rojas Ramirez" userId="92be514a-6790-4b3d-9adb-94743b871476" providerId="ADAL" clId="{1F179091-6A4D-1343-92C0-CBE146F69092}" dt="2025-02-01T03:31:09.998" v="2122" actId="552"/>
          <ac:cxnSpMkLst>
            <pc:docMk/>
            <pc:sldMk cId="1107450017" sldId="1494"/>
            <ac:cxnSpMk id="82" creationId="{0EE04E4B-9DAA-8F8B-164D-1632095CA831}"/>
          </ac:cxnSpMkLst>
        </pc:cxnChg>
        <pc:cxnChg chg="mod">
          <ac:chgData name="Maria Rojas Ramirez" userId="92be514a-6790-4b3d-9adb-94743b871476" providerId="ADAL" clId="{1F179091-6A4D-1343-92C0-CBE146F69092}" dt="2025-02-01T03:26:51.983" v="1976" actId="1035"/>
          <ac:cxnSpMkLst>
            <pc:docMk/>
            <pc:sldMk cId="1107450017" sldId="1494"/>
            <ac:cxnSpMk id="87" creationId="{FFD761CD-7BDC-2422-3EE6-AEF7A5A35CD7}"/>
          </ac:cxnSpMkLst>
        </pc:cxnChg>
        <pc:cxnChg chg="mod">
          <ac:chgData name="Maria Rojas Ramirez" userId="92be514a-6790-4b3d-9adb-94743b871476" providerId="ADAL" clId="{1F179091-6A4D-1343-92C0-CBE146F69092}" dt="2025-02-01T03:29:00.503" v="2055" actId="1036"/>
          <ac:cxnSpMkLst>
            <pc:docMk/>
            <pc:sldMk cId="1107450017" sldId="1494"/>
            <ac:cxnSpMk id="92" creationId="{5A0EB17C-662B-BBB0-5B3A-15C7BF70A4B3}"/>
          </ac:cxnSpMkLst>
        </pc:cxnChg>
        <pc:cxnChg chg="mod">
          <ac:chgData name="Maria Rojas Ramirez" userId="92be514a-6790-4b3d-9adb-94743b871476" providerId="ADAL" clId="{1F179091-6A4D-1343-92C0-CBE146F69092}" dt="2025-02-01T03:27:33.564" v="1992" actId="14100"/>
          <ac:cxnSpMkLst>
            <pc:docMk/>
            <pc:sldMk cId="1107450017" sldId="1494"/>
            <ac:cxnSpMk id="95" creationId="{69E6AD5D-BF58-F20F-64CE-FE2760875E2B}"/>
          </ac:cxnSpMkLst>
        </pc:cxnChg>
        <pc:cxnChg chg="mod">
          <ac:chgData name="Maria Rojas Ramirez" userId="92be514a-6790-4b3d-9adb-94743b871476" providerId="ADAL" clId="{1F179091-6A4D-1343-92C0-CBE146F69092}" dt="2025-02-01T03:29:14.502" v="2081" actId="1035"/>
          <ac:cxnSpMkLst>
            <pc:docMk/>
            <pc:sldMk cId="1107450017" sldId="1494"/>
            <ac:cxnSpMk id="112" creationId="{9E19FFAA-5C5E-9C9F-84EA-F659E7887B8C}"/>
          </ac:cxnSpMkLst>
        </pc:cxnChg>
        <pc:cxnChg chg="mod">
          <ac:chgData name="Maria Rojas Ramirez" userId="92be514a-6790-4b3d-9adb-94743b871476" providerId="ADAL" clId="{1F179091-6A4D-1343-92C0-CBE146F69092}" dt="2025-02-01T03:31:09.998" v="2122" actId="552"/>
          <ac:cxnSpMkLst>
            <pc:docMk/>
            <pc:sldMk cId="1107450017" sldId="1494"/>
            <ac:cxnSpMk id="119" creationId="{0535AE25-07FA-F3BD-25A0-C24F136B5FDE}"/>
          </ac:cxnSpMkLst>
        </pc:cxnChg>
        <pc:cxnChg chg="mod">
          <ac:chgData name="Maria Rojas Ramirez" userId="92be514a-6790-4b3d-9adb-94743b871476" providerId="ADAL" clId="{1F179091-6A4D-1343-92C0-CBE146F69092}" dt="2025-02-01T03:29:14.502" v="2081" actId="1035"/>
          <ac:cxnSpMkLst>
            <pc:docMk/>
            <pc:sldMk cId="1107450017" sldId="1494"/>
            <ac:cxnSpMk id="124" creationId="{5A0EB17C-662B-BBB0-5B3A-15C7BF70A4B3}"/>
          </ac:cxnSpMkLst>
        </pc:cxnChg>
      </pc:sldChg>
      <pc:sldChg chg="add del">
        <pc:chgData name="Maria Rojas Ramirez" userId="92be514a-6790-4b3d-9adb-94743b871476" providerId="ADAL" clId="{1F179091-6A4D-1343-92C0-CBE146F69092}" dt="2025-01-31T20:10:56.394" v="858" actId="2696"/>
        <pc:sldMkLst>
          <pc:docMk/>
          <pc:sldMk cId="2171361298" sldId="1494"/>
        </pc:sldMkLst>
      </pc:sldChg>
      <pc:sldChg chg="add del">
        <pc:chgData name="Maria Rojas Ramirez" userId="92be514a-6790-4b3d-9adb-94743b871476" providerId="ADAL" clId="{1F179091-6A4D-1343-92C0-CBE146F69092}" dt="2025-01-31T20:08:42.521" v="846" actId="2696"/>
        <pc:sldMkLst>
          <pc:docMk/>
          <pc:sldMk cId="2462070730" sldId="1494"/>
        </pc:sldMkLst>
      </pc:sldChg>
      <pc:sldChg chg="add">
        <pc:chgData name="Maria Rojas Ramirez" userId="92be514a-6790-4b3d-9adb-94743b871476" providerId="ADAL" clId="{1F179091-6A4D-1343-92C0-CBE146F69092}" dt="2025-01-31T20:16:42.368" v="874"/>
        <pc:sldMkLst>
          <pc:docMk/>
          <pc:sldMk cId="3889596103" sldId="1495"/>
        </pc:sldMkLst>
      </pc:sldChg>
      <pc:sldChg chg="addSp modSp add mod">
        <pc:chgData name="Maria Rojas Ramirez" userId="92be514a-6790-4b3d-9adb-94743b871476" providerId="ADAL" clId="{1F179091-6A4D-1343-92C0-CBE146F69092}" dt="2025-02-06T16:23:28.523" v="3582" actId="14100"/>
        <pc:sldMkLst>
          <pc:docMk/>
          <pc:sldMk cId="121485575" sldId="1496"/>
        </pc:sldMkLst>
        <pc:spChg chg="add mod">
          <ac:chgData name="Maria Rojas Ramirez" userId="92be514a-6790-4b3d-9adb-94743b871476" providerId="ADAL" clId="{1F179091-6A4D-1343-92C0-CBE146F69092}" dt="2025-01-31T23:03:31.479" v="1183" actId="1076"/>
          <ac:spMkLst>
            <pc:docMk/>
            <pc:sldMk cId="121485575" sldId="1496"/>
            <ac:spMk id="8" creationId="{4E14899D-4F07-1FD5-A839-3719DE9CA698}"/>
          </ac:spMkLst>
        </pc:spChg>
        <pc:spChg chg="add mod">
          <ac:chgData name="Maria Rojas Ramirez" userId="92be514a-6790-4b3d-9adb-94743b871476" providerId="ADAL" clId="{1F179091-6A4D-1343-92C0-CBE146F69092}" dt="2025-02-06T16:19:49.542" v="3575" actId="1035"/>
          <ac:spMkLst>
            <pc:docMk/>
            <pc:sldMk cId="121485575" sldId="1496"/>
            <ac:spMk id="9" creationId="{78B4605B-A116-AAC3-5A45-C32016FA28A6}"/>
          </ac:spMkLst>
        </pc:spChg>
        <pc:spChg chg="add mod">
          <ac:chgData name="Maria Rojas Ramirez" userId="92be514a-6790-4b3d-9adb-94743b871476" providerId="ADAL" clId="{1F179091-6A4D-1343-92C0-CBE146F69092}" dt="2025-02-06T16:19:49.542" v="3575" actId="1035"/>
          <ac:spMkLst>
            <pc:docMk/>
            <pc:sldMk cId="121485575" sldId="1496"/>
            <ac:spMk id="10" creationId="{A14E8530-DDED-39D2-C078-EFCEFF79800F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19" creationId="{BF35D367-901F-2B21-0B02-E0B9FD777C6A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20" creationId="{4521E4BB-60B7-7BD1-E27B-FB6B5EE6E937}"/>
          </ac:spMkLst>
        </pc:spChg>
        <pc:spChg chg="mod">
          <ac:chgData name="Maria Rojas Ramirez" userId="92be514a-6790-4b3d-9adb-94743b871476" providerId="ADAL" clId="{1F179091-6A4D-1343-92C0-CBE146F69092}" dt="2025-02-06T16:16:03.240" v="3465" actId="552"/>
          <ac:spMkLst>
            <pc:docMk/>
            <pc:sldMk cId="121485575" sldId="1496"/>
            <ac:spMk id="24" creationId="{94D6824C-1AA5-273A-0F12-3A6AED5F5BA3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25" creationId="{6073A44C-4B29-210C-D605-2ED501EB3A1C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28" creationId="{47FB149E-E7A8-2A88-F35F-1B45F28EC585}"/>
          </ac:spMkLst>
        </pc:spChg>
        <pc:spChg chg="mod">
          <ac:chgData name="Maria Rojas Ramirez" userId="92be514a-6790-4b3d-9adb-94743b871476" providerId="ADAL" clId="{1F179091-6A4D-1343-92C0-CBE146F69092}" dt="2025-02-06T16:16:03.240" v="3465" actId="552"/>
          <ac:spMkLst>
            <pc:docMk/>
            <pc:sldMk cId="121485575" sldId="1496"/>
            <ac:spMk id="29" creationId="{7C1A06AB-9051-A6AB-39EA-16CE1B0FB517}"/>
          </ac:spMkLst>
        </pc:spChg>
        <pc:spChg chg="mod">
          <ac:chgData name="Maria Rojas Ramirez" userId="92be514a-6790-4b3d-9adb-94743b871476" providerId="ADAL" clId="{1F179091-6A4D-1343-92C0-CBE146F69092}" dt="2025-01-31T23:03:51.819" v="1185" actId="404"/>
          <ac:spMkLst>
            <pc:docMk/>
            <pc:sldMk cId="121485575" sldId="1496"/>
            <ac:spMk id="36" creationId="{8AA02F9A-48AD-C6A3-47C7-0F23AF4C369A}"/>
          </ac:spMkLst>
        </pc:spChg>
        <pc:spChg chg="mod">
          <ac:chgData name="Maria Rojas Ramirez" userId="92be514a-6790-4b3d-9adb-94743b871476" providerId="ADAL" clId="{1F179091-6A4D-1343-92C0-CBE146F69092}" dt="2025-02-06T16:17:34.788" v="3543" actId="1035"/>
          <ac:spMkLst>
            <pc:docMk/>
            <pc:sldMk cId="121485575" sldId="1496"/>
            <ac:spMk id="37" creationId="{8532FC67-E893-3432-65D9-B861729BAAAF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38" creationId="{62E20EF7-60B1-389D-332E-F18A15446F16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50" creationId="{BB3354F1-60CB-371E-8548-778271C4D9BD}"/>
          </ac:spMkLst>
        </pc:spChg>
        <pc:spChg chg="mod">
          <ac:chgData name="Maria Rojas Ramirez" userId="92be514a-6790-4b3d-9adb-94743b871476" providerId="ADAL" clId="{1F179091-6A4D-1343-92C0-CBE146F69092}" dt="2025-02-06T16:18:45.559" v="3560" actId="552"/>
          <ac:spMkLst>
            <pc:docMk/>
            <pc:sldMk cId="121485575" sldId="1496"/>
            <ac:spMk id="64" creationId="{21994CE5-753E-2F44-067F-518A808ABB57}"/>
          </ac:spMkLst>
        </pc:spChg>
        <pc:spChg chg="mod">
          <ac:chgData name="Maria Rojas Ramirez" userId="92be514a-6790-4b3d-9adb-94743b871476" providerId="ADAL" clId="{1F179091-6A4D-1343-92C0-CBE146F69092}" dt="2025-02-01T02:59:42.124" v="1610" actId="14100"/>
          <ac:spMkLst>
            <pc:docMk/>
            <pc:sldMk cId="121485575" sldId="1496"/>
            <ac:spMk id="68" creationId="{3BB1FE83-964B-57F3-B1E0-60C194FBA4B0}"/>
          </ac:spMkLst>
        </pc:spChg>
        <pc:spChg chg="mod">
          <ac:chgData name="Maria Rojas Ramirez" userId="92be514a-6790-4b3d-9adb-94743b871476" providerId="ADAL" clId="{1F179091-6A4D-1343-92C0-CBE146F69092}" dt="2025-02-06T16:17:01.097" v="3499" actId="552"/>
          <ac:spMkLst>
            <pc:docMk/>
            <pc:sldMk cId="121485575" sldId="1496"/>
            <ac:spMk id="73" creationId="{58E65722-3973-8834-F11B-F22F9D9EDCB7}"/>
          </ac:spMkLst>
        </pc:spChg>
        <pc:spChg chg="mod">
          <ac:chgData name="Maria Rojas Ramirez" userId="92be514a-6790-4b3d-9adb-94743b871476" providerId="ADAL" clId="{1F179091-6A4D-1343-92C0-CBE146F69092}" dt="2025-02-06T16:17:01.097" v="3499" actId="552"/>
          <ac:spMkLst>
            <pc:docMk/>
            <pc:sldMk cId="121485575" sldId="1496"/>
            <ac:spMk id="74" creationId="{E5CF9D4C-0D31-F886-2E6A-A614346A1D15}"/>
          </ac:spMkLst>
        </pc:spChg>
        <pc:spChg chg="mod">
          <ac:chgData name="Maria Rojas Ramirez" userId="92be514a-6790-4b3d-9adb-94743b871476" providerId="ADAL" clId="{1F179091-6A4D-1343-92C0-CBE146F69092}" dt="2025-02-06T16:17:40.246" v="3544" actId="1076"/>
          <ac:spMkLst>
            <pc:docMk/>
            <pc:sldMk cId="121485575" sldId="1496"/>
            <ac:spMk id="84" creationId="{8256B82F-4B0E-4AF7-9930-23C8DF3156F8}"/>
          </ac:spMkLst>
        </pc:spChg>
        <pc:spChg chg="mod">
          <ac:chgData name="Maria Rojas Ramirez" userId="92be514a-6790-4b3d-9adb-94743b871476" providerId="ADAL" clId="{1F179091-6A4D-1343-92C0-CBE146F69092}" dt="2025-02-06T16:16:03.240" v="3465" actId="552"/>
          <ac:spMkLst>
            <pc:docMk/>
            <pc:sldMk cId="121485575" sldId="1496"/>
            <ac:spMk id="89" creationId="{2ED28A75-9D5F-9EFE-A1ED-9A78D95F5A12}"/>
          </ac:spMkLst>
        </pc:spChg>
        <pc:cxnChg chg="mod">
          <ac:chgData name="Maria Rojas Ramirez" userId="92be514a-6790-4b3d-9adb-94743b871476" providerId="ADAL" clId="{1F179091-6A4D-1343-92C0-CBE146F69092}" dt="2025-02-06T16:23:22.849" v="3580" actId="14100"/>
          <ac:cxnSpMkLst>
            <pc:docMk/>
            <pc:sldMk cId="121485575" sldId="1496"/>
            <ac:cxnSpMk id="11" creationId="{E7DFD576-F309-FE87-FB7C-0D468CB319B0}"/>
          </ac:cxnSpMkLst>
        </pc:cxnChg>
        <pc:cxnChg chg="mod">
          <ac:chgData name="Maria Rojas Ramirez" userId="92be514a-6790-4b3d-9adb-94743b871476" providerId="ADAL" clId="{1F179091-6A4D-1343-92C0-CBE146F69092}" dt="2025-02-06T16:16:03.240" v="3465" actId="552"/>
          <ac:cxnSpMkLst>
            <pc:docMk/>
            <pc:sldMk cId="121485575" sldId="1496"/>
            <ac:cxnSpMk id="26" creationId="{FB330CC4-45BF-908C-29B5-1A6C3B51D2B6}"/>
          </ac:cxnSpMkLst>
        </pc:cxnChg>
        <pc:cxnChg chg="mod">
          <ac:chgData name="Maria Rojas Ramirez" userId="92be514a-6790-4b3d-9adb-94743b871476" providerId="ADAL" clId="{1F179091-6A4D-1343-92C0-CBE146F69092}" dt="2025-02-06T16:23:25.608" v="3581" actId="14100"/>
          <ac:cxnSpMkLst>
            <pc:docMk/>
            <pc:sldMk cId="121485575" sldId="1496"/>
            <ac:cxnSpMk id="31" creationId="{9453E12D-9520-969F-80F0-161436BCD165}"/>
          </ac:cxnSpMkLst>
        </pc:cxnChg>
        <pc:cxnChg chg="mod">
          <ac:chgData name="Maria Rojas Ramirez" userId="92be514a-6790-4b3d-9adb-94743b871476" providerId="ADAL" clId="{1F179091-6A4D-1343-92C0-CBE146F69092}" dt="2025-02-06T16:16:03.240" v="3465" actId="552"/>
          <ac:cxnSpMkLst>
            <pc:docMk/>
            <pc:sldMk cId="121485575" sldId="1496"/>
            <ac:cxnSpMk id="33" creationId="{C5940EE5-82AC-8D79-CABC-B9F71A082F86}"/>
          </ac:cxnSpMkLst>
        </pc:cxnChg>
        <pc:cxnChg chg="mod">
          <ac:chgData name="Maria Rojas Ramirez" userId="92be514a-6790-4b3d-9adb-94743b871476" providerId="ADAL" clId="{1F179091-6A4D-1343-92C0-CBE146F69092}" dt="2025-02-06T16:23:02.931" v="3576" actId="14100"/>
          <ac:cxnSpMkLst>
            <pc:docMk/>
            <pc:sldMk cId="121485575" sldId="1496"/>
            <ac:cxnSpMk id="35" creationId="{03201563-8480-13A2-0D27-F40EF8CF53A6}"/>
          </ac:cxnSpMkLst>
        </pc:cxnChg>
        <pc:cxnChg chg="mod">
          <ac:chgData name="Maria Rojas Ramirez" userId="92be514a-6790-4b3d-9adb-94743b871476" providerId="ADAL" clId="{1F179091-6A4D-1343-92C0-CBE146F69092}" dt="2025-02-06T16:23:28.523" v="3582" actId="14100"/>
          <ac:cxnSpMkLst>
            <pc:docMk/>
            <pc:sldMk cId="121485575" sldId="1496"/>
            <ac:cxnSpMk id="39" creationId="{8EE09382-D0B5-04A5-3D3D-D7B25498136E}"/>
          </ac:cxnSpMkLst>
        </pc:cxnChg>
        <pc:cxnChg chg="add mod">
          <ac:chgData name="Maria Rojas Ramirez" userId="92be514a-6790-4b3d-9adb-94743b871476" providerId="ADAL" clId="{1F179091-6A4D-1343-92C0-CBE146F69092}" dt="2025-02-06T16:23:06.967" v="3577" actId="14100"/>
          <ac:cxnSpMkLst>
            <pc:docMk/>
            <pc:sldMk cId="121485575" sldId="1496"/>
            <ac:cxnSpMk id="53" creationId="{218C2BA9-DE98-9145-C69B-F9ACF15F1C0D}"/>
          </ac:cxnSpMkLst>
        </pc:cxnChg>
        <pc:cxnChg chg="mod">
          <ac:chgData name="Maria Rojas Ramirez" userId="92be514a-6790-4b3d-9adb-94743b871476" providerId="ADAL" clId="{1F179091-6A4D-1343-92C0-CBE146F69092}" dt="2025-02-06T16:23:11.905" v="3578" actId="14100"/>
          <ac:cxnSpMkLst>
            <pc:docMk/>
            <pc:sldMk cId="121485575" sldId="1496"/>
            <ac:cxnSpMk id="55" creationId="{69F7D417-229B-F1C4-11D4-9A4BC249ED7D}"/>
          </ac:cxnSpMkLst>
        </pc:cxnChg>
        <pc:cxnChg chg="add mod">
          <ac:chgData name="Maria Rojas Ramirez" userId="92be514a-6790-4b3d-9adb-94743b871476" providerId="ADAL" clId="{1F179091-6A4D-1343-92C0-CBE146F69092}" dt="2025-02-06T16:19:49.542" v="3575" actId="1035"/>
          <ac:cxnSpMkLst>
            <pc:docMk/>
            <pc:sldMk cId="121485575" sldId="1496"/>
            <ac:cxnSpMk id="57" creationId="{BE4DCBE7-8299-6C03-E492-728F6E67DE55}"/>
          </ac:cxnSpMkLst>
        </pc:cxnChg>
        <pc:cxnChg chg="mod">
          <ac:chgData name="Maria Rojas Ramirez" userId="92be514a-6790-4b3d-9adb-94743b871476" providerId="ADAL" clId="{1F179091-6A4D-1343-92C0-CBE146F69092}" dt="2025-02-06T16:23:15.989" v="3579" actId="14100"/>
          <ac:cxnSpMkLst>
            <pc:docMk/>
            <pc:sldMk cId="121485575" sldId="1496"/>
            <ac:cxnSpMk id="67" creationId="{AD6D21DF-1DCB-0A71-31E8-C77DFC45FD52}"/>
          </ac:cxnSpMkLst>
        </pc:cxnChg>
        <pc:cxnChg chg="mod">
          <ac:chgData name="Maria Rojas Ramirez" userId="92be514a-6790-4b3d-9adb-94743b871476" providerId="ADAL" clId="{1F179091-6A4D-1343-92C0-CBE146F69092}" dt="2025-02-01T02:59:42.124" v="1610" actId="14100"/>
          <ac:cxnSpMkLst>
            <pc:docMk/>
            <pc:sldMk cId="121485575" sldId="1496"/>
            <ac:cxnSpMk id="70" creationId="{C124F668-F60F-1619-2192-018E2A85F8AC}"/>
          </ac:cxnSpMkLst>
        </pc:cxnChg>
        <pc:cxnChg chg="mod">
          <ac:chgData name="Maria Rojas Ramirez" userId="92be514a-6790-4b3d-9adb-94743b871476" providerId="ADAL" clId="{1F179091-6A4D-1343-92C0-CBE146F69092}" dt="2025-02-06T16:18:45.559" v="3560" actId="552"/>
          <ac:cxnSpMkLst>
            <pc:docMk/>
            <pc:sldMk cId="121485575" sldId="1496"/>
            <ac:cxnSpMk id="76" creationId="{DFAEF698-8770-754E-B8AC-1D368308E2E0}"/>
          </ac:cxnSpMkLst>
        </pc:cxnChg>
        <pc:cxnChg chg="mod">
          <ac:chgData name="Maria Rojas Ramirez" userId="92be514a-6790-4b3d-9adb-94743b871476" providerId="ADAL" clId="{1F179091-6A4D-1343-92C0-CBE146F69092}" dt="2025-02-06T16:18:31.641" v="3559" actId="14100"/>
          <ac:cxnSpMkLst>
            <pc:docMk/>
            <pc:sldMk cId="121485575" sldId="1496"/>
            <ac:cxnSpMk id="80" creationId="{78454F2C-F0AB-2E16-F03F-3F7F9C45032B}"/>
          </ac:cxnSpMkLst>
        </pc:cxnChg>
        <pc:cxnChg chg="mod">
          <ac:chgData name="Maria Rojas Ramirez" userId="92be514a-6790-4b3d-9adb-94743b871476" providerId="ADAL" clId="{1F179091-6A4D-1343-92C0-CBE146F69092}" dt="2025-02-01T02:59:42.124" v="1610" actId="14100"/>
          <ac:cxnSpMkLst>
            <pc:docMk/>
            <pc:sldMk cId="121485575" sldId="1496"/>
            <ac:cxnSpMk id="86" creationId="{C3555C82-1E43-5313-D34F-180E7015678D}"/>
          </ac:cxnSpMkLst>
        </pc:cxnChg>
        <pc:cxnChg chg="mod">
          <ac:chgData name="Maria Rojas Ramirez" userId="92be514a-6790-4b3d-9adb-94743b871476" providerId="ADAL" clId="{1F179091-6A4D-1343-92C0-CBE146F69092}" dt="2025-02-06T16:18:22.991" v="3557" actId="552"/>
          <ac:cxnSpMkLst>
            <pc:docMk/>
            <pc:sldMk cId="121485575" sldId="1496"/>
            <ac:cxnSpMk id="90" creationId="{DA28BA52-1B46-7BB9-3F25-CBD5C9B2DFAF}"/>
          </ac:cxnSpMkLst>
        </pc:cxnChg>
        <pc:cxnChg chg="mod">
          <ac:chgData name="Maria Rojas Ramirez" userId="92be514a-6790-4b3d-9adb-94743b871476" providerId="ADAL" clId="{1F179091-6A4D-1343-92C0-CBE146F69092}" dt="2025-02-06T16:18:22.991" v="3557" actId="552"/>
          <ac:cxnSpMkLst>
            <pc:docMk/>
            <pc:sldMk cId="121485575" sldId="1496"/>
            <ac:cxnSpMk id="92" creationId="{9EA660A1-65E1-098A-6A59-C87847F13683}"/>
          </ac:cxnSpMkLst>
        </pc:cxnChg>
      </pc:sldChg>
      <pc:sldChg chg="modSp add mod">
        <pc:chgData name="Maria Rojas Ramirez" userId="92be514a-6790-4b3d-9adb-94743b871476" providerId="ADAL" clId="{1F179091-6A4D-1343-92C0-CBE146F69092}" dt="2025-02-01T03:13:25.402" v="1853" actId="14100"/>
        <pc:sldMkLst>
          <pc:docMk/>
          <pc:sldMk cId="4023854890" sldId="1497"/>
        </pc:sldMkLst>
        <pc:spChg chg="mod">
          <ac:chgData name="Maria Rojas Ramirez" userId="92be514a-6790-4b3d-9adb-94743b871476" providerId="ADAL" clId="{1F179091-6A4D-1343-92C0-CBE146F69092}" dt="2025-02-01T03:08:10.077" v="1779" actId="14100"/>
          <ac:spMkLst>
            <pc:docMk/>
            <pc:sldMk cId="4023854890" sldId="1497"/>
            <ac:spMk id="2" creationId="{4A2D90E9-778C-20AE-87AD-4AAF5EAF0288}"/>
          </ac:spMkLst>
        </pc:spChg>
        <pc:spChg chg="mod">
          <ac:chgData name="Maria Rojas Ramirez" userId="92be514a-6790-4b3d-9adb-94743b871476" providerId="ADAL" clId="{1F179091-6A4D-1343-92C0-CBE146F69092}" dt="2025-02-01T03:09:27.676" v="1812" actId="1037"/>
          <ac:spMkLst>
            <pc:docMk/>
            <pc:sldMk cId="4023854890" sldId="1497"/>
            <ac:spMk id="5" creationId="{33849DA4-9F37-28D3-B4B3-AD73A607138D}"/>
          </ac:spMkLst>
        </pc:spChg>
        <pc:spChg chg="mod">
          <ac:chgData name="Maria Rojas Ramirez" userId="92be514a-6790-4b3d-9adb-94743b871476" providerId="ADAL" clId="{1F179091-6A4D-1343-92C0-CBE146F69092}" dt="2025-02-01T03:09:32.061" v="1813" actId="14100"/>
          <ac:spMkLst>
            <pc:docMk/>
            <pc:sldMk cId="4023854890" sldId="1497"/>
            <ac:spMk id="6" creationId="{55BF576B-FB06-1A3D-0A4B-E1B33887AB16}"/>
          </ac:spMkLst>
        </pc:spChg>
        <pc:spChg chg="mod">
          <ac:chgData name="Maria Rojas Ramirez" userId="92be514a-6790-4b3d-9adb-94743b871476" providerId="ADAL" clId="{1F179091-6A4D-1343-92C0-CBE146F69092}" dt="2025-02-01T03:08:57.491" v="1788" actId="1037"/>
          <ac:spMkLst>
            <pc:docMk/>
            <pc:sldMk cId="4023854890" sldId="1497"/>
            <ac:spMk id="14" creationId="{0BCF88EE-7513-16F3-C154-4E6470020518}"/>
          </ac:spMkLst>
        </pc:spChg>
        <pc:spChg chg="mod">
          <ac:chgData name="Maria Rojas Ramirez" userId="92be514a-6790-4b3d-9adb-94743b871476" providerId="ADAL" clId="{1F179091-6A4D-1343-92C0-CBE146F69092}" dt="2025-02-01T03:09:18.746" v="1800" actId="1037"/>
          <ac:spMkLst>
            <pc:docMk/>
            <pc:sldMk cId="4023854890" sldId="1497"/>
            <ac:spMk id="15" creationId="{CB7F6E73-8A5E-9852-230D-E983ABF6BD51}"/>
          </ac:spMkLst>
        </pc:spChg>
        <pc:spChg chg="mod">
          <ac:chgData name="Maria Rojas Ramirez" userId="92be514a-6790-4b3d-9adb-94743b871476" providerId="ADAL" clId="{1F179091-6A4D-1343-92C0-CBE146F69092}" dt="2025-02-01T03:08:57.491" v="1788" actId="1037"/>
          <ac:spMkLst>
            <pc:docMk/>
            <pc:sldMk cId="4023854890" sldId="1497"/>
            <ac:spMk id="16" creationId="{3BA1B44D-BB0D-9AD9-51B9-A0A4253D4BE1}"/>
          </ac:spMkLst>
        </pc:spChg>
        <pc:spChg chg="mod">
          <ac:chgData name="Maria Rojas Ramirez" userId="92be514a-6790-4b3d-9adb-94743b871476" providerId="ADAL" clId="{1F179091-6A4D-1343-92C0-CBE146F69092}" dt="2025-02-01T03:07:45.894" v="1773" actId="1035"/>
          <ac:spMkLst>
            <pc:docMk/>
            <pc:sldMk cId="4023854890" sldId="1497"/>
            <ac:spMk id="27" creationId="{08A42FA3-9194-7C73-E220-E0A99E3E9CB0}"/>
          </ac:spMkLst>
        </pc:spChg>
        <pc:spChg chg="mod">
          <ac:chgData name="Maria Rojas Ramirez" userId="92be514a-6790-4b3d-9adb-94743b871476" providerId="ADAL" clId="{1F179091-6A4D-1343-92C0-CBE146F69092}" dt="2025-02-01T03:09:35.569" v="1814" actId="14100"/>
          <ac:spMkLst>
            <pc:docMk/>
            <pc:sldMk cId="4023854890" sldId="1497"/>
            <ac:spMk id="49" creationId="{D080CF05-54E9-C935-7C56-2666187A3545}"/>
          </ac:spMkLst>
        </pc:spChg>
        <pc:spChg chg="mod">
          <ac:chgData name="Maria Rojas Ramirez" userId="92be514a-6790-4b3d-9adb-94743b871476" providerId="ADAL" clId="{1F179091-6A4D-1343-92C0-CBE146F69092}" dt="2025-02-01T03:13:00.299" v="1850" actId="1076"/>
          <ac:spMkLst>
            <pc:docMk/>
            <pc:sldMk cId="4023854890" sldId="1497"/>
            <ac:spMk id="58" creationId="{4BACEF1F-B266-4D4A-F662-6BC7E2CEFB32}"/>
          </ac:spMkLst>
        </pc:spChg>
        <pc:spChg chg="mod">
          <ac:chgData name="Maria Rojas Ramirez" userId="92be514a-6790-4b3d-9adb-94743b871476" providerId="ADAL" clId="{1F179091-6A4D-1343-92C0-CBE146F69092}" dt="2025-02-01T02:14:24.522" v="1279" actId="1076"/>
          <ac:spMkLst>
            <pc:docMk/>
            <pc:sldMk cId="4023854890" sldId="1497"/>
            <ac:spMk id="65" creationId="{5AE32530-D5B9-5F8A-4ED6-D447B86DE84E}"/>
          </ac:spMkLst>
        </pc:spChg>
        <pc:spChg chg="mod">
          <ac:chgData name="Maria Rojas Ramirez" userId="92be514a-6790-4b3d-9adb-94743b871476" providerId="ADAL" clId="{1F179091-6A4D-1343-92C0-CBE146F69092}" dt="2025-02-01T02:14:16.645" v="1278" actId="1036"/>
          <ac:spMkLst>
            <pc:docMk/>
            <pc:sldMk cId="4023854890" sldId="1497"/>
            <ac:spMk id="66" creationId="{6E556B8B-1A82-0C4F-E6F1-25C8F4ACB617}"/>
          </ac:spMkLst>
        </pc:spChg>
        <pc:spChg chg="mod">
          <ac:chgData name="Maria Rojas Ramirez" userId="92be514a-6790-4b3d-9adb-94743b871476" providerId="ADAL" clId="{1F179091-6A4D-1343-92C0-CBE146F69092}" dt="2025-02-01T03:09:18.746" v="1800" actId="1037"/>
          <ac:spMkLst>
            <pc:docMk/>
            <pc:sldMk cId="4023854890" sldId="1497"/>
            <ac:spMk id="75" creationId="{CCAE5B07-255F-3363-E932-03E51D14784E}"/>
          </ac:spMkLst>
        </pc:spChg>
        <pc:spChg chg="mod">
          <ac:chgData name="Maria Rojas Ramirez" userId="92be514a-6790-4b3d-9adb-94743b871476" providerId="ADAL" clId="{1F179091-6A4D-1343-92C0-CBE146F69092}" dt="2025-02-01T03:08:57.491" v="1788" actId="1037"/>
          <ac:spMkLst>
            <pc:docMk/>
            <pc:sldMk cId="4023854890" sldId="1497"/>
            <ac:spMk id="123" creationId="{2B02FC2D-28DE-3FA6-3524-9F5EBF03D427}"/>
          </ac:spMkLst>
        </pc:spChg>
        <pc:spChg chg="mod">
          <ac:chgData name="Maria Rojas Ramirez" userId="92be514a-6790-4b3d-9adb-94743b871476" providerId="ADAL" clId="{1F179091-6A4D-1343-92C0-CBE146F69092}" dt="2025-02-01T03:08:57.491" v="1788" actId="1037"/>
          <ac:spMkLst>
            <pc:docMk/>
            <pc:sldMk cId="4023854890" sldId="1497"/>
            <ac:spMk id="125" creationId="{CEEFFF5F-2542-15C9-D091-261043262BE0}"/>
          </ac:spMkLst>
        </pc:spChg>
        <pc:spChg chg="mod">
          <ac:chgData name="Maria Rojas Ramirez" userId="92be514a-6790-4b3d-9adb-94743b871476" providerId="ADAL" clId="{1F179091-6A4D-1343-92C0-CBE146F69092}" dt="2025-02-01T03:12:00.074" v="1843" actId="552"/>
          <ac:spMkLst>
            <pc:docMk/>
            <pc:sldMk cId="4023854890" sldId="1497"/>
            <ac:spMk id="126" creationId="{CEB27377-54B1-E848-27D8-8C986CD7C8E2}"/>
          </ac:spMkLst>
        </pc:spChg>
        <pc:spChg chg="mod">
          <ac:chgData name="Maria Rojas Ramirez" userId="92be514a-6790-4b3d-9adb-94743b871476" providerId="ADAL" clId="{1F179091-6A4D-1343-92C0-CBE146F69092}" dt="2025-02-01T03:11:40.241" v="1842" actId="552"/>
          <ac:spMkLst>
            <pc:docMk/>
            <pc:sldMk cId="4023854890" sldId="1497"/>
            <ac:spMk id="127" creationId="{4AEDE906-B400-4711-0719-72C67D184315}"/>
          </ac:spMkLst>
        </pc:spChg>
        <pc:spChg chg="mod">
          <ac:chgData name="Maria Rojas Ramirez" userId="92be514a-6790-4b3d-9adb-94743b871476" providerId="ADAL" clId="{1F179091-6A4D-1343-92C0-CBE146F69092}" dt="2025-02-01T03:11:40.241" v="1842" actId="552"/>
          <ac:spMkLst>
            <pc:docMk/>
            <pc:sldMk cId="4023854890" sldId="1497"/>
            <ac:spMk id="128" creationId="{4E1065CC-3A1E-79E5-CD9F-60681EBFF7B8}"/>
          </ac:spMkLst>
        </pc:spChg>
        <pc:spChg chg="mod">
          <ac:chgData name="Maria Rojas Ramirez" userId="92be514a-6790-4b3d-9adb-94743b871476" providerId="ADAL" clId="{1F179091-6A4D-1343-92C0-CBE146F69092}" dt="2025-02-01T03:12:00.074" v="1843" actId="552"/>
          <ac:spMkLst>
            <pc:docMk/>
            <pc:sldMk cId="4023854890" sldId="1497"/>
            <ac:spMk id="129" creationId="{7BC8A5D2-A952-B3CE-BFC3-6B7D8476232A}"/>
          </ac:spMkLst>
        </pc:spChg>
        <pc:spChg chg="mod">
          <ac:chgData name="Maria Rojas Ramirez" userId="92be514a-6790-4b3d-9adb-94743b871476" providerId="ADAL" clId="{1F179091-6A4D-1343-92C0-CBE146F69092}" dt="2025-02-01T03:11:14.385" v="1840" actId="1036"/>
          <ac:spMkLst>
            <pc:docMk/>
            <pc:sldMk cId="4023854890" sldId="1497"/>
            <ac:spMk id="135" creationId="{2F501DEA-81C6-7544-9F0F-10DF0B344053}"/>
          </ac:spMkLst>
        </pc:spChg>
        <pc:spChg chg="mod">
          <ac:chgData name="Maria Rojas Ramirez" userId="92be514a-6790-4b3d-9adb-94743b871476" providerId="ADAL" clId="{1F179091-6A4D-1343-92C0-CBE146F69092}" dt="2025-02-01T03:11:40.241" v="1842" actId="552"/>
          <ac:spMkLst>
            <pc:docMk/>
            <pc:sldMk cId="4023854890" sldId="1497"/>
            <ac:spMk id="136" creationId="{3304E1D5-8864-B0F9-3008-75E80BDB15A4}"/>
          </ac:spMkLst>
        </pc:spChg>
        <pc:spChg chg="mod">
          <ac:chgData name="Maria Rojas Ramirez" userId="92be514a-6790-4b3d-9adb-94743b871476" providerId="ADAL" clId="{1F179091-6A4D-1343-92C0-CBE146F69092}" dt="2025-02-01T03:12:00.074" v="1843" actId="552"/>
          <ac:spMkLst>
            <pc:docMk/>
            <pc:sldMk cId="4023854890" sldId="1497"/>
            <ac:spMk id="137" creationId="{62212058-3FB1-0524-2360-C3E60AD2C8AD}"/>
          </ac:spMkLst>
        </pc:spChg>
        <pc:spChg chg="mod">
          <ac:chgData name="Maria Rojas Ramirez" userId="92be514a-6790-4b3d-9adb-94743b871476" providerId="ADAL" clId="{1F179091-6A4D-1343-92C0-CBE146F69092}" dt="2025-02-01T03:11:14.385" v="1840" actId="1036"/>
          <ac:spMkLst>
            <pc:docMk/>
            <pc:sldMk cId="4023854890" sldId="1497"/>
            <ac:spMk id="144" creationId="{B8961213-5A4D-AC39-7304-906E7A2958BB}"/>
          </ac:spMkLst>
        </pc:spChg>
        <pc:spChg chg="mod">
          <ac:chgData name="Maria Rojas Ramirez" userId="92be514a-6790-4b3d-9adb-94743b871476" providerId="ADAL" clId="{1F179091-6A4D-1343-92C0-CBE146F69092}" dt="2025-02-01T02:14:16.645" v="1278" actId="1036"/>
          <ac:spMkLst>
            <pc:docMk/>
            <pc:sldMk cId="4023854890" sldId="1497"/>
            <ac:spMk id="145" creationId="{F98F630A-F036-8C27-D9AB-CD1C396E5E76}"/>
          </ac:spMkLst>
        </pc:spChg>
        <pc:spChg chg="mod">
          <ac:chgData name="Maria Rojas Ramirez" userId="92be514a-6790-4b3d-9adb-94743b871476" providerId="ADAL" clId="{1F179091-6A4D-1343-92C0-CBE146F69092}" dt="2025-02-01T03:11:40.241" v="1842" actId="552"/>
          <ac:spMkLst>
            <pc:docMk/>
            <pc:sldMk cId="4023854890" sldId="1497"/>
            <ac:spMk id="150" creationId="{2C1EDD39-00C2-E030-D7A6-A0F45E2091CF}"/>
          </ac:spMkLst>
        </pc:spChg>
        <pc:spChg chg="mod">
          <ac:chgData name="Maria Rojas Ramirez" userId="92be514a-6790-4b3d-9adb-94743b871476" providerId="ADAL" clId="{1F179091-6A4D-1343-92C0-CBE146F69092}" dt="2025-02-01T02:14:16.645" v="1278" actId="1036"/>
          <ac:spMkLst>
            <pc:docMk/>
            <pc:sldMk cId="4023854890" sldId="1497"/>
            <ac:spMk id="151" creationId="{E7CB63AE-C16B-DC6B-DBE8-18E24EE0B47E}"/>
          </ac:spMkLst>
        </pc:spChg>
        <pc:spChg chg="mod">
          <ac:chgData name="Maria Rojas Ramirez" userId="92be514a-6790-4b3d-9adb-94743b871476" providerId="ADAL" clId="{1F179091-6A4D-1343-92C0-CBE146F69092}" dt="2025-02-01T03:11:08.454" v="1835" actId="1076"/>
          <ac:spMkLst>
            <pc:docMk/>
            <pc:sldMk cId="4023854890" sldId="1497"/>
            <ac:spMk id="155" creationId="{8F6B7004-20E8-8B2F-9EDE-71F2A1A0CAF6}"/>
          </ac:spMkLst>
        </pc:spChg>
        <pc:spChg chg="mod">
          <ac:chgData name="Maria Rojas Ramirez" userId="92be514a-6790-4b3d-9adb-94743b871476" providerId="ADAL" clId="{1F179091-6A4D-1343-92C0-CBE146F69092}" dt="2025-02-01T03:12:51.626" v="1849" actId="14100"/>
          <ac:spMkLst>
            <pc:docMk/>
            <pc:sldMk cId="4023854890" sldId="1497"/>
            <ac:spMk id="157" creationId="{8F6B7004-20E8-8B2F-9EDE-71F2A1A0CAF6}"/>
          </ac:spMkLst>
        </pc:spChg>
        <pc:spChg chg="mod">
          <ac:chgData name="Maria Rojas Ramirez" userId="92be514a-6790-4b3d-9adb-94743b871476" providerId="ADAL" clId="{1F179091-6A4D-1343-92C0-CBE146F69092}" dt="2025-02-01T03:12:00.074" v="1843" actId="552"/>
          <ac:spMkLst>
            <pc:docMk/>
            <pc:sldMk cId="4023854890" sldId="1497"/>
            <ac:spMk id="158" creationId="{62212058-3FB1-0524-2360-C3E60AD2C8AD}"/>
          </ac:spMkLst>
        </pc:spChg>
        <pc:spChg chg="mod">
          <ac:chgData name="Maria Rojas Ramirez" userId="92be514a-6790-4b3d-9adb-94743b871476" providerId="ADAL" clId="{1F179091-6A4D-1343-92C0-CBE146F69092}" dt="2025-02-01T02:14:16.645" v="1278" actId="1036"/>
          <ac:spMkLst>
            <pc:docMk/>
            <pc:sldMk cId="4023854890" sldId="1497"/>
            <ac:spMk id="159" creationId="{8F6B7004-20E8-8B2F-9EDE-71F2A1A0CAF6}"/>
          </ac:spMkLst>
        </pc:spChg>
        <pc:spChg chg="mod">
          <ac:chgData name="Maria Rojas Ramirez" userId="92be514a-6790-4b3d-9adb-94743b871476" providerId="ADAL" clId="{1F179091-6A4D-1343-92C0-CBE146F69092}" dt="2025-02-01T03:09:27.676" v="1812" actId="1037"/>
          <ac:spMkLst>
            <pc:docMk/>
            <pc:sldMk cId="4023854890" sldId="1497"/>
            <ac:spMk id="161" creationId="{229480B3-21B6-B2FF-1FD5-1CA8909C3B00}"/>
          </ac:spMkLst>
        </pc:spChg>
        <pc:spChg chg="mod">
          <ac:chgData name="Maria Rojas Ramirez" userId="92be514a-6790-4b3d-9adb-94743b871476" providerId="ADAL" clId="{1F179091-6A4D-1343-92C0-CBE146F69092}" dt="2025-02-01T03:11:40.241" v="1842" actId="552"/>
          <ac:spMkLst>
            <pc:docMk/>
            <pc:sldMk cId="4023854890" sldId="1497"/>
            <ac:spMk id="162" creationId="{B883A36E-D778-09E3-A784-F0991E16B999}"/>
          </ac:spMkLst>
        </pc:spChg>
        <pc:spChg chg="mod">
          <ac:chgData name="Maria Rojas Ramirez" userId="92be514a-6790-4b3d-9adb-94743b871476" providerId="ADAL" clId="{1F179091-6A4D-1343-92C0-CBE146F69092}" dt="2025-02-01T03:12:00.074" v="1843" actId="552"/>
          <ac:spMkLst>
            <pc:docMk/>
            <pc:sldMk cId="4023854890" sldId="1497"/>
            <ac:spMk id="163" creationId="{94AC7B0C-7933-6074-06AD-099E0384D9E9}"/>
          </ac:spMkLst>
        </pc:spChg>
        <pc:spChg chg="mod">
          <ac:chgData name="Maria Rojas Ramirez" userId="92be514a-6790-4b3d-9adb-94743b871476" providerId="ADAL" clId="{1F179091-6A4D-1343-92C0-CBE146F69092}" dt="2025-02-01T03:12:21.219" v="1847" actId="1037"/>
          <ac:spMkLst>
            <pc:docMk/>
            <pc:sldMk cId="4023854890" sldId="1497"/>
            <ac:spMk id="164" creationId="{132B6040-C439-1E5F-BFEB-0587567EFE0B}"/>
          </ac:spMkLst>
        </pc:spChg>
        <pc:spChg chg="mod">
          <ac:chgData name="Maria Rojas Ramirez" userId="92be514a-6790-4b3d-9adb-94743b871476" providerId="ADAL" clId="{1F179091-6A4D-1343-92C0-CBE146F69092}" dt="2025-02-01T03:08:57.491" v="1788" actId="1037"/>
          <ac:spMkLst>
            <pc:docMk/>
            <pc:sldMk cId="4023854890" sldId="1497"/>
            <ac:spMk id="251" creationId="{CEEFFF5F-2542-15C9-D091-261043262BE0}"/>
          </ac:spMkLst>
        </pc:spChg>
        <pc:cxnChg chg="mod">
          <ac:chgData name="Maria Rojas Ramirez" userId="92be514a-6790-4b3d-9adb-94743b871476" providerId="ADAL" clId="{1F179091-6A4D-1343-92C0-CBE146F69092}" dt="2025-02-01T03:12:00.074" v="1843" actId="552"/>
          <ac:cxnSpMkLst>
            <pc:docMk/>
            <pc:sldMk cId="4023854890" sldId="1497"/>
            <ac:cxnSpMk id="70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2:14:27.750" v="1280" actId="14100"/>
          <ac:cxnSpMkLst>
            <pc:docMk/>
            <pc:sldMk cId="4023854890" sldId="1497"/>
            <ac:cxnSpMk id="7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08:57.491" v="1788" actId="1037"/>
          <ac:cxnSpMkLst>
            <pc:docMk/>
            <pc:sldMk cId="4023854890" sldId="1497"/>
            <ac:cxnSpMk id="124" creationId="{257C3AA1-03E7-95CE-63B6-0C77636D1531}"/>
          </ac:cxnSpMkLst>
        </pc:cxnChg>
        <pc:cxnChg chg="mod">
          <ac:chgData name="Maria Rojas Ramirez" userId="92be514a-6790-4b3d-9adb-94743b871476" providerId="ADAL" clId="{1F179091-6A4D-1343-92C0-CBE146F69092}" dt="2025-02-01T03:13:17.234" v="1851" actId="14100"/>
          <ac:cxnSpMkLst>
            <pc:docMk/>
            <pc:sldMk cId="4023854890" sldId="1497"/>
            <ac:cxnSpMk id="130" creationId="{347A9729-5948-0D28-4FEE-805889474AE0}"/>
          </ac:cxnSpMkLst>
        </pc:cxnChg>
        <pc:cxnChg chg="mod">
          <ac:chgData name="Maria Rojas Ramirez" userId="92be514a-6790-4b3d-9adb-94743b871476" providerId="ADAL" clId="{1F179091-6A4D-1343-92C0-CBE146F69092}" dt="2025-02-01T03:13:25.402" v="1853" actId="14100"/>
          <ac:cxnSpMkLst>
            <pc:docMk/>
            <pc:sldMk cId="4023854890" sldId="1497"/>
            <ac:cxnSpMk id="131" creationId="{314A9FFD-AE13-FA23-6EC9-9190C31E71A6}"/>
          </ac:cxnSpMkLst>
        </pc:cxnChg>
        <pc:cxnChg chg="mod">
          <ac:chgData name="Maria Rojas Ramirez" userId="92be514a-6790-4b3d-9adb-94743b871476" providerId="ADAL" clId="{1F179091-6A4D-1343-92C0-CBE146F69092}" dt="2025-02-01T03:12:00.074" v="1843" actId="552"/>
          <ac:cxnSpMkLst>
            <pc:docMk/>
            <pc:sldMk cId="4023854890" sldId="1497"/>
            <ac:cxnSpMk id="132" creationId="{CF88938D-C1F0-63DB-FCA0-47F1FEFC92C1}"/>
          </ac:cxnSpMkLst>
        </pc:cxnChg>
        <pc:cxnChg chg="mod">
          <ac:chgData name="Maria Rojas Ramirez" userId="92be514a-6790-4b3d-9adb-94743b871476" providerId="ADAL" clId="{1F179091-6A4D-1343-92C0-CBE146F69092}" dt="2025-02-01T03:10:11.912" v="1829" actId="1038"/>
          <ac:cxnSpMkLst>
            <pc:docMk/>
            <pc:sldMk cId="4023854890" sldId="1497"/>
            <ac:cxnSpMk id="133" creationId="{8E7412E0-FA8B-3801-77D7-E080138ADE65}"/>
          </ac:cxnSpMkLst>
        </pc:cxnChg>
        <pc:cxnChg chg="mod">
          <ac:chgData name="Maria Rojas Ramirez" userId="92be514a-6790-4b3d-9adb-94743b871476" providerId="ADAL" clId="{1F179091-6A4D-1343-92C0-CBE146F69092}" dt="2025-02-01T03:12:00.074" v="1843" actId="552"/>
          <ac:cxnSpMkLst>
            <pc:docMk/>
            <pc:sldMk cId="4023854890" sldId="1497"/>
            <ac:cxnSpMk id="139" creationId="{4398896E-0F46-4EED-9263-FCD651385952}"/>
          </ac:cxnSpMkLst>
        </pc:cxnChg>
        <pc:cxnChg chg="mod">
          <ac:chgData name="Maria Rojas Ramirez" userId="92be514a-6790-4b3d-9adb-94743b871476" providerId="ADAL" clId="{1F179091-6A4D-1343-92C0-CBE146F69092}" dt="2025-02-01T03:11:14.385" v="1840" actId="1036"/>
          <ac:cxnSpMkLst>
            <pc:docMk/>
            <pc:sldMk cId="4023854890" sldId="1497"/>
            <ac:cxnSpMk id="147" creationId="{11656432-E6AA-C4F6-EFF0-70ED601F4F51}"/>
          </ac:cxnSpMkLst>
        </pc:cxnChg>
        <pc:cxnChg chg="mod">
          <ac:chgData name="Maria Rojas Ramirez" userId="92be514a-6790-4b3d-9adb-94743b871476" providerId="ADAL" clId="{1F179091-6A4D-1343-92C0-CBE146F69092}" dt="2025-02-01T03:10:11.912" v="1829" actId="1038"/>
          <ac:cxnSpMkLst>
            <pc:docMk/>
            <pc:sldMk cId="4023854890" sldId="1497"/>
            <ac:cxnSpMk id="152" creationId="{1299545A-942B-06ED-6BF3-B7C126C88CF5}"/>
          </ac:cxnSpMkLst>
        </pc:cxnChg>
        <pc:cxnChg chg="mod">
          <ac:chgData name="Maria Rojas Ramirez" userId="92be514a-6790-4b3d-9adb-94743b871476" providerId="ADAL" clId="{1F179091-6A4D-1343-92C0-CBE146F69092}" dt="2025-02-01T03:13:21.164" v="1852" actId="14100"/>
          <ac:cxnSpMkLst>
            <pc:docMk/>
            <pc:sldMk cId="4023854890" sldId="1497"/>
            <ac:cxnSpMk id="153" creationId="{347A9729-5948-0D28-4FEE-805889474AE0}"/>
          </ac:cxnSpMkLst>
        </pc:cxnChg>
        <pc:cxnChg chg="mod">
          <ac:chgData name="Maria Rojas Ramirez" userId="92be514a-6790-4b3d-9adb-94743b871476" providerId="ADAL" clId="{1F179091-6A4D-1343-92C0-CBE146F69092}" dt="2025-02-01T03:12:00.074" v="1843" actId="552"/>
          <ac:cxnSpMkLst>
            <pc:docMk/>
            <pc:sldMk cId="4023854890" sldId="1497"/>
            <ac:cxnSpMk id="160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11:40.241" v="1842" actId="552"/>
          <ac:cxnSpMkLst>
            <pc:docMk/>
            <pc:sldMk cId="4023854890" sldId="1497"/>
            <ac:cxnSpMk id="214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12:00.074" v="1843" actId="552"/>
          <ac:cxnSpMkLst>
            <pc:docMk/>
            <pc:sldMk cId="4023854890" sldId="1497"/>
            <ac:cxnSpMk id="21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09:27.676" v="1812" actId="1037"/>
          <ac:cxnSpMkLst>
            <pc:docMk/>
            <pc:sldMk cId="4023854890" sldId="1497"/>
            <ac:cxnSpMk id="223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11:19.337" v="1841" actId="14100"/>
          <ac:cxnSpMkLst>
            <pc:docMk/>
            <pc:sldMk cId="4023854890" sldId="1497"/>
            <ac:cxnSpMk id="23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10:17.853" v="1830" actId="14100"/>
          <ac:cxnSpMkLst>
            <pc:docMk/>
            <pc:sldMk cId="4023854890" sldId="1497"/>
            <ac:cxnSpMk id="248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08:48.166" v="1783" actId="552"/>
          <ac:cxnSpMkLst>
            <pc:docMk/>
            <pc:sldMk cId="4023854890" sldId="1497"/>
            <ac:cxnSpMk id="253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3:08:57.491" v="1788" actId="1037"/>
          <ac:cxnSpMkLst>
            <pc:docMk/>
            <pc:sldMk cId="4023854890" sldId="1497"/>
            <ac:cxnSpMk id="256" creationId="{00000000-0000-0000-0000-000000000000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2-07T16:22:35.303" v="3980" actId="20577"/>
        <pc:sldMkLst>
          <pc:docMk/>
          <pc:sldMk cId="3836899784" sldId="1498"/>
        </pc:sldMkLst>
        <pc:spChg chg="mod">
          <ac:chgData name="Maria Rojas Ramirez" userId="92be514a-6790-4b3d-9adb-94743b871476" providerId="ADAL" clId="{1F179091-6A4D-1343-92C0-CBE146F69092}" dt="2025-02-01T02:48:38.255" v="1435" actId="1036"/>
          <ac:spMkLst>
            <pc:docMk/>
            <pc:sldMk cId="3836899784" sldId="1498"/>
            <ac:spMk id="4" creationId="{87111D0C-A400-ABE5-87F5-D92D42C9EF20}"/>
          </ac:spMkLst>
        </pc:spChg>
        <pc:spChg chg="mod">
          <ac:chgData name="Maria Rojas Ramirez" userId="92be514a-6790-4b3d-9adb-94743b871476" providerId="ADAL" clId="{1F179091-6A4D-1343-92C0-CBE146F69092}" dt="2025-02-01T02:47:24.465" v="1402" actId="14100"/>
          <ac:spMkLst>
            <pc:docMk/>
            <pc:sldMk cId="3836899784" sldId="1498"/>
            <ac:spMk id="5" creationId="{21AD5572-4B9B-AE5D-1ED2-140A11931DAC}"/>
          </ac:spMkLst>
        </pc:spChg>
        <pc:spChg chg="mod">
          <ac:chgData name="Maria Rojas Ramirez" userId="92be514a-6790-4b3d-9adb-94743b871476" providerId="ADAL" clId="{1F179091-6A4D-1343-92C0-CBE146F69092}" dt="2025-02-01T02:52:19.119" v="1565" actId="1036"/>
          <ac:spMkLst>
            <pc:docMk/>
            <pc:sldMk cId="3836899784" sldId="1498"/>
            <ac:spMk id="7" creationId="{35D626B7-6B3F-A94C-94A7-9FFCC453BDAB}"/>
          </ac:spMkLst>
        </pc:spChg>
        <pc:spChg chg="mod">
          <ac:chgData name="Maria Rojas Ramirez" userId="92be514a-6790-4b3d-9adb-94743b871476" providerId="ADAL" clId="{1F179091-6A4D-1343-92C0-CBE146F69092}" dt="2025-02-01T02:50:01.636" v="1474" actId="14100"/>
          <ac:spMkLst>
            <pc:docMk/>
            <pc:sldMk cId="3836899784" sldId="1498"/>
            <ac:spMk id="8" creationId="{7F4660B9-2058-E1FE-E039-733E9F3B5F95}"/>
          </ac:spMkLst>
        </pc:spChg>
        <pc:spChg chg="mod">
          <ac:chgData name="Maria Rojas Ramirez" userId="92be514a-6790-4b3d-9adb-94743b871476" providerId="ADAL" clId="{1F179091-6A4D-1343-92C0-CBE146F69092}" dt="2025-02-01T02:52:15.433" v="1559" actId="1036"/>
          <ac:spMkLst>
            <pc:docMk/>
            <pc:sldMk cId="3836899784" sldId="1498"/>
            <ac:spMk id="9" creationId="{91B1C8F1-F9A5-16BE-DF3D-7DD045E4A7FE}"/>
          </ac:spMkLst>
        </pc:spChg>
        <pc:spChg chg="mod">
          <ac:chgData name="Maria Rojas Ramirez" userId="92be514a-6790-4b3d-9adb-94743b871476" providerId="ADAL" clId="{1F179091-6A4D-1343-92C0-CBE146F69092}" dt="2025-02-01T02:52:15.433" v="1559" actId="1036"/>
          <ac:spMkLst>
            <pc:docMk/>
            <pc:sldMk cId="3836899784" sldId="1498"/>
            <ac:spMk id="10" creationId="{93DA18D8-B2D2-63C9-DF09-85D064805A58}"/>
          </ac:spMkLst>
        </pc:spChg>
        <pc:spChg chg="mod">
          <ac:chgData name="Maria Rojas Ramirez" userId="92be514a-6790-4b3d-9adb-94743b871476" providerId="ADAL" clId="{1F179091-6A4D-1343-92C0-CBE146F69092}" dt="2025-02-01T02:47:58.506" v="1414" actId="1036"/>
          <ac:spMkLst>
            <pc:docMk/>
            <pc:sldMk cId="3836899784" sldId="1498"/>
            <ac:spMk id="14" creationId="{0A1C9144-1A63-0812-6DC8-46C00801001B}"/>
          </ac:spMkLst>
        </pc:spChg>
        <pc:spChg chg="mod">
          <ac:chgData name="Maria Rojas Ramirez" userId="92be514a-6790-4b3d-9adb-94743b871476" providerId="ADAL" clId="{1F179091-6A4D-1343-92C0-CBE146F69092}" dt="2025-02-01T02:47:58.506" v="1414" actId="1036"/>
          <ac:spMkLst>
            <pc:docMk/>
            <pc:sldMk cId="3836899784" sldId="1498"/>
            <ac:spMk id="15" creationId="{2877456A-AD65-7E5C-C861-3749113A16D2}"/>
          </ac:spMkLst>
        </pc:spChg>
        <pc:spChg chg="mod">
          <ac:chgData name="Maria Rojas Ramirez" userId="92be514a-6790-4b3d-9adb-94743b871476" providerId="ADAL" clId="{1F179091-6A4D-1343-92C0-CBE146F69092}" dt="2025-02-01T02:46:52.991" v="1377" actId="14100"/>
          <ac:spMkLst>
            <pc:docMk/>
            <pc:sldMk cId="3836899784" sldId="1498"/>
            <ac:spMk id="16" creationId="{7D28634F-556F-0E18-B840-03F0293E3FAB}"/>
          </ac:spMkLst>
        </pc:spChg>
        <pc:spChg chg="mod">
          <ac:chgData name="Maria Rojas Ramirez" userId="92be514a-6790-4b3d-9adb-94743b871476" providerId="ADAL" clId="{1F179091-6A4D-1343-92C0-CBE146F69092}" dt="2025-02-01T02:47:58.506" v="1414" actId="1036"/>
          <ac:spMkLst>
            <pc:docMk/>
            <pc:sldMk cId="3836899784" sldId="1498"/>
            <ac:spMk id="27" creationId="{CD1D9140-AEBD-44B9-4C2E-25F2347FC509}"/>
          </ac:spMkLst>
        </pc:spChg>
        <pc:spChg chg="mod">
          <ac:chgData name="Maria Rojas Ramirez" userId="92be514a-6790-4b3d-9adb-94743b871476" providerId="ADAL" clId="{1F179091-6A4D-1343-92C0-CBE146F69092}" dt="2025-02-07T16:22:26.645" v="3966" actId="20577"/>
          <ac:spMkLst>
            <pc:docMk/>
            <pc:sldMk cId="3836899784" sldId="1498"/>
            <ac:spMk id="30" creationId="{91EAB6B8-32A3-9C56-0232-E7A8445892CE}"/>
          </ac:spMkLst>
        </pc:spChg>
        <pc:spChg chg="mod">
          <ac:chgData name="Maria Rojas Ramirez" userId="92be514a-6790-4b3d-9adb-94743b871476" providerId="ADAL" clId="{1F179091-6A4D-1343-92C0-CBE146F69092}" dt="2025-02-01T02:51:41.909" v="1529" actId="554"/>
          <ac:spMkLst>
            <pc:docMk/>
            <pc:sldMk cId="3836899784" sldId="1498"/>
            <ac:spMk id="34" creationId="{CA571EB7-AF77-FFD4-A1AD-77E5204F8D73}"/>
          </ac:spMkLst>
        </pc:spChg>
        <pc:spChg chg="mod">
          <ac:chgData name="Maria Rojas Ramirez" userId="92be514a-6790-4b3d-9adb-94743b871476" providerId="ADAL" clId="{1F179091-6A4D-1343-92C0-CBE146F69092}" dt="2025-02-01T02:52:01.390" v="1555" actId="1035"/>
          <ac:spMkLst>
            <pc:docMk/>
            <pc:sldMk cId="3836899784" sldId="1498"/>
            <ac:spMk id="37" creationId="{F80E4397-50AF-81F6-E13E-2EBEF7751763}"/>
          </ac:spMkLst>
        </pc:spChg>
        <pc:spChg chg="mod">
          <ac:chgData name="Maria Rojas Ramirez" userId="92be514a-6790-4b3d-9adb-94743b871476" providerId="ADAL" clId="{1F179091-6A4D-1343-92C0-CBE146F69092}" dt="2025-02-01T02:52:01.390" v="1555" actId="1035"/>
          <ac:spMkLst>
            <pc:docMk/>
            <pc:sldMk cId="3836899784" sldId="1498"/>
            <ac:spMk id="38" creationId="{486495EA-FF93-F83E-2CCC-E5070865900C}"/>
          </ac:spMkLst>
        </pc:spChg>
        <pc:spChg chg="mod">
          <ac:chgData name="Maria Rojas Ramirez" userId="92be514a-6790-4b3d-9adb-94743b871476" providerId="ADAL" clId="{1F179091-6A4D-1343-92C0-CBE146F69092}" dt="2025-02-07T16:22:31.878" v="3973" actId="20577"/>
          <ac:spMkLst>
            <pc:docMk/>
            <pc:sldMk cId="3836899784" sldId="1498"/>
            <ac:spMk id="44" creationId="{B7811F23-A9CD-29AC-25D1-AE3FA2F81382}"/>
          </ac:spMkLst>
        </pc:spChg>
        <pc:spChg chg="mod">
          <ac:chgData name="Maria Rojas Ramirez" userId="92be514a-6790-4b3d-9adb-94743b871476" providerId="ADAL" clId="{1F179091-6A4D-1343-92C0-CBE146F69092}" dt="2025-02-01T02:48:28.304" v="1428" actId="1037"/>
          <ac:spMkLst>
            <pc:docMk/>
            <pc:sldMk cId="3836899784" sldId="1498"/>
            <ac:spMk id="48" creationId="{4E3F12D4-E32A-15F9-B2A1-BD20F96DFF7B}"/>
          </ac:spMkLst>
        </pc:spChg>
        <pc:spChg chg="mod">
          <ac:chgData name="Maria Rojas Ramirez" userId="92be514a-6790-4b3d-9adb-94743b871476" providerId="ADAL" clId="{1F179091-6A4D-1343-92C0-CBE146F69092}" dt="2025-02-01T02:47:58.506" v="1414" actId="1036"/>
          <ac:spMkLst>
            <pc:docMk/>
            <pc:sldMk cId="3836899784" sldId="1498"/>
            <ac:spMk id="49" creationId="{927A07D7-B6D1-2556-9784-7B7E14778F28}"/>
          </ac:spMkLst>
        </pc:spChg>
        <pc:spChg chg="mod">
          <ac:chgData name="Maria Rojas Ramirez" userId="92be514a-6790-4b3d-9adb-94743b871476" providerId="ADAL" clId="{1F179091-6A4D-1343-92C0-CBE146F69092}" dt="2025-02-07T16:22:35.303" v="3980" actId="20577"/>
          <ac:spMkLst>
            <pc:docMk/>
            <pc:sldMk cId="3836899784" sldId="1498"/>
            <ac:spMk id="52" creationId="{E0094F56-191C-BF78-4CA8-EA112D79D952}"/>
          </ac:spMkLst>
        </pc:spChg>
        <pc:spChg chg="mod">
          <ac:chgData name="Maria Rojas Ramirez" userId="92be514a-6790-4b3d-9adb-94743b871476" providerId="ADAL" clId="{1F179091-6A4D-1343-92C0-CBE146F69092}" dt="2025-02-01T02:47:35.780" v="1404" actId="552"/>
          <ac:spMkLst>
            <pc:docMk/>
            <pc:sldMk cId="3836899784" sldId="1498"/>
            <ac:spMk id="75" creationId="{00136072-00BB-EDBC-CF77-885DF03AB188}"/>
          </ac:spMkLst>
        </pc:spChg>
        <pc:spChg chg="mod">
          <ac:chgData name="Maria Rojas Ramirez" userId="92be514a-6790-4b3d-9adb-94743b871476" providerId="ADAL" clId="{1F179091-6A4D-1343-92C0-CBE146F69092}" dt="2025-02-01T02:48:35.959" v="1434" actId="1037"/>
          <ac:spMkLst>
            <pc:docMk/>
            <pc:sldMk cId="3836899784" sldId="1498"/>
            <ac:spMk id="87" creationId="{28B1C47F-049F-0904-8BBD-A63B43A74122}"/>
          </ac:spMkLst>
        </pc:spChg>
        <pc:cxnChg chg="mod">
          <ac:chgData name="Maria Rojas Ramirez" userId="92be514a-6790-4b3d-9adb-94743b871476" providerId="ADAL" clId="{1F179091-6A4D-1343-92C0-CBE146F69092}" dt="2025-02-01T02:48:35.959" v="1434" actId="1037"/>
          <ac:cxnSpMkLst>
            <pc:docMk/>
            <pc:sldMk cId="3836899784" sldId="1498"/>
            <ac:cxnSpMk id="11" creationId="{A4546820-747B-4D4E-E644-ED637BEE7570}"/>
          </ac:cxnSpMkLst>
        </pc:cxnChg>
        <pc:cxnChg chg="add mod">
          <ac:chgData name="Maria Rojas Ramirez" userId="92be514a-6790-4b3d-9adb-94743b871476" providerId="ADAL" clId="{1F179091-6A4D-1343-92C0-CBE146F69092}" dt="2025-02-01T02:52:01.390" v="1555" actId="1035"/>
          <ac:cxnSpMkLst>
            <pc:docMk/>
            <pc:sldMk cId="3836899784" sldId="1498"/>
            <ac:cxnSpMk id="28" creationId="{534EF603-1FA8-A605-613E-172A3A279EA3}"/>
          </ac:cxnSpMkLst>
        </pc:cxnChg>
        <pc:cxnChg chg="add mod">
          <ac:chgData name="Maria Rojas Ramirez" userId="92be514a-6790-4b3d-9adb-94743b871476" providerId="ADAL" clId="{1F179091-6A4D-1343-92C0-CBE146F69092}" dt="2025-02-01T02:52:01.390" v="1555" actId="1035"/>
          <ac:cxnSpMkLst>
            <pc:docMk/>
            <pc:sldMk cId="3836899784" sldId="1498"/>
            <ac:cxnSpMk id="31" creationId="{8DE0786D-7D4D-1119-B512-343D16753A0F}"/>
          </ac:cxnSpMkLst>
        </pc:cxnChg>
        <pc:cxnChg chg="add mod">
          <ac:chgData name="Maria Rojas Ramirez" userId="92be514a-6790-4b3d-9adb-94743b871476" providerId="ADAL" clId="{1F179091-6A4D-1343-92C0-CBE146F69092}" dt="2025-02-01T02:51:41.909" v="1529" actId="554"/>
          <ac:cxnSpMkLst>
            <pc:docMk/>
            <pc:sldMk cId="3836899784" sldId="1498"/>
            <ac:cxnSpMk id="33" creationId="{916DB994-7C39-346D-5DCF-6D419B671EE1}"/>
          </ac:cxnSpMkLst>
        </pc:cxnChg>
        <pc:cxnChg chg="mod">
          <ac:chgData name="Maria Rojas Ramirez" userId="92be514a-6790-4b3d-9adb-94743b871476" providerId="ADAL" clId="{1F179091-6A4D-1343-92C0-CBE146F69092}" dt="2025-02-01T02:51:41.909" v="1529" actId="554"/>
          <ac:cxnSpMkLst>
            <pc:docMk/>
            <pc:sldMk cId="3836899784" sldId="1498"/>
            <ac:cxnSpMk id="35" creationId="{B787F7CA-F0A8-16D9-FC9D-A49C9025E384}"/>
          </ac:cxnSpMkLst>
        </pc:cxnChg>
        <pc:cxnChg chg="mod">
          <ac:chgData name="Maria Rojas Ramirez" userId="92be514a-6790-4b3d-9adb-94743b871476" providerId="ADAL" clId="{1F179091-6A4D-1343-92C0-CBE146F69092}" dt="2025-02-01T02:48:28.304" v="1428" actId="1037"/>
          <ac:cxnSpMkLst>
            <pc:docMk/>
            <pc:sldMk cId="3836899784" sldId="1498"/>
            <ac:cxnSpMk id="51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02:52:01.390" v="1555" actId="1035"/>
          <ac:cxnSpMkLst>
            <pc:docMk/>
            <pc:sldMk cId="3836899784" sldId="1498"/>
            <ac:cxnSpMk id="54" creationId="{BF63E299-5EEE-7DD5-DE55-11F415EA27E6}"/>
          </ac:cxnSpMkLst>
        </pc:cxnChg>
        <pc:cxnChg chg="mod">
          <ac:chgData name="Maria Rojas Ramirez" userId="92be514a-6790-4b3d-9adb-94743b871476" providerId="ADAL" clId="{1F179091-6A4D-1343-92C0-CBE146F69092}" dt="2025-02-01T02:52:01.390" v="1555" actId="1035"/>
          <ac:cxnSpMkLst>
            <pc:docMk/>
            <pc:sldMk cId="3836899784" sldId="1498"/>
            <ac:cxnSpMk id="57" creationId="{61B9A968-7EAB-5A63-15B3-27686884C3FF}"/>
          </ac:cxnSpMkLst>
        </pc:cxnChg>
        <pc:cxnChg chg="mod">
          <ac:chgData name="Maria Rojas Ramirez" userId="92be514a-6790-4b3d-9adb-94743b871476" providerId="ADAL" clId="{1F179091-6A4D-1343-92C0-CBE146F69092}" dt="2025-02-01T02:50:01.636" v="1474" actId="14100"/>
          <ac:cxnSpMkLst>
            <pc:docMk/>
            <pc:sldMk cId="3836899784" sldId="1498"/>
            <ac:cxnSpMk id="71" creationId="{0C7804A5-ED83-0B53-D5DC-9DA862313AD7}"/>
          </ac:cxnSpMkLst>
        </pc:cxnChg>
        <pc:cxnChg chg="mod">
          <ac:chgData name="Maria Rojas Ramirez" userId="92be514a-6790-4b3d-9adb-94743b871476" providerId="ADAL" clId="{1F179091-6A4D-1343-92C0-CBE146F69092}" dt="2025-02-01T02:48:38.255" v="1435" actId="1036"/>
          <ac:cxnSpMkLst>
            <pc:docMk/>
            <pc:sldMk cId="3836899784" sldId="1498"/>
            <ac:cxnSpMk id="92" creationId="{650739CA-DAB8-00E3-6140-E21A61B2A859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2-01T18:29:14.898" v="3376" actId="207"/>
        <pc:sldMkLst>
          <pc:docMk/>
          <pc:sldMk cId="65549333" sldId="1499"/>
        </pc:sldMkLst>
        <pc:spChg chg="add mod">
          <ac:chgData name="Maria Rojas Ramirez" userId="92be514a-6790-4b3d-9adb-94743b871476" providerId="ADAL" clId="{1F179091-6A4D-1343-92C0-CBE146F69092}" dt="2025-02-01T03:01:32.222" v="1616" actId="1076"/>
          <ac:spMkLst>
            <pc:docMk/>
            <pc:sldMk cId="65549333" sldId="1499"/>
            <ac:spMk id="7" creationId="{576F839E-1FAC-779B-579B-172D01932A4F}"/>
          </ac:spMkLst>
        </pc:spChg>
        <pc:spChg chg="mod">
          <ac:chgData name="Maria Rojas Ramirez" userId="92be514a-6790-4b3d-9adb-94743b871476" providerId="ADAL" clId="{1F179091-6A4D-1343-92C0-CBE146F69092}" dt="2025-02-01T18:29:14.898" v="3376" actId="207"/>
          <ac:spMkLst>
            <pc:docMk/>
            <pc:sldMk cId="65549333" sldId="1499"/>
            <ac:spMk id="18" creationId="{9BAEBD4E-CF06-FF15-6514-7E2DA9040B19}"/>
          </ac:spMkLst>
        </pc:spChg>
        <pc:spChg chg="mod">
          <ac:chgData name="Maria Rojas Ramirez" userId="92be514a-6790-4b3d-9adb-94743b871476" providerId="ADAL" clId="{1F179091-6A4D-1343-92C0-CBE146F69092}" dt="2025-02-01T03:01:55.460" v="1622" actId="20577"/>
          <ac:spMkLst>
            <pc:docMk/>
            <pc:sldMk cId="65549333" sldId="1499"/>
            <ac:spMk id="54" creationId="{CDA0632F-96FD-E263-6EE5-DAC1CF4C4308}"/>
          </ac:spMkLst>
        </pc:spChg>
      </pc:sldChg>
      <pc:sldChg chg="addSp modSp add mod">
        <pc:chgData name="Maria Rojas Ramirez" userId="92be514a-6790-4b3d-9adb-94743b871476" providerId="ADAL" clId="{1F179091-6A4D-1343-92C0-CBE146F69092}" dt="2025-02-01T18:29:09.018" v="3375" actId="207"/>
        <pc:sldMkLst>
          <pc:docMk/>
          <pc:sldMk cId="3169074439" sldId="1500"/>
        </pc:sldMkLst>
        <pc:spChg chg="add mod">
          <ac:chgData name="Maria Rojas Ramirez" userId="92be514a-6790-4b3d-9adb-94743b871476" providerId="ADAL" clId="{1F179091-6A4D-1343-92C0-CBE146F69092}" dt="2025-02-01T03:00:21.994" v="1613" actId="1076"/>
          <ac:spMkLst>
            <pc:docMk/>
            <pc:sldMk cId="3169074439" sldId="1500"/>
            <ac:spMk id="7" creationId="{713F1B9F-196D-191B-C16E-E80B8466D492}"/>
          </ac:spMkLst>
        </pc:spChg>
        <pc:spChg chg="mod">
          <ac:chgData name="Maria Rojas Ramirez" userId="92be514a-6790-4b3d-9adb-94743b871476" providerId="ADAL" clId="{1F179091-6A4D-1343-92C0-CBE146F69092}" dt="2025-02-01T18:29:09.018" v="3375" actId="207"/>
          <ac:spMkLst>
            <pc:docMk/>
            <pc:sldMk cId="3169074439" sldId="1500"/>
            <ac:spMk id="18" creationId="{D81FD4DD-052C-0927-C5AC-FAD935DC168E}"/>
          </ac:spMkLst>
        </pc:spChg>
        <pc:spChg chg="mod">
          <ac:chgData name="Maria Rojas Ramirez" userId="92be514a-6790-4b3d-9adb-94743b871476" providerId="ADAL" clId="{1F179091-6A4D-1343-92C0-CBE146F69092}" dt="2025-02-01T03:00:42.754" v="1614"/>
          <ac:spMkLst>
            <pc:docMk/>
            <pc:sldMk cId="3169074439" sldId="1500"/>
            <ac:spMk id="54" creationId="{5B7504F9-1319-7854-045B-E4F05B72DF34}"/>
          </ac:spMkLst>
        </pc:spChg>
        <pc:spChg chg="mod">
          <ac:chgData name="Maria Rojas Ramirez" userId="92be514a-6790-4b3d-9adb-94743b871476" providerId="ADAL" clId="{1F179091-6A4D-1343-92C0-CBE146F69092}" dt="2025-02-01T03:00:03.752" v="1611"/>
          <ac:spMkLst>
            <pc:docMk/>
            <pc:sldMk cId="3169074439" sldId="1500"/>
            <ac:spMk id="55" creationId="{169AC727-F81C-8AB7-A457-6F374A8AF9FC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2-01T03:49:37.653" v="2190" actId="14100"/>
        <pc:sldMkLst>
          <pc:docMk/>
          <pc:sldMk cId="1993220011" sldId="1501"/>
        </pc:sldMkLst>
        <pc:spChg chg="mod">
          <ac:chgData name="Maria Rojas Ramirez" userId="92be514a-6790-4b3d-9adb-94743b871476" providerId="ADAL" clId="{1F179091-6A4D-1343-92C0-CBE146F69092}" dt="2025-02-01T03:49:08.837" v="2185" actId="1035"/>
          <ac:spMkLst>
            <pc:docMk/>
            <pc:sldMk cId="1993220011" sldId="1501"/>
            <ac:spMk id="29" creationId="{71D57DD5-6DDD-E6E5-A28C-33FE9AE6F658}"/>
          </ac:spMkLst>
        </pc:spChg>
        <pc:spChg chg="mod">
          <ac:chgData name="Maria Rojas Ramirez" userId="92be514a-6790-4b3d-9adb-94743b871476" providerId="ADAL" clId="{1F179091-6A4D-1343-92C0-CBE146F69092}" dt="2025-02-01T03:48:54.271" v="2156" actId="1036"/>
          <ac:spMkLst>
            <pc:docMk/>
            <pc:sldMk cId="1993220011" sldId="1501"/>
            <ac:spMk id="122" creationId="{CB5A20FF-0D5B-92D6-3BB2-9BC6AFAA0D60}"/>
          </ac:spMkLst>
        </pc:spChg>
        <pc:cxnChg chg="mod">
          <ac:chgData name="Maria Rojas Ramirez" userId="92be514a-6790-4b3d-9adb-94743b871476" providerId="ADAL" clId="{1F179091-6A4D-1343-92C0-CBE146F69092}" dt="2025-02-01T03:49:30.281" v="2188" actId="14100"/>
          <ac:cxnSpMkLst>
            <pc:docMk/>
            <pc:sldMk cId="1993220011" sldId="1501"/>
            <ac:cxnSpMk id="17" creationId="{AF3471B8-C87D-7302-EAF6-2CBD5C21F83B}"/>
          </ac:cxnSpMkLst>
        </pc:cxnChg>
        <pc:cxnChg chg="mod">
          <ac:chgData name="Maria Rojas Ramirez" userId="92be514a-6790-4b3d-9adb-94743b871476" providerId="ADAL" clId="{1F179091-6A4D-1343-92C0-CBE146F69092}" dt="2025-02-01T03:48:45.304" v="2147" actId="14100"/>
          <ac:cxnSpMkLst>
            <pc:docMk/>
            <pc:sldMk cId="1993220011" sldId="1501"/>
            <ac:cxnSpMk id="21" creationId="{BAC981AF-7021-CD54-4CE9-E05B1F583A2B}"/>
          </ac:cxnSpMkLst>
        </pc:cxnChg>
        <pc:cxnChg chg="add">
          <ac:chgData name="Maria Rojas Ramirez" userId="92be514a-6790-4b3d-9adb-94743b871476" providerId="ADAL" clId="{1F179091-6A4D-1343-92C0-CBE146F69092}" dt="2025-02-01T03:49:21.313" v="2187" actId="11529"/>
          <ac:cxnSpMkLst>
            <pc:docMk/>
            <pc:sldMk cId="1993220011" sldId="1501"/>
            <ac:cxnSpMk id="30" creationId="{26458EE7-98E7-CA88-1371-99F903AD2E21}"/>
          </ac:cxnSpMkLst>
        </pc:cxnChg>
        <pc:cxnChg chg="mod">
          <ac:chgData name="Maria Rojas Ramirez" userId="92be514a-6790-4b3d-9adb-94743b871476" providerId="ADAL" clId="{1F179091-6A4D-1343-92C0-CBE146F69092}" dt="2025-02-01T03:49:08.837" v="2185" actId="1035"/>
          <ac:cxnSpMkLst>
            <pc:docMk/>
            <pc:sldMk cId="1993220011" sldId="1501"/>
            <ac:cxnSpMk id="33" creationId="{855BDEB7-3A47-DD56-79F3-8B68D9E299EB}"/>
          </ac:cxnSpMkLst>
        </pc:cxnChg>
        <pc:cxnChg chg="mod">
          <ac:chgData name="Maria Rojas Ramirez" userId="92be514a-6790-4b3d-9adb-94743b871476" providerId="ADAL" clId="{1F179091-6A4D-1343-92C0-CBE146F69092}" dt="2025-02-01T03:49:37.653" v="2190" actId="14100"/>
          <ac:cxnSpMkLst>
            <pc:docMk/>
            <pc:sldMk cId="1993220011" sldId="1501"/>
            <ac:cxnSpMk id="44" creationId="{F572343F-E8A4-F8E4-990C-56B71CF12D2F}"/>
          </ac:cxnSpMkLst>
        </pc:cxnChg>
        <pc:cxnChg chg="mod">
          <ac:chgData name="Maria Rojas Ramirez" userId="92be514a-6790-4b3d-9adb-94743b871476" providerId="ADAL" clId="{1F179091-6A4D-1343-92C0-CBE146F69092}" dt="2025-02-01T03:48:40.781" v="2146" actId="14100"/>
          <ac:cxnSpMkLst>
            <pc:docMk/>
            <pc:sldMk cId="1993220011" sldId="1501"/>
            <ac:cxnSpMk id="114" creationId="{015CE3C4-7778-CBB9-216A-A5560554AA79}"/>
          </ac:cxnSpMkLst>
        </pc:cxnChg>
        <pc:cxnChg chg="mod">
          <ac:chgData name="Maria Rojas Ramirez" userId="92be514a-6790-4b3d-9adb-94743b871476" providerId="ADAL" clId="{1F179091-6A4D-1343-92C0-CBE146F69092}" dt="2025-02-01T03:49:33.881" v="2189" actId="14100"/>
          <ac:cxnSpMkLst>
            <pc:docMk/>
            <pc:sldMk cId="1993220011" sldId="1501"/>
            <ac:cxnSpMk id="119" creationId="{7EF346E4-C2D5-EEC7-18AB-1C8D3CB9CF42}"/>
          </ac:cxnSpMkLst>
        </pc:cxnChg>
        <pc:cxnChg chg="mod">
          <ac:chgData name="Maria Rojas Ramirez" userId="92be514a-6790-4b3d-9adb-94743b871476" providerId="ADAL" clId="{1F179091-6A4D-1343-92C0-CBE146F69092}" dt="2025-02-01T03:49:08.837" v="2185" actId="1035"/>
          <ac:cxnSpMkLst>
            <pc:docMk/>
            <pc:sldMk cId="1993220011" sldId="1501"/>
            <ac:cxnSpMk id="124" creationId="{CF8A4CE8-3FCF-9D7D-C944-97C19B910ED1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2-01T14:46:42.810" v="2244" actId="403"/>
        <pc:sldMkLst>
          <pc:docMk/>
          <pc:sldMk cId="709470452" sldId="1502"/>
        </pc:sldMkLst>
        <pc:spChg chg="mod">
          <ac:chgData name="Maria Rojas Ramirez" userId="92be514a-6790-4b3d-9adb-94743b871476" providerId="ADAL" clId="{1F179091-6A4D-1343-92C0-CBE146F69092}" dt="2025-02-01T14:46:42.810" v="2244" actId="403"/>
          <ac:spMkLst>
            <pc:docMk/>
            <pc:sldMk cId="709470452" sldId="1502"/>
            <ac:spMk id="8" creationId="{8E0D9A5E-59C7-FAA8-AE1F-279B1F2D9C67}"/>
          </ac:spMkLst>
        </pc:spChg>
        <pc:spChg chg="add mod">
          <ac:chgData name="Maria Rojas Ramirez" userId="92be514a-6790-4b3d-9adb-94743b871476" providerId="ADAL" clId="{1F179091-6A4D-1343-92C0-CBE146F69092}" dt="2025-02-01T03:59:28.210" v="2237" actId="1076"/>
          <ac:spMkLst>
            <pc:docMk/>
            <pc:sldMk cId="709470452" sldId="1502"/>
            <ac:spMk id="10" creationId="{48FAB103-3B8F-D98F-233B-1372E5CDE69C}"/>
          </ac:spMkLst>
        </pc:spChg>
        <pc:spChg chg="mod">
          <ac:chgData name="Maria Rojas Ramirez" userId="92be514a-6790-4b3d-9adb-94743b871476" providerId="ADAL" clId="{1F179091-6A4D-1343-92C0-CBE146F69092}" dt="2025-02-01T03:59:31.011" v="2240" actId="20577"/>
          <ac:spMkLst>
            <pc:docMk/>
            <pc:sldMk cId="709470452" sldId="1502"/>
            <ac:spMk id="22" creationId="{33BFA9EB-F754-A3B4-43C7-C2EA63FCD6FA}"/>
          </ac:spMkLst>
        </pc:spChg>
        <pc:spChg chg="mod">
          <ac:chgData name="Maria Rojas Ramirez" userId="92be514a-6790-4b3d-9adb-94743b871476" providerId="ADAL" clId="{1F179091-6A4D-1343-92C0-CBE146F69092}" dt="2025-02-01T03:59:42.675" v="2241"/>
          <ac:spMkLst>
            <pc:docMk/>
            <pc:sldMk cId="709470452" sldId="1502"/>
            <ac:spMk id="31" creationId="{2A3BD38D-BC0C-6A79-6C71-3B7182F20F05}"/>
          </ac:spMkLst>
        </pc:spChg>
        <pc:spChg chg="mod">
          <ac:chgData name="Maria Rojas Ramirez" userId="92be514a-6790-4b3d-9adb-94743b871476" providerId="ADAL" clId="{1F179091-6A4D-1343-92C0-CBE146F69092}" dt="2025-02-01T03:59:12.469" v="2235" actId="552"/>
          <ac:spMkLst>
            <pc:docMk/>
            <pc:sldMk cId="709470452" sldId="1502"/>
            <ac:spMk id="34" creationId="{96B63C9A-4F05-DE07-4103-1AE2297869B4}"/>
          </ac:spMkLst>
        </pc:sp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29" creationId="{59860989-8348-0BF5-28A4-54577F37DFDA}"/>
          </ac:cxnSpMkLst>
        </pc:cxn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33" creationId="{6C423655-DEFC-ED4F-1957-02AD81488F3A}"/>
          </ac:cxnSpMkLst>
        </pc:cxn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35" creationId="{C50F242F-0663-8135-CEED-2D26CC0C7D6A}"/>
          </ac:cxnSpMkLst>
        </pc:cxn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36" creationId="{1C93B471-BD89-1716-84CB-06F48DE194E6}"/>
          </ac:cxnSpMkLst>
        </pc:cxn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38" creationId="{224E5B30-3716-794C-A98F-BD95E2F6CA31}"/>
          </ac:cxnSpMkLst>
        </pc:cxnChg>
        <pc:cxnChg chg="mod">
          <ac:chgData name="Maria Rojas Ramirez" userId="92be514a-6790-4b3d-9adb-94743b871476" providerId="ADAL" clId="{1F179091-6A4D-1343-92C0-CBE146F69092}" dt="2025-02-01T03:59:12.469" v="2235" actId="552"/>
          <ac:cxnSpMkLst>
            <pc:docMk/>
            <pc:sldMk cId="709470452" sldId="1502"/>
            <ac:cxnSpMk id="59" creationId="{6AD95E83-BC3C-D327-2030-9DBBAF98B707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2-06T17:15:16.892" v="3848" actId="1038"/>
        <pc:sldMkLst>
          <pc:docMk/>
          <pc:sldMk cId="98292833" sldId="1503"/>
        </pc:sldMkLst>
        <pc:spChg chg="mod">
          <ac:chgData name="Maria Rojas Ramirez" userId="92be514a-6790-4b3d-9adb-94743b871476" providerId="ADAL" clId="{1F179091-6A4D-1343-92C0-CBE146F69092}" dt="2025-02-06T17:13:45.470" v="3809" actId="1035"/>
          <ac:spMkLst>
            <pc:docMk/>
            <pc:sldMk cId="98292833" sldId="1503"/>
            <ac:spMk id="2" creationId="{EE97D1A5-2102-D7E5-670E-C2B3E472BF87}"/>
          </ac:spMkLst>
        </pc:spChg>
        <pc:spChg chg="add mod">
          <ac:chgData name="Maria Rojas Ramirez" userId="92be514a-6790-4b3d-9adb-94743b871476" providerId="ADAL" clId="{1F179091-6A4D-1343-92C0-CBE146F69092}" dt="2025-02-06T17:15:16.892" v="3848" actId="1038"/>
          <ac:spMkLst>
            <pc:docMk/>
            <pc:sldMk cId="98292833" sldId="1503"/>
            <ac:spMk id="9" creationId="{5EE605C7-EC09-5B36-F708-12B29178DF7D}"/>
          </ac:spMkLst>
        </pc:spChg>
        <pc:spChg chg="mod">
          <ac:chgData name="Maria Rojas Ramirez" userId="92be514a-6790-4b3d-9adb-94743b871476" providerId="ADAL" clId="{1F179091-6A4D-1343-92C0-CBE146F69092}" dt="2025-02-06T17:15:12.581" v="3847" actId="1035"/>
          <ac:spMkLst>
            <pc:docMk/>
            <pc:sldMk cId="98292833" sldId="1503"/>
            <ac:spMk id="20" creationId="{6F06835D-D009-DD0F-3DC2-00E8C576FDDF}"/>
          </ac:spMkLst>
        </pc:spChg>
        <pc:spChg chg="mod">
          <ac:chgData name="Maria Rojas Ramirez" userId="92be514a-6790-4b3d-9adb-94743b871476" providerId="ADAL" clId="{1F179091-6A4D-1343-92C0-CBE146F69092}" dt="2025-02-06T17:15:12.581" v="3847" actId="1035"/>
          <ac:spMkLst>
            <pc:docMk/>
            <pc:sldMk cId="98292833" sldId="1503"/>
            <ac:spMk id="21" creationId="{97F209B1-8976-7EB4-C268-4A9CA34E7C79}"/>
          </ac:spMkLst>
        </pc:spChg>
        <pc:spChg chg="mod">
          <ac:chgData name="Maria Rojas Ramirez" userId="92be514a-6790-4b3d-9adb-94743b871476" providerId="ADAL" clId="{1F179091-6A4D-1343-92C0-CBE146F69092}" dt="2025-02-06T17:13:29.420" v="3777" actId="1035"/>
          <ac:spMkLst>
            <pc:docMk/>
            <pc:sldMk cId="98292833" sldId="1503"/>
            <ac:spMk id="31" creationId="{CEE16195-504E-08B2-AC96-E082FA404551}"/>
          </ac:spMkLst>
        </pc:spChg>
        <pc:spChg chg="mod">
          <ac:chgData name="Maria Rojas Ramirez" userId="92be514a-6790-4b3d-9adb-94743b871476" providerId="ADAL" clId="{1F179091-6A4D-1343-92C0-CBE146F69092}" dt="2025-02-06T17:13:29.420" v="3777" actId="1035"/>
          <ac:spMkLst>
            <pc:docMk/>
            <pc:sldMk cId="98292833" sldId="1503"/>
            <ac:spMk id="33" creationId="{44DA3194-9079-9598-5BB9-8D0D9BCC2886}"/>
          </ac:spMkLst>
        </pc:spChg>
        <pc:spChg chg="mod">
          <ac:chgData name="Maria Rojas Ramirez" userId="92be514a-6790-4b3d-9adb-94743b871476" providerId="ADAL" clId="{1F179091-6A4D-1343-92C0-CBE146F69092}" dt="2025-02-06T17:13:19.873" v="3754" actId="1035"/>
          <ac:spMkLst>
            <pc:docMk/>
            <pc:sldMk cId="98292833" sldId="1503"/>
            <ac:spMk id="35" creationId="{91042585-18AF-3DFC-4EFE-54AAD392544C}"/>
          </ac:spMkLst>
        </pc:spChg>
        <pc:spChg chg="mod">
          <ac:chgData name="Maria Rojas Ramirez" userId="92be514a-6790-4b3d-9adb-94743b871476" providerId="ADAL" clId="{1F179091-6A4D-1343-92C0-CBE146F69092}" dt="2025-02-06T17:13:19.873" v="3754" actId="1035"/>
          <ac:spMkLst>
            <pc:docMk/>
            <pc:sldMk cId="98292833" sldId="1503"/>
            <ac:spMk id="36" creationId="{8AC42F96-D5CF-4793-A970-ABB2E44D6165}"/>
          </ac:spMkLst>
        </pc:spChg>
        <pc:spChg chg="mod">
          <ac:chgData name="Maria Rojas Ramirez" userId="92be514a-6790-4b3d-9adb-94743b871476" providerId="ADAL" clId="{1F179091-6A4D-1343-92C0-CBE146F69092}" dt="2025-02-06T17:13:29.420" v="3777" actId="1035"/>
          <ac:spMkLst>
            <pc:docMk/>
            <pc:sldMk cId="98292833" sldId="1503"/>
            <ac:spMk id="38" creationId="{A66B19BA-0FB6-1501-7D78-538BB4E47472}"/>
          </ac:spMkLst>
        </pc:spChg>
        <pc:spChg chg="mod">
          <ac:chgData name="Maria Rojas Ramirez" userId="92be514a-6790-4b3d-9adb-94743b871476" providerId="ADAL" clId="{1F179091-6A4D-1343-92C0-CBE146F69092}" dt="2025-02-06T17:13:19.873" v="3754" actId="1035"/>
          <ac:spMkLst>
            <pc:docMk/>
            <pc:sldMk cId="98292833" sldId="1503"/>
            <ac:spMk id="39" creationId="{7965E4A5-38C4-659D-7378-EDCC4A10896C}"/>
          </ac:spMkLst>
        </pc:spChg>
        <pc:spChg chg="mod">
          <ac:chgData name="Maria Rojas Ramirez" userId="92be514a-6790-4b3d-9adb-94743b871476" providerId="ADAL" clId="{1F179091-6A4D-1343-92C0-CBE146F69092}" dt="2025-02-06T17:13:19.873" v="3754" actId="1035"/>
          <ac:spMkLst>
            <pc:docMk/>
            <pc:sldMk cId="98292833" sldId="1503"/>
            <ac:spMk id="43" creationId="{BF84D656-66A1-6440-FBCD-7FF4275E6A9C}"/>
          </ac:spMkLst>
        </pc:spChg>
        <pc:spChg chg="mod">
          <ac:chgData name="Maria Rojas Ramirez" userId="92be514a-6790-4b3d-9adb-94743b871476" providerId="ADAL" clId="{1F179091-6A4D-1343-92C0-CBE146F69092}" dt="2025-02-06T17:13:35.409" v="3793" actId="1035"/>
          <ac:spMkLst>
            <pc:docMk/>
            <pc:sldMk cId="98292833" sldId="1503"/>
            <ac:spMk id="44" creationId="{40C704C5-ED26-6FE0-3C7C-5CD531E323CB}"/>
          </ac:spMkLst>
        </pc:spChg>
        <pc:spChg chg="mod">
          <ac:chgData name="Maria Rojas Ramirez" userId="92be514a-6790-4b3d-9adb-94743b871476" providerId="ADAL" clId="{1F179091-6A4D-1343-92C0-CBE146F69092}" dt="2025-02-06T17:13:45.470" v="3809" actId="1035"/>
          <ac:spMkLst>
            <pc:docMk/>
            <pc:sldMk cId="98292833" sldId="1503"/>
            <ac:spMk id="71" creationId="{85F7004A-84BE-45D1-3E51-02E3A46C9AB7}"/>
          </ac:spMkLst>
        </pc:spChg>
        <pc:spChg chg="mod">
          <ac:chgData name="Maria Rojas Ramirez" userId="92be514a-6790-4b3d-9adb-94743b871476" providerId="ADAL" clId="{1F179091-6A4D-1343-92C0-CBE146F69092}" dt="2025-02-06T17:13:45.470" v="3809" actId="1035"/>
          <ac:spMkLst>
            <pc:docMk/>
            <pc:sldMk cId="98292833" sldId="1503"/>
            <ac:spMk id="72" creationId="{BC32414A-4113-08F9-6773-460314082BC4}"/>
          </ac:spMkLst>
        </pc:spChg>
        <pc:spChg chg="mod">
          <ac:chgData name="Maria Rojas Ramirez" userId="92be514a-6790-4b3d-9adb-94743b871476" providerId="ADAL" clId="{1F179091-6A4D-1343-92C0-CBE146F69092}" dt="2025-02-06T17:13:45.470" v="3809" actId="1035"/>
          <ac:spMkLst>
            <pc:docMk/>
            <pc:sldMk cId="98292833" sldId="1503"/>
            <ac:spMk id="73" creationId="{BC9506AB-D0AF-F84F-78A7-C92FEF7F71F0}"/>
          </ac:spMkLst>
        </pc:spChg>
        <pc:spChg chg="mod">
          <ac:chgData name="Maria Rojas Ramirez" userId="92be514a-6790-4b3d-9adb-94743b871476" providerId="ADAL" clId="{1F179091-6A4D-1343-92C0-CBE146F69092}" dt="2025-02-06T17:13:45.470" v="3809" actId="1035"/>
          <ac:spMkLst>
            <pc:docMk/>
            <pc:sldMk cId="98292833" sldId="1503"/>
            <ac:spMk id="86" creationId="{B79F4C7B-F95B-46FF-DC31-B0129729BEFD}"/>
          </ac:spMkLst>
        </pc:spChg>
        <pc:cxnChg chg="add mod">
          <ac:chgData name="Maria Rojas Ramirez" userId="92be514a-6790-4b3d-9adb-94743b871476" providerId="ADAL" clId="{1F179091-6A4D-1343-92C0-CBE146F69092}" dt="2025-02-06T17:15:16.892" v="3848" actId="1038"/>
          <ac:cxnSpMkLst>
            <pc:docMk/>
            <pc:sldMk cId="98292833" sldId="1503"/>
            <ac:cxnSpMk id="13" creationId="{15D93937-9B9C-FD84-D701-60AD959C7057}"/>
          </ac:cxnSpMkLst>
        </pc:cxnChg>
        <pc:cxnChg chg="mod">
          <ac:chgData name="Maria Rojas Ramirez" userId="92be514a-6790-4b3d-9adb-94743b871476" providerId="ADAL" clId="{1F179091-6A4D-1343-92C0-CBE146F69092}" dt="2025-02-06T17:15:12.581" v="3847" actId="1035"/>
          <ac:cxnSpMkLst>
            <pc:docMk/>
            <pc:sldMk cId="98292833" sldId="1503"/>
            <ac:cxnSpMk id="22" creationId="{92B65734-7A0A-3217-4F5C-1B88B1E8CAE6}"/>
          </ac:cxnSpMkLst>
        </pc:cxnChg>
        <pc:cxnChg chg="mod">
          <ac:chgData name="Maria Rojas Ramirez" userId="92be514a-6790-4b3d-9adb-94743b871476" providerId="ADAL" clId="{1F179091-6A4D-1343-92C0-CBE146F69092}" dt="2025-02-06T17:15:12.581" v="3847" actId="1035"/>
          <ac:cxnSpMkLst>
            <pc:docMk/>
            <pc:sldMk cId="98292833" sldId="1503"/>
            <ac:cxnSpMk id="28" creationId="{6D2C2611-EAA3-BCD8-11F9-3C95BC5052DD}"/>
          </ac:cxnSpMkLst>
        </pc:cxnChg>
        <pc:cxnChg chg="mod">
          <ac:chgData name="Maria Rojas Ramirez" userId="92be514a-6790-4b3d-9adb-94743b871476" providerId="ADAL" clId="{1F179091-6A4D-1343-92C0-CBE146F69092}" dt="2025-02-06T17:13:29.420" v="3777" actId="1035"/>
          <ac:cxnSpMkLst>
            <pc:docMk/>
            <pc:sldMk cId="98292833" sldId="1503"/>
            <ac:cxnSpMk id="37" creationId="{4AED6C05-8CDC-43E1-C091-2941A2EBC0B7}"/>
          </ac:cxnSpMkLst>
        </pc:cxnChg>
        <pc:cxnChg chg="mod">
          <ac:chgData name="Maria Rojas Ramirez" userId="92be514a-6790-4b3d-9adb-94743b871476" providerId="ADAL" clId="{1F179091-6A4D-1343-92C0-CBE146F69092}" dt="2025-02-06T17:13:29.420" v="3777" actId="1035"/>
          <ac:cxnSpMkLst>
            <pc:docMk/>
            <pc:sldMk cId="98292833" sldId="1503"/>
            <ac:cxnSpMk id="41" creationId="{93B92BEB-63B6-9F83-6FC8-17A090A39D2C}"/>
          </ac:cxnSpMkLst>
        </pc:cxnChg>
        <pc:cxnChg chg="mod">
          <ac:chgData name="Maria Rojas Ramirez" userId="92be514a-6790-4b3d-9adb-94743b871476" providerId="ADAL" clId="{1F179091-6A4D-1343-92C0-CBE146F69092}" dt="2025-02-06T17:13:19.873" v="3754" actId="1035"/>
          <ac:cxnSpMkLst>
            <pc:docMk/>
            <pc:sldMk cId="98292833" sldId="1503"/>
            <ac:cxnSpMk id="55" creationId="{4595D3C8-6629-938C-A728-14D4B69C90E4}"/>
          </ac:cxnSpMkLst>
        </pc:cxnChg>
        <pc:cxnChg chg="mod">
          <ac:chgData name="Maria Rojas Ramirez" userId="92be514a-6790-4b3d-9adb-94743b871476" providerId="ADAL" clId="{1F179091-6A4D-1343-92C0-CBE146F69092}" dt="2025-02-06T17:13:19.873" v="3754" actId="1035"/>
          <ac:cxnSpMkLst>
            <pc:docMk/>
            <pc:sldMk cId="98292833" sldId="1503"/>
            <ac:cxnSpMk id="56" creationId="{26F4E426-FC4B-6FA0-6AE7-0F18965020D4}"/>
          </ac:cxnSpMkLst>
        </pc:cxnChg>
        <pc:cxnChg chg="mod">
          <ac:chgData name="Maria Rojas Ramirez" userId="92be514a-6790-4b3d-9adb-94743b871476" providerId="ADAL" clId="{1F179091-6A4D-1343-92C0-CBE146F69092}" dt="2025-02-06T17:13:19.873" v="3754" actId="1035"/>
          <ac:cxnSpMkLst>
            <pc:docMk/>
            <pc:sldMk cId="98292833" sldId="1503"/>
            <ac:cxnSpMk id="57" creationId="{07788B45-6BAB-E56C-82BA-B0F750BFA00F}"/>
          </ac:cxnSpMkLst>
        </pc:cxnChg>
        <pc:cxnChg chg="mod">
          <ac:chgData name="Maria Rojas Ramirez" userId="92be514a-6790-4b3d-9adb-94743b871476" providerId="ADAL" clId="{1F179091-6A4D-1343-92C0-CBE146F69092}" dt="2025-02-06T17:13:29.420" v="3777" actId="1035"/>
          <ac:cxnSpMkLst>
            <pc:docMk/>
            <pc:sldMk cId="98292833" sldId="1503"/>
            <ac:cxnSpMk id="62" creationId="{12EA01CD-0780-5ACF-DD09-A18077A3E1B7}"/>
          </ac:cxnSpMkLst>
        </pc:cxnChg>
        <pc:cxnChg chg="mod">
          <ac:chgData name="Maria Rojas Ramirez" userId="92be514a-6790-4b3d-9adb-94743b871476" providerId="ADAL" clId="{1F179091-6A4D-1343-92C0-CBE146F69092}" dt="2025-02-06T17:13:45.470" v="3809" actId="1035"/>
          <ac:cxnSpMkLst>
            <pc:docMk/>
            <pc:sldMk cId="98292833" sldId="1503"/>
            <ac:cxnSpMk id="75" creationId="{46E90E74-46A7-4F0A-0A1F-0E7711E02C44}"/>
          </ac:cxnSpMkLst>
        </pc:cxnChg>
        <pc:cxnChg chg="mod">
          <ac:chgData name="Maria Rojas Ramirez" userId="92be514a-6790-4b3d-9adb-94743b871476" providerId="ADAL" clId="{1F179091-6A4D-1343-92C0-CBE146F69092}" dt="2025-02-06T17:13:45.470" v="3809" actId="1035"/>
          <ac:cxnSpMkLst>
            <pc:docMk/>
            <pc:sldMk cId="98292833" sldId="1503"/>
            <ac:cxnSpMk id="76" creationId="{C2C32F92-DE84-1EEB-E3AD-B2182F2CAF14}"/>
          </ac:cxnSpMkLst>
        </pc:cxnChg>
        <pc:cxnChg chg="mod">
          <ac:chgData name="Maria Rojas Ramirez" userId="92be514a-6790-4b3d-9adb-94743b871476" providerId="ADAL" clId="{1F179091-6A4D-1343-92C0-CBE146F69092}" dt="2025-02-06T17:13:19.873" v="3754" actId="1035"/>
          <ac:cxnSpMkLst>
            <pc:docMk/>
            <pc:sldMk cId="98292833" sldId="1503"/>
            <ac:cxnSpMk id="89" creationId="{174B409C-86D4-BAB8-718E-1D888C973BC0}"/>
          </ac:cxnSpMkLst>
        </pc:cxnChg>
        <pc:cxnChg chg="mod">
          <ac:chgData name="Maria Rojas Ramirez" userId="92be514a-6790-4b3d-9adb-94743b871476" providerId="ADAL" clId="{1F179091-6A4D-1343-92C0-CBE146F69092}" dt="2025-02-06T17:13:45.470" v="3809" actId="1035"/>
          <ac:cxnSpMkLst>
            <pc:docMk/>
            <pc:sldMk cId="98292833" sldId="1503"/>
            <ac:cxnSpMk id="90" creationId="{2D8AEE83-F670-1444-8507-6D772700C8D8}"/>
          </ac:cxnSpMkLst>
        </pc:cxnChg>
        <pc:cxnChg chg="mod">
          <ac:chgData name="Maria Rojas Ramirez" userId="92be514a-6790-4b3d-9adb-94743b871476" providerId="ADAL" clId="{1F179091-6A4D-1343-92C0-CBE146F69092}" dt="2025-02-06T17:13:45.470" v="3809" actId="1035"/>
          <ac:cxnSpMkLst>
            <pc:docMk/>
            <pc:sldMk cId="98292833" sldId="1503"/>
            <ac:cxnSpMk id="92" creationId="{52A56593-B65E-3B94-8F5B-3326FB4BDAA1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2-01T15:13:17.033" v="2411" actId="554"/>
        <pc:sldMkLst>
          <pc:docMk/>
          <pc:sldMk cId="275035197" sldId="1504"/>
        </pc:sldMkLst>
        <pc:spChg chg="mod">
          <ac:chgData name="Maria Rojas Ramirez" userId="92be514a-6790-4b3d-9adb-94743b871476" providerId="ADAL" clId="{1F179091-6A4D-1343-92C0-CBE146F69092}" dt="2025-02-01T15:13:17.033" v="2411" actId="554"/>
          <ac:spMkLst>
            <pc:docMk/>
            <pc:sldMk cId="275035197" sldId="1504"/>
            <ac:spMk id="2" creationId="{715585AD-95BD-70B3-73CE-3156B5E2FCB8}"/>
          </ac:spMkLst>
        </pc:spChg>
        <pc:spChg chg="add mod">
          <ac:chgData name="Maria Rojas Ramirez" userId="92be514a-6790-4b3d-9adb-94743b871476" providerId="ADAL" clId="{1F179091-6A4D-1343-92C0-CBE146F69092}" dt="2025-02-01T15:11:40.732" v="2403" actId="20577"/>
          <ac:spMkLst>
            <pc:docMk/>
            <pc:sldMk cId="275035197" sldId="1504"/>
            <ac:spMk id="4" creationId="{7103A70E-89AC-7C3C-8F76-0E1795106FD7}"/>
          </ac:spMkLst>
        </pc:spChg>
        <pc:spChg chg="mod">
          <ac:chgData name="Maria Rojas Ramirez" userId="92be514a-6790-4b3d-9adb-94743b871476" providerId="ADAL" clId="{1F179091-6A4D-1343-92C0-CBE146F69092}" dt="2025-02-01T15:13:17.033" v="2411" actId="554"/>
          <ac:spMkLst>
            <pc:docMk/>
            <pc:sldMk cId="275035197" sldId="1504"/>
            <ac:spMk id="6" creationId="{AC932388-4D1F-D20F-9313-304343BDF60E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8" creationId="{821C9193-813E-2645-3232-15487113D6AD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10" creationId="{3D4F3E96-ECF4-1882-3E27-DCCA66DE3E52}"/>
          </ac:spMkLst>
        </pc:spChg>
        <pc:spChg chg="mod">
          <ac:chgData name="Maria Rojas Ramirez" userId="92be514a-6790-4b3d-9adb-94743b871476" providerId="ADAL" clId="{1F179091-6A4D-1343-92C0-CBE146F69092}" dt="2025-02-01T15:13:05.061" v="2410" actId="552"/>
          <ac:spMkLst>
            <pc:docMk/>
            <pc:sldMk cId="275035197" sldId="1504"/>
            <ac:spMk id="11" creationId="{5F391366-0ECE-7484-DF53-7A96DA10599A}"/>
          </ac:spMkLst>
        </pc:spChg>
        <pc:spChg chg="mod">
          <ac:chgData name="Maria Rojas Ramirez" userId="92be514a-6790-4b3d-9adb-94743b871476" providerId="ADAL" clId="{1F179091-6A4D-1343-92C0-CBE146F69092}" dt="2025-02-01T15:13:05.061" v="2410" actId="552"/>
          <ac:spMkLst>
            <pc:docMk/>
            <pc:sldMk cId="275035197" sldId="1504"/>
            <ac:spMk id="25" creationId="{884F2EB5-E815-BEE7-6144-5105309D65A6}"/>
          </ac:spMkLst>
        </pc:spChg>
        <pc:spChg chg="mod">
          <ac:chgData name="Maria Rojas Ramirez" userId="92be514a-6790-4b3d-9adb-94743b871476" providerId="ADAL" clId="{1F179091-6A4D-1343-92C0-CBE146F69092}" dt="2025-02-01T15:10:08.363" v="2332" actId="1038"/>
          <ac:spMkLst>
            <pc:docMk/>
            <pc:sldMk cId="275035197" sldId="1504"/>
            <ac:spMk id="27" creationId="{1776BF92-9493-59E1-AA2C-7ABA040BEFEA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29" creationId="{FAE34FC4-4C2C-7565-B1BB-0FD3C603DE28}"/>
          </ac:spMkLst>
        </pc:spChg>
        <pc:spChg chg="mod">
          <ac:chgData name="Maria Rojas Ramirez" userId="92be514a-6790-4b3d-9adb-94743b871476" providerId="ADAL" clId="{1F179091-6A4D-1343-92C0-CBE146F69092}" dt="2025-02-01T15:09:54.565" v="2297" actId="14100"/>
          <ac:spMkLst>
            <pc:docMk/>
            <pc:sldMk cId="275035197" sldId="1504"/>
            <ac:spMk id="49" creationId="{47EB19CD-5F26-5F87-7480-F6393AB7D809}"/>
          </ac:spMkLst>
        </pc:spChg>
        <pc:spChg chg="mod">
          <ac:chgData name="Maria Rojas Ramirez" userId="92be514a-6790-4b3d-9adb-94743b871476" providerId="ADAL" clId="{1F179091-6A4D-1343-92C0-CBE146F69092}" dt="2025-02-01T15:13:17.033" v="2411" actId="554"/>
          <ac:spMkLst>
            <pc:docMk/>
            <pc:sldMk cId="275035197" sldId="1504"/>
            <ac:spMk id="51" creationId="{DC89DD99-27E4-065A-4B08-32CDB2365D19}"/>
          </ac:spMkLst>
        </pc:spChg>
        <pc:spChg chg="mod">
          <ac:chgData name="Maria Rojas Ramirez" userId="92be514a-6790-4b3d-9adb-94743b871476" providerId="ADAL" clId="{1F179091-6A4D-1343-92C0-CBE146F69092}" dt="2025-02-01T15:09:45.389" v="2296" actId="14100"/>
          <ac:spMkLst>
            <pc:docMk/>
            <pc:sldMk cId="275035197" sldId="1504"/>
            <ac:spMk id="52" creationId="{6113FF55-D5A6-A532-996F-3C2755D04108}"/>
          </ac:spMkLst>
        </pc:spChg>
        <pc:spChg chg="mod">
          <ac:chgData name="Maria Rojas Ramirez" userId="92be514a-6790-4b3d-9adb-94743b871476" providerId="ADAL" clId="{1F179091-6A4D-1343-92C0-CBE146F69092}" dt="2025-02-01T15:13:05.061" v="2410" actId="552"/>
          <ac:spMkLst>
            <pc:docMk/>
            <pc:sldMk cId="275035197" sldId="1504"/>
            <ac:spMk id="53" creationId="{884F2EB5-E815-BEE7-6144-5105309D65A6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70" creationId="{7E1550AF-05F6-DD84-578B-E72EB4296462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79" creationId="{6F95B5CA-4A35-2D16-F7E6-B8ECB2BBF2E9}"/>
          </ac:spMkLst>
        </pc:spChg>
        <pc:spChg chg="mod">
          <ac:chgData name="Maria Rojas Ramirez" userId="92be514a-6790-4b3d-9adb-94743b871476" providerId="ADAL" clId="{1F179091-6A4D-1343-92C0-CBE146F69092}" dt="2025-02-01T15:11:18.608" v="2397" actId="1076"/>
          <ac:spMkLst>
            <pc:docMk/>
            <pc:sldMk cId="275035197" sldId="1504"/>
            <ac:spMk id="80" creationId="{8B020F13-AA3D-7523-E675-125B713502D9}"/>
          </ac:spMkLst>
        </pc:spChg>
        <pc:spChg chg="mod">
          <ac:chgData name="Maria Rojas Ramirez" userId="92be514a-6790-4b3d-9adb-94743b871476" providerId="ADAL" clId="{1F179091-6A4D-1343-92C0-CBE146F69092}" dt="2025-02-01T15:10:08.363" v="2332" actId="1038"/>
          <ac:spMkLst>
            <pc:docMk/>
            <pc:sldMk cId="275035197" sldId="1504"/>
            <ac:spMk id="103" creationId="{B56F1A28-A025-A37E-20C7-61963AB9203B}"/>
          </ac:spMkLst>
        </pc:spChg>
        <pc:spChg chg="mod">
          <ac:chgData name="Maria Rojas Ramirez" userId="92be514a-6790-4b3d-9adb-94743b871476" providerId="ADAL" clId="{1F179091-6A4D-1343-92C0-CBE146F69092}" dt="2025-02-01T15:11:04.618" v="2391" actId="1037"/>
          <ac:spMkLst>
            <pc:docMk/>
            <pc:sldMk cId="275035197" sldId="1504"/>
            <ac:spMk id="104" creationId="{19CEFF31-8B7B-A54A-B1A7-9F2EB3ECDB3D}"/>
          </ac:spMkLst>
        </pc:spChg>
        <pc:spChg chg="mod">
          <ac:chgData name="Maria Rojas Ramirez" userId="92be514a-6790-4b3d-9adb-94743b871476" providerId="ADAL" clId="{1F179091-6A4D-1343-92C0-CBE146F69092}" dt="2025-02-01T15:11:58.243" v="2407" actId="1076"/>
          <ac:spMkLst>
            <pc:docMk/>
            <pc:sldMk cId="275035197" sldId="1504"/>
            <ac:spMk id="105" creationId="{F31E524E-BD06-C291-73A0-21E70164D040}"/>
          </ac:spMkLst>
        </pc:sp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20" creationId="{67F2FB97-9B49-BBDC-9CAE-C16683CE80E6}"/>
          </ac:cxnSpMkLst>
        </pc:cxnChg>
        <pc:cxnChg chg="add mod">
          <ac:chgData name="Maria Rojas Ramirez" userId="92be514a-6790-4b3d-9adb-94743b871476" providerId="ADAL" clId="{1F179091-6A4D-1343-92C0-CBE146F69092}" dt="2025-02-01T15:11:54.706" v="2406" actId="14100"/>
          <ac:cxnSpMkLst>
            <pc:docMk/>
            <pc:sldMk cId="275035197" sldId="1504"/>
            <ac:cxnSpMk id="21" creationId="{92028337-C56E-0916-9D0D-3A85C02060C3}"/>
          </ac:cxnSpMkLst>
        </pc:cxnChg>
        <pc:cxnChg chg="mod">
          <ac:chgData name="Maria Rojas Ramirez" userId="92be514a-6790-4b3d-9adb-94743b871476" providerId="ADAL" clId="{1F179091-6A4D-1343-92C0-CBE146F69092}" dt="2025-02-01T15:11:04.618" v="2391" actId="1037"/>
          <ac:cxnSpMkLst>
            <pc:docMk/>
            <pc:sldMk cId="275035197" sldId="1504"/>
            <ac:cxnSpMk id="28" creationId="{CF51D767-4BFC-C2EA-8ECC-0C2BE73CC536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31" creationId="{94D481BA-8DE3-0E29-28D3-A905A1149C06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36" creationId="{A29F4175-448E-B67A-18E8-67F59EDAAEE4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40" creationId="{5BDAC749-F21B-D478-86C2-DF8531BB952A}"/>
          </ac:cxnSpMkLst>
        </pc:cxnChg>
        <pc:cxnChg chg="mod">
          <ac:chgData name="Maria Rojas Ramirez" userId="92be514a-6790-4b3d-9adb-94743b871476" providerId="ADAL" clId="{1F179091-6A4D-1343-92C0-CBE146F69092}" dt="2025-02-01T15:11:04.618" v="2391" actId="1037"/>
          <ac:cxnSpMkLst>
            <pc:docMk/>
            <pc:sldMk cId="275035197" sldId="1504"/>
            <ac:cxnSpMk id="5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59" creationId="{3800FDE7-4C99-052C-F4E1-A4B298609E2A}"/>
          </ac:cxnSpMkLst>
        </pc:cxnChg>
        <pc:cxnChg chg="mod">
          <ac:chgData name="Maria Rojas Ramirez" userId="92be514a-6790-4b3d-9adb-94743b871476" providerId="ADAL" clId="{1F179091-6A4D-1343-92C0-CBE146F69092}" dt="2025-02-01T15:11:34.740" v="2399" actId="14100"/>
          <ac:cxnSpMkLst>
            <pc:docMk/>
            <pc:sldMk cId="275035197" sldId="1504"/>
            <ac:cxnSpMk id="69" creationId="{73C72FB9-5CD8-FF62-9349-41E32D233F10}"/>
          </ac:cxnSpMkLst>
        </pc:cxnChg>
        <pc:cxnChg chg="mod">
          <ac:chgData name="Maria Rojas Ramirez" userId="92be514a-6790-4b3d-9adb-94743b871476" providerId="ADAL" clId="{1F179091-6A4D-1343-92C0-CBE146F69092}" dt="2025-02-01T15:10:38.993" v="2343" actId="1038"/>
          <ac:cxnSpMkLst>
            <pc:docMk/>
            <pc:sldMk cId="275035197" sldId="1504"/>
            <ac:cxnSpMk id="82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87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15:13:05.061" v="2410" actId="552"/>
          <ac:cxnSpMkLst>
            <pc:docMk/>
            <pc:sldMk cId="275035197" sldId="1504"/>
            <ac:cxnSpMk id="94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2-01T15:10:08.363" v="2332" actId="1038"/>
          <ac:cxnSpMkLst>
            <pc:docMk/>
            <pc:sldMk cId="275035197" sldId="1504"/>
            <ac:cxnSpMk id="106" creationId="{C2BB9A0E-7AA4-53EF-1CDD-5EE99538D882}"/>
          </ac:cxnSpMkLst>
        </pc:cxnChg>
        <pc:cxnChg chg="mod">
          <ac:chgData name="Maria Rojas Ramirez" userId="92be514a-6790-4b3d-9adb-94743b871476" providerId="ADAL" clId="{1F179091-6A4D-1343-92C0-CBE146F69092}" dt="2025-02-01T15:10:08.363" v="2332" actId="1038"/>
          <ac:cxnSpMkLst>
            <pc:docMk/>
            <pc:sldMk cId="275035197" sldId="1504"/>
            <ac:cxnSpMk id="110" creationId="{3CF7E304-7A24-AFB0-6147-731B18A3B1B9}"/>
          </ac:cxnSpMkLst>
        </pc:cxnChg>
      </pc:sldChg>
      <pc:sldChg chg="addSp delSp modSp add del mod">
        <pc:chgData name="Maria Rojas Ramirez" userId="92be514a-6790-4b3d-9adb-94743b871476" providerId="ADAL" clId="{1F179091-6A4D-1343-92C0-CBE146F69092}" dt="2025-02-01T14:57:23.515" v="2250" actId="2696"/>
        <pc:sldMkLst>
          <pc:docMk/>
          <pc:sldMk cId="4267547894" sldId="1504"/>
        </pc:sldMkLst>
      </pc:sldChg>
      <pc:sldChg chg="add">
        <pc:chgData name="Maria Rojas Ramirez" userId="92be514a-6790-4b3d-9adb-94743b871476" providerId="ADAL" clId="{1F179091-6A4D-1343-92C0-CBE146F69092}" dt="2025-02-01T16:24:44.896" v="2413"/>
        <pc:sldMkLst>
          <pc:docMk/>
          <pc:sldMk cId="2907144935" sldId="1505"/>
        </pc:sldMkLst>
      </pc:sldChg>
      <pc:sldChg chg="addSp modSp add mod">
        <pc:chgData name="Maria Rojas Ramirez" userId="92be514a-6790-4b3d-9adb-94743b871476" providerId="ADAL" clId="{1F179091-6A4D-1343-92C0-CBE146F69092}" dt="2025-02-01T17:23:46.304" v="3298" actId="11529"/>
        <pc:sldMkLst>
          <pc:docMk/>
          <pc:sldMk cId="429119950" sldId="1506"/>
        </pc:sldMkLst>
        <pc:spChg chg="add mod">
          <ac:chgData name="Maria Rojas Ramirez" userId="92be514a-6790-4b3d-9adb-94743b871476" providerId="ADAL" clId="{1F179091-6A4D-1343-92C0-CBE146F69092}" dt="2025-02-01T17:19:15.490" v="3278" actId="20577"/>
          <ac:spMkLst>
            <pc:docMk/>
            <pc:sldMk cId="429119950" sldId="1506"/>
            <ac:spMk id="9" creationId="{67BAF9FC-BA12-496B-3788-15A7DAB552F7}"/>
          </ac:spMkLst>
        </pc:spChg>
        <pc:spChg chg="add mod">
          <ac:chgData name="Maria Rojas Ramirez" userId="92be514a-6790-4b3d-9adb-94743b871476" providerId="ADAL" clId="{1F179091-6A4D-1343-92C0-CBE146F69092}" dt="2025-02-01T17:19:29.723" v="3280" actId="1076"/>
          <ac:spMkLst>
            <pc:docMk/>
            <pc:sldMk cId="429119950" sldId="1506"/>
            <ac:spMk id="10" creationId="{D745C4D5-1658-53B4-BCA7-D4FB641C3A32}"/>
          </ac:spMkLst>
        </pc:spChg>
        <pc:spChg chg="add mod">
          <ac:chgData name="Maria Rojas Ramirez" userId="92be514a-6790-4b3d-9adb-94743b871476" providerId="ADAL" clId="{1F179091-6A4D-1343-92C0-CBE146F69092}" dt="2025-02-01T17:20:20.973" v="3289" actId="20577"/>
          <ac:spMkLst>
            <pc:docMk/>
            <pc:sldMk cId="429119950" sldId="1506"/>
            <ac:spMk id="15" creationId="{09E44AC5-9FF4-7F90-7DE7-B25C04C3831D}"/>
          </ac:spMkLst>
        </pc:spChg>
        <pc:spChg chg="mod">
          <ac:chgData name="Maria Rojas Ramirez" userId="92be514a-6790-4b3d-9adb-94743b871476" providerId="ADAL" clId="{1F179091-6A4D-1343-92C0-CBE146F69092}" dt="2025-02-01T17:18:39.188" v="3274" actId="20577"/>
          <ac:spMkLst>
            <pc:docMk/>
            <pc:sldMk cId="429119950" sldId="1506"/>
            <ac:spMk id="27" creationId="{18506743-32F1-4EA9-50D4-66409E08F9B9}"/>
          </ac:spMkLst>
        </pc:spChg>
        <pc:spChg chg="mod">
          <ac:chgData name="Maria Rojas Ramirez" userId="92be514a-6790-4b3d-9adb-94743b871476" providerId="ADAL" clId="{1F179091-6A4D-1343-92C0-CBE146F69092}" dt="2025-02-01T17:19:33.117" v="3283" actId="20577"/>
          <ac:spMkLst>
            <pc:docMk/>
            <pc:sldMk cId="429119950" sldId="1506"/>
            <ac:spMk id="51" creationId="{1997582C-1839-C26E-984E-3AC9C024591C}"/>
          </ac:spMkLst>
        </pc:spChg>
        <pc:spChg chg="mod">
          <ac:chgData name="Maria Rojas Ramirez" userId="92be514a-6790-4b3d-9adb-94743b871476" providerId="ADAL" clId="{1F179091-6A4D-1343-92C0-CBE146F69092}" dt="2025-02-01T17:19:55.746" v="3285" actId="14100"/>
          <ac:spMkLst>
            <pc:docMk/>
            <pc:sldMk cId="429119950" sldId="1506"/>
            <ac:spMk id="79" creationId="{1997582C-1839-C26E-984E-3AC9C024591C}"/>
          </ac:spMkLst>
        </pc:spChg>
        <pc:cxnChg chg="add">
          <ac:chgData name="Maria Rojas Ramirez" userId="92be514a-6790-4b3d-9adb-94743b871476" providerId="ADAL" clId="{1F179091-6A4D-1343-92C0-CBE146F69092}" dt="2025-02-01T17:23:46.304" v="3298" actId="11529"/>
          <ac:cxnSpMkLst>
            <pc:docMk/>
            <pc:sldMk cId="429119950" sldId="1506"/>
            <ac:cxnSpMk id="21" creationId="{DD7D5EB5-264F-5D9B-06E0-DB0B31B33464}"/>
          </ac:cxnSpMkLst>
        </pc:cxnChg>
        <pc:cxnChg chg="mod">
          <ac:chgData name="Maria Rojas Ramirez" userId="92be514a-6790-4b3d-9adb-94743b871476" providerId="ADAL" clId="{1F179091-6A4D-1343-92C0-CBE146F69092}" dt="2025-02-01T17:19:55.746" v="3285" actId="14100"/>
          <ac:cxnSpMkLst>
            <pc:docMk/>
            <pc:sldMk cId="429119950" sldId="1506"/>
            <ac:cxnSpMk id="87" creationId="{12EF0FDB-C921-30E4-24D1-770020E3A8E3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2-01T17:23:24.685" v="3297" actId="1076"/>
        <pc:sldMkLst>
          <pc:docMk/>
          <pc:sldMk cId="1425814619" sldId="1507"/>
        </pc:sldMkLst>
        <pc:spChg chg="add mod">
          <ac:chgData name="Maria Rojas Ramirez" userId="92be514a-6790-4b3d-9adb-94743b871476" providerId="ADAL" clId="{1F179091-6A4D-1343-92C0-CBE146F69092}" dt="2025-02-01T17:23:24.685" v="3297" actId="1076"/>
          <ac:spMkLst>
            <pc:docMk/>
            <pc:sldMk cId="1425814619" sldId="1507"/>
            <ac:spMk id="7" creationId="{E5AB35E0-C445-35E8-B486-4A66282B216E}"/>
          </ac:spMkLst>
        </pc:spChg>
        <pc:spChg chg="mod">
          <ac:chgData name="Maria Rojas Ramirez" userId="92be514a-6790-4b3d-9adb-94743b871476" providerId="ADAL" clId="{1F179091-6A4D-1343-92C0-CBE146F69092}" dt="2025-02-01T17:23:11.932" v="3295" actId="14100"/>
          <ac:spMkLst>
            <pc:docMk/>
            <pc:sldMk cId="1425814619" sldId="1507"/>
            <ac:spMk id="79" creationId="{DAEF9898-E6BE-0EBE-0712-1808906D2F15}"/>
          </ac:spMkLst>
        </pc:spChg>
        <pc:cxnChg chg="mod">
          <ac:chgData name="Maria Rojas Ramirez" userId="92be514a-6790-4b3d-9adb-94743b871476" providerId="ADAL" clId="{1F179091-6A4D-1343-92C0-CBE146F69092}" dt="2025-02-01T17:23:11.932" v="3295" actId="14100"/>
          <ac:cxnSpMkLst>
            <pc:docMk/>
            <pc:sldMk cId="1425814619" sldId="1507"/>
            <ac:cxnSpMk id="87" creationId="{8FCF7DC3-44E7-81AF-F6C5-AA7E03388D03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2-01T17:32:26.439" v="3339" actId="14100"/>
        <pc:sldMkLst>
          <pc:docMk/>
          <pc:sldMk cId="2213638981" sldId="1508"/>
        </pc:sldMkLst>
        <pc:spChg chg="add mod">
          <ac:chgData name="Maria Rojas Ramirez" userId="92be514a-6790-4b3d-9adb-94743b871476" providerId="ADAL" clId="{1F179091-6A4D-1343-92C0-CBE146F69092}" dt="2025-02-01T17:28:40.105" v="3306" actId="1076"/>
          <ac:spMkLst>
            <pc:docMk/>
            <pc:sldMk cId="2213638981" sldId="1508"/>
            <ac:spMk id="2" creationId="{EC54EC4C-4FC1-85A7-5C68-B6D1C083F387}"/>
          </ac:spMkLst>
        </pc:spChg>
        <pc:spChg chg="add mod">
          <ac:chgData name="Maria Rojas Ramirez" userId="92be514a-6790-4b3d-9adb-94743b871476" providerId="ADAL" clId="{1F179091-6A4D-1343-92C0-CBE146F69092}" dt="2025-02-01T17:28:55.106" v="3309" actId="1076"/>
          <ac:spMkLst>
            <pc:docMk/>
            <pc:sldMk cId="2213638981" sldId="1508"/>
            <ac:spMk id="4" creationId="{DE8CC6EB-68EC-4106-E8D3-06A0A7C81DB8}"/>
          </ac:spMkLst>
        </pc:spChg>
        <pc:spChg chg="mod">
          <ac:chgData name="Maria Rojas Ramirez" userId="92be514a-6790-4b3d-9adb-94743b871476" providerId="ADAL" clId="{1F179091-6A4D-1343-92C0-CBE146F69092}" dt="2025-02-01T17:29:16.620" v="3312"/>
          <ac:spMkLst>
            <pc:docMk/>
            <pc:sldMk cId="2213638981" sldId="1508"/>
            <ac:spMk id="44" creationId="{C6996C31-C964-2E2C-C263-B1ADCEC2C169}"/>
          </ac:spMkLst>
        </pc:spChg>
        <pc:spChg chg="mod">
          <ac:chgData name="Maria Rojas Ramirez" userId="92be514a-6790-4b3d-9adb-94743b871476" providerId="ADAL" clId="{1F179091-6A4D-1343-92C0-CBE146F69092}" dt="2025-02-01T17:29:22.627" v="3313" actId="1036"/>
          <ac:spMkLst>
            <pc:docMk/>
            <pc:sldMk cId="2213638981" sldId="1508"/>
            <ac:spMk id="56" creationId="{88D496C7-2AEB-285F-AD9F-AA8808403D8F}"/>
          </ac:spMkLst>
        </pc:spChg>
        <pc:spChg chg="mod">
          <ac:chgData name="Maria Rojas Ramirez" userId="92be514a-6790-4b3d-9adb-94743b871476" providerId="ADAL" clId="{1F179091-6A4D-1343-92C0-CBE146F69092}" dt="2025-02-01T17:30:03.115" v="3331" actId="1035"/>
          <ac:spMkLst>
            <pc:docMk/>
            <pc:sldMk cId="2213638981" sldId="1508"/>
            <ac:spMk id="107" creationId="{0173C73F-BC15-0E05-C66C-0FCB6E951F80}"/>
          </ac:spMkLst>
        </pc:spChg>
        <pc:cxnChg chg="add mod">
          <ac:chgData name="Maria Rojas Ramirez" userId="92be514a-6790-4b3d-9adb-94743b871476" providerId="ADAL" clId="{1F179091-6A4D-1343-92C0-CBE146F69092}" dt="2025-02-01T17:30:27.894" v="3335" actId="14100"/>
          <ac:cxnSpMkLst>
            <pc:docMk/>
            <pc:sldMk cId="2213638981" sldId="1508"/>
            <ac:cxnSpMk id="11" creationId="{C1DE7387-5E85-74FB-F912-EC0D72A833EA}"/>
          </ac:cxnSpMkLst>
        </pc:cxnChg>
        <pc:cxnChg chg="mod">
          <ac:chgData name="Maria Rojas Ramirez" userId="92be514a-6790-4b3d-9adb-94743b871476" providerId="ADAL" clId="{1F179091-6A4D-1343-92C0-CBE146F69092}" dt="2025-02-01T17:30:31.523" v="3336" actId="14100"/>
          <ac:cxnSpMkLst>
            <pc:docMk/>
            <pc:sldMk cId="2213638981" sldId="1508"/>
            <ac:cxnSpMk id="20" creationId="{80D4DA25-59C6-6BBB-8106-6DD30861A134}"/>
          </ac:cxnSpMkLst>
        </pc:cxnChg>
        <pc:cxnChg chg="mod">
          <ac:chgData name="Maria Rojas Ramirez" userId="92be514a-6790-4b3d-9adb-94743b871476" providerId="ADAL" clId="{1F179091-6A4D-1343-92C0-CBE146F69092}" dt="2025-02-01T17:29:22.627" v="3313" actId="1036"/>
          <ac:cxnSpMkLst>
            <pc:docMk/>
            <pc:sldMk cId="2213638981" sldId="1508"/>
            <ac:cxnSpMk id="53" creationId="{F079A7F2-F9A2-6D5D-FC28-F0ABD3897C79}"/>
          </ac:cxnSpMkLst>
        </pc:cxnChg>
        <pc:cxnChg chg="mod">
          <ac:chgData name="Maria Rojas Ramirez" userId="92be514a-6790-4b3d-9adb-94743b871476" providerId="ADAL" clId="{1F179091-6A4D-1343-92C0-CBE146F69092}" dt="2025-02-01T17:32:14.912" v="3337" actId="14100"/>
          <ac:cxnSpMkLst>
            <pc:docMk/>
            <pc:sldMk cId="2213638981" sldId="1508"/>
            <ac:cxnSpMk id="72" creationId="{C66B4DDD-311D-6B41-7714-495692EB054C}"/>
          </ac:cxnSpMkLst>
        </pc:cxnChg>
        <pc:cxnChg chg="mod">
          <ac:chgData name="Maria Rojas Ramirez" userId="92be514a-6790-4b3d-9adb-94743b871476" providerId="ADAL" clId="{1F179091-6A4D-1343-92C0-CBE146F69092}" dt="2025-02-01T17:32:18.970" v="3338" actId="14100"/>
          <ac:cxnSpMkLst>
            <pc:docMk/>
            <pc:sldMk cId="2213638981" sldId="1508"/>
            <ac:cxnSpMk id="74" creationId="{1F604F61-73B0-AFBB-8231-2B23FAA39D0F}"/>
          </ac:cxnSpMkLst>
        </pc:cxnChg>
        <pc:cxnChg chg="mod">
          <ac:chgData name="Maria Rojas Ramirez" userId="92be514a-6790-4b3d-9adb-94743b871476" providerId="ADAL" clId="{1F179091-6A4D-1343-92C0-CBE146F69092}" dt="2025-02-01T17:32:26.439" v="3339" actId="14100"/>
          <ac:cxnSpMkLst>
            <pc:docMk/>
            <pc:sldMk cId="2213638981" sldId="1508"/>
            <ac:cxnSpMk id="95" creationId="{D714C8A4-9CFB-E205-7137-3058FDB93D94}"/>
          </ac:cxnSpMkLst>
        </pc:cxnChg>
        <pc:cxnChg chg="mod">
          <ac:chgData name="Maria Rojas Ramirez" userId="92be514a-6790-4b3d-9adb-94743b871476" providerId="ADAL" clId="{1F179091-6A4D-1343-92C0-CBE146F69092}" dt="2025-02-01T17:30:03.115" v="3331" actId="1035"/>
          <ac:cxnSpMkLst>
            <pc:docMk/>
            <pc:sldMk cId="2213638981" sldId="1508"/>
            <ac:cxnSpMk id="114" creationId="{22ABF906-6F72-B257-AFC5-D97D7FB1A744}"/>
          </ac:cxnSpMkLst>
        </pc:cxnChg>
      </pc:sldChg>
      <pc:sldChg chg="modSp add mod">
        <pc:chgData name="Maria Rojas Ramirez" userId="92be514a-6790-4b3d-9adb-94743b871476" providerId="ADAL" clId="{1F179091-6A4D-1343-92C0-CBE146F69092}" dt="2025-02-07T16:25:28.983" v="3987" actId="20577"/>
        <pc:sldMkLst>
          <pc:docMk/>
          <pc:sldMk cId="2733105067" sldId="1509"/>
        </pc:sldMkLst>
        <pc:spChg chg="mod">
          <ac:chgData name="Maria Rojas Ramirez" userId="92be514a-6790-4b3d-9adb-94743b871476" providerId="ADAL" clId="{1F179091-6A4D-1343-92C0-CBE146F69092}" dt="2025-02-07T16:25:28.983" v="3987" actId="20577"/>
          <ac:spMkLst>
            <pc:docMk/>
            <pc:sldMk cId="2733105067" sldId="1509"/>
            <ac:spMk id="60" creationId="{56052159-3884-BA15-2721-5A265498590E}"/>
          </ac:spMkLst>
        </pc:spChg>
      </pc:sldChg>
      <pc:sldChg chg="modSp add mod">
        <pc:chgData name="Maria Rojas Ramirez" userId="92be514a-6790-4b3d-9adb-94743b871476" providerId="ADAL" clId="{1F179091-6A4D-1343-92C0-CBE146F69092}" dt="2025-02-01T18:25:08.934" v="3374" actId="404"/>
        <pc:sldMkLst>
          <pc:docMk/>
          <pc:sldMk cId="3334215531" sldId="1510"/>
        </pc:sldMkLst>
        <pc:spChg chg="mod">
          <ac:chgData name="Maria Rojas Ramirez" userId="92be514a-6790-4b3d-9adb-94743b871476" providerId="ADAL" clId="{1F179091-6A4D-1343-92C0-CBE146F69092}" dt="2025-02-01T18:25:08.934" v="3374" actId="404"/>
          <ac:spMkLst>
            <pc:docMk/>
            <pc:sldMk cId="3334215531" sldId="1510"/>
            <ac:spMk id="12" creationId="{C405B20E-08A3-889A-F83A-7ED49F437FF5}"/>
          </ac:spMkLst>
        </pc:spChg>
        <pc:spChg chg="mod">
          <ac:chgData name="Maria Rojas Ramirez" userId="92be514a-6790-4b3d-9adb-94743b871476" providerId="ADAL" clId="{1F179091-6A4D-1343-92C0-CBE146F69092}" dt="2025-02-01T18:24:20.360" v="3369" actId="114"/>
          <ac:spMkLst>
            <pc:docMk/>
            <pc:sldMk cId="3334215531" sldId="1510"/>
            <ac:spMk id="13" creationId="{23E2A2CB-F583-D39B-68BE-86BAD19AB650}"/>
          </ac:spMkLst>
        </pc:spChg>
      </pc:sldChg>
      <pc:sldChg chg="modSp add mod">
        <pc:chgData name="Maria Rojas Ramirez" userId="92be514a-6790-4b3d-9adb-94743b871476" providerId="ADAL" clId="{1F179091-6A4D-1343-92C0-CBE146F69092}" dt="2025-02-04T23:40:40.068" v="3427" actId="20577"/>
        <pc:sldMkLst>
          <pc:docMk/>
          <pc:sldMk cId="1041734842" sldId="1511"/>
        </pc:sldMkLst>
        <pc:spChg chg="mod">
          <ac:chgData name="Maria Rojas Ramirez" userId="92be514a-6790-4b3d-9adb-94743b871476" providerId="ADAL" clId="{1F179091-6A4D-1343-92C0-CBE146F69092}" dt="2025-02-04T23:40:40.068" v="3427" actId="20577"/>
          <ac:spMkLst>
            <pc:docMk/>
            <pc:sldMk cId="1041734842" sldId="1511"/>
            <ac:spMk id="4" creationId="{969BE5FF-324C-F6A8-E231-CABC98145F0E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2-04T23:39:22.378" v="3419" actId="1038"/>
        <pc:sldMkLst>
          <pc:docMk/>
          <pc:sldMk cId="3323433540" sldId="1512"/>
        </pc:sldMkLst>
        <pc:spChg chg="add mod">
          <ac:chgData name="Maria Rojas Ramirez" userId="92be514a-6790-4b3d-9adb-94743b871476" providerId="ADAL" clId="{1F179091-6A4D-1343-92C0-CBE146F69092}" dt="2025-02-04T23:39:22.378" v="3419" actId="1038"/>
          <ac:spMkLst>
            <pc:docMk/>
            <pc:sldMk cId="3323433540" sldId="1512"/>
            <ac:spMk id="9" creationId="{A75FBFC6-9B55-27B2-5DE4-0A22598256B5}"/>
          </ac:spMkLst>
        </pc:spChg>
        <pc:spChg chg="mod">
          <ac:chgData name="Maria Rojas Ramirez" userId="92be514a-6790-4b3d-9adb-94743b871476" providerId="ADAL" clId="{1F179091-6A4D-1343-92C0-CBE146F69092}" dt="2025-02-04T23:39:22.378" v="3419" actId="1038"/>
          <ac:spMkLst>
            <pc:docMk/>
            <pc:sldMk cId="3323433540" sldId="1512"/>
            <ac:spMk id="12" creationId="{1859E840-B75E-D7F9-CEC5-45AE25965C47}"/>
          </ac:spMkLst>
        </pc:spChg>
        <pc:spChg chg="mod">
          <ac:chgData name="Maria Rojas Ramirez" userId="92be514a-6790-4b3d-9adb-94743b871476" providerId="ADAL" clId="{1F179091-6A4D-1343-92C0-CBE146F69092}" dt="2025-02-04T23:24:44.560" v="3382" actId="1076"/>
          <ac:spMkLst>
            <pc:docMk/>
            <pc:sldMk cId="3323433540" sldId="1512"/>
            <ac:spMk id="105" creationId="{F31E524E-BD06-C291-73A0-21E70164D040}"/>
          </ac:spMkLst>
        </pc:spChg>
        <pc:cxnChg chg="add mod">
          <ac:chgData name="Maria Rojas Ramirez" userId="92be514a-6790-4b3d-9adb-94743b871476" providerId="ADAL" clId="{1F179091-6A4D-1343-92C0-CBE146F69092}" dt="2025-02-04T23:39:22.378" v="3419" actId="1038"/>
          <ac:cxnSpMkLst>
            <pc:docMk/>
            <pc:sldMk cId="3323433540" sldId="1512"/>
            <ac:cxnSpMk id="15" creationId="{144D0B7E-6E4C-2824-9B8E-8006E18A5F8F}"/>
          </ac:cxnSpMkLst>
        </pc:cxnChg>
        <pc:cxnChg chg="add mod">
          <ac:chgData name="Maria Rojas Ramirez" userId="92be514a-6790-4b3d-9adb-94743b871476" providerId="ADAL" clId="{1F179091-6A4D-1343-92C0-CBE146F69092}" dt="2025-02-04T23:39:22.378" v="3419" actId="1038"/>
          <ac:cxnSpMkLst>
            <pc:docMk/>
            <pc:sldMk cId="3323433540" sldId="1512"/>
            <ac:cxnSpMk id="19" creationId="{A3AA3544-C3AB-B64A-26C7-10073568AD0E}"/>
          </ac:cxnSpMkLst>
        </pc:cxnChg>
        <pc:cxnChg chg="mod">
          <ac:chgData name="Maria Rojas Ramirez" userId="92be514a-6790-4b3d-9adb-94743b871476" providerId="ADAL" clId="{1F179091-6A4D-1343-92C0-CBE146F69092}" dt="2025-02-04T23:39:22.378" v="3419" actId="1038"/>
          <ac:cxnSpMkLst>
            <pc:docMk/>
            <pc:sldMk cId="3323433540" sldId="1512"/>
            <ac:cxnSpMk id="36" creationId="{A29F4175-448E-B67A-18E8-67F59EDAAEE4}"/>
          </ac:cxnSpMkLst>
        </pc:cxnChg>
        <pc:cxnChg chg="mod">
          <ac:chgData name="Maria Rojas Ramirez" userId="92be514a-6790-4b3d-9adb-94743b871476" providerId="ADAL" clId="{1F179091-6A4D-1343-92C0-CBE146F69092}" dt="2025-02-04T23:39:22.378" v="3419" actId="1038"/>
          <ac:cxnSpMkLst>
            <pc:docMk/>
            <pc:sldMk cId="3323433540" sldId="1512"/>
            <ac:cxnSpMk id="62" creationId="{BE18FD59-AE1C-15DF-245A-A4E38EBBE518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2-06T17:14:44.160" v="3840" actId="21"/>
        <pc:sldMkLst>
          <pc:docMk/>
          <pc:sldMk cId="2569997978" sldId="1513"/>
        </pc:sldMkLst>
        <pc:spChg chg="mod">
          <ac:chgData name="Maria Rojas Ramirez" userId="92be514a-6790-4b3d-9adb-94743b871476" providerId="ADAL" clId="{1F179091-6A4D-1343-92C0-CBE146F69092}" dt="2025-02-06T16:30:54.744" v="3702" actId="404"/>
          <ac:spMkLst>
            <pc:docMk/>
            <pc:sldMk cId="2569997978" sldId="1513"/>
            <ac:spMk id="151" creationId="{E9D510AD-B5B7-2479-94DB-7AA4FC033C94}"/>
          </ac:spMkLst>
        </pc:spChg>
      </pc:sldChg>
      <pc:sldChg chg="modSp add mod">
        <pc:chgData name="Maria Rojas Ramirez" userId="92be514a-6790-4b3d-9adb-94743b871476" providerId="ADAL" clId="{1F179091-6A4D-1343-92C0-CBE146F69092}" dt="2025-02-13T23:51:07.577" v="4227" actId="20577"/>
        <pc:sldMkLst>
          <pc:docMk/>
          <pc:sldMk cId="46813171" sldId="1514"/>
        </pc:sldMkLst>
        <pc:spChg chg="mod">
          <ac:chgData name="Maria Rojas Ramirez" userId="92be514a-6790-4b3d-9adb-94743b871476" providerId="ADAL" clId="{1F179091-6A4D-1343-92C0-CBE146F69092}" dt="2025-02-13T15:46:14.099" v="4205" actId="20577"/>
          <ac:spMkLst>
            <pc:docMk/>
            <pc:sldMk cId="46813171" sldId="1514"/>
            <ac:spMk id="7" creationId="{737EC414-A70C-E370-4C68-72637F360A25}"/>
          </ac:spMkLst>
        </pc:spChg>
        <pc:spChg chg="mod">
          <ac:chgData name="Maria Rojas Ramirez" userId="92be514a-6790-4b3d-9adb-94743b871476" providerId="ADAL" clId="{1F179091-6A4D-1343-92C0-CBE146F69092}" dt="2025-02-13T23:51:07.577" v="4227" actId="20577"/>
          <ac:spMkLst>
            <pc:docMk/>
            <pc:sldMk cId="46813171" sldId="1514"/>
            <ac:spMk id="11" creationId="{9638DB6A-7BD7-B3F6-D069-862079393BF2}"/>
          </ac:spMkLst>
        </pc:spChg>
        <pc:spChg chg="mod">
          <ac:chgData name="Maria Rojas Ramirez" userId="92be514a-6790-4b3d-9adb-94743b871476" providerId="ADAL" clId="{1F179091-6A4D-1343-92C0-CBE146F69092}" dt="2025-02-13T15:45:31.542" v="4141" actId="20577"/>
          <ac:spMkLst>
            <pc:docMk/>
            <pc:sldMk cId="46813171" sldId="1514"/>
            <ac:spMk id="18" creationId="{A25C0F74-2D73-8028-8E45-D3E80D6DF7FC}"/>
          </ac:spMkLst>
        </pc:spChg>
        <pc:spChg chg="mod">
          <ac:chgData name="Maria Rojas Ramirez" userId="92be514a-6790-4b3d-9adb-94743b871476" providerId="ADAL" clId="{1F179091-6A4D-1343-92C0-CBE146F69092}" dt="2025-02-13T15:45:37.583" v="4152" actId="20577"/>
          <ac:spMkLst>
            <pc:docMk/>
            <pc:sldMk cId="46813171" sldId="1514"/>
            <ac:spMk id="22" creationId="{2FD82DC0-C4F2-2DA3-FD6F-896EEC0CFC76}"/>
          </ac:spMkLst>
        </pc:spChg>
      </pc:sldChg>
      <pc:sldChg chg="modSp add del mod">
        <pc:chgData name="Maria Rojas Ramirez" userId="92be514a-6790-4b3d-9adb-94743b871476" providerId="ADAL" clId="{1F179091-6A4D-1343-92C0-CBE146F69092}" dt="2025-02-13T15:45:22.033" v="4127" actId="2696"/>
        <pc:sldMkLst>
          <pc:docMk/>
          <pc:sldMk cId="1451987902" sldId="1514"/>
        </pc:sldMkLst>
      </pc:sldChg>
      <pc:sldChg chg="delSp modSp add del mod ord">
        <pc:chgData name="Maria Rojas Ramirez" userId="92be514a-6790-4b3d-9adb-94743b871476" providerId="ADAL" clId="{1F179091-6A4D-1343-92C0-CBE146F69092}" dt="2025-02-27T16:38:16.878" v="4729" actId="2696"/>
        <pc:sldMkLst>
          <pc:docMk/>
          <pc:sldMk cId="4164901879" sldId="1515"/>
        </pc:sldMkLst>
      </pc:sldChg>
      <pc:sldChg chg="modSp add mod ord">
        <pc:chgData name="Maria Rojas Ramirez" userId="92be514a-6790-4b3d-9adb-94743b871476" providerId="ADAL" clId="{1F179091-6A4D-1343-92C0-CBE146F69092}" dt="2025-02-27T00:52:08.183" v="4627" actId="20577"/>
        <pc:sldMkLst>
          <pc:docMk/>
          <pc:sldMk cId="1849181843" sldId="1516"/>
        </pc:sldMkLst>
        <pc:spChg chg="mod">
          <ac:chgData name="Maria Rojas Ramirez" userId="92be514a-6790-4b3d-9adb-94743b871476" providerId="ADAL" clId="{1F179091-6A4D-1343-92C0-CBE146F69092}" dt="2025-02-27T00:52:08.183" v="4627" actId="20577"/>
          <ac:spMkLst>
            <pc:docMk/>
            <pc:sldMk cId="1849181843" sldId="1516"/>
            <ac:spMk id="40" creationId="{8923E2C3-0D37-D3C3-F9A2-40E45BED914B}"/>
          </ac:spMkLst>
        </pc:spChg>
      </pc:sldChg>
      <pc:sldChg chg="modSp add mod ord">
        <pc:chgData name="Maria Rojas Ramirez" userId="92be514a-6790-4b3d-9adb-94743b871476" providerId="ADAL" clId="{1F179091-6A4D-1343-92C0-CBE146F69092}" dt="2025-02-27T00:52:18.925" v="4637" actId="207"/>
        <pc:sldMkLst>
          <pc:docMk/>
          <pc:sldMk cId="3266864452" sldId="1517"/>
        </pc:sldMkLst>
        <pc:spChg chg="mod">
          <ac:chgData name="Maria Rojas Ramirez" userId="92be514a-6790-4b3d-9adb-94743b871476" providerId="ADAL" clId="{1F179091-6A4D-1343-92C0-CBE146F69092}" dt="2025-02-27T00:52:18.925" v="4637" actId="207"/>
          <ac:spMkLst>
            <pc:docMk/>
            <pc:sldMk cId="3266864452" sldId="1517"/>
            <ac:spMk id="16" creationId="{1D21398D-8349-6818-78E0-3007A9309350}"/>
          </ac:spMkLst>
        </pc:spChg>
      </pc:sldChg>
      <pc:sldChg chg="addSp modSp add mod">
        <pc:chgData name="Maria Rojas Ramirez" userId="92be514a-6790-4b3d-9adb-94743b871476" providerId="ADAL" clId="{1F179091-6A4D-1343-92C0-CBE146F69092}" dt="2025-03-05T20:09:29.073" v="5855" actId="14100"/>
        <pc:sldMkLst>
          <pc:docMk/>
          <pc:sldMk cId="1908889699" sldId="1518"/>
        </pc:sldMkLst>
        <pc:spChg chg="mod">
          <ac:chgData name="Maria Rojas Ramirez" userId="92be514a-6790-4b3d-9adb-94743b871476" providerId="ADAL" clId="{1F179091-6A4D-1343-92C0-CBE146F69092}" dt="2025-03-05T20:07:55.502" v="5741" actId="1035"/>
          <ac:spMkLst>
            <pc:docMk/>
            <pc:sldMk cId="1908889699" sldId="1518"/>
            <ac:spMk id="9" creationId="{8256B82F-4B0E-4AF7-9930-23C8DF3156F8}"/>
          </ac:spMkLst>
        </pc:spChg>
        <pc:spChg chg="mod">
          <ac:chgData name="Maria Rojas Ramirez" userId="92be514a-6790-4b3d-9adb-94743b871476" providerId="ADAL" clId="{1F179091-6A4D-1343-92C0-CBE146F69092}" dt="2025-03-05T20:08:09.343" v="5766" actId="1035"/>
          <ac:spMkLst>
            <pc:docMk/>
            <pc:sldMk cId="1908889699" sldId="1518"/>
            <ac:spMk id="11" creationId="{985C777B-2743-55C6-8F2C-FA5AB3CC5770}"/>
          </ac:spMkLst>
        </pc:spChg>
        <pc:spChg chg="mod">
          <ac:chgData name="Maria Rojas Ramirez" userId="92be514a-6790-4b3d-9adb-94743b871476" providerId="ADAL" clId="{1F179091-6A4D-1343-92C0-CBE146F69092}" dt="2025-03-05T20:08:56.089" v="5850" actId="552"/>
          <ac:spMkLst>
            <pc:docMk/>
            <pc:sldMk cId="1908889699" sldId="1518"/>
            <ac:spMk id="12" creationId="{09328598-D1C1-7FA1-A808-7052D4318BD7}"/>
          </ac:spMkLst>
        </pc:spChg>
        <pc:spChg chg="mod">
          <ac:chgData name="Maria Rojas Ramirez" userId="92be514a-6790-4b3d-9adb-94743b871476" providerId="ADAL" clId="{1F179091-6A4D-1343-92C0-CBE146F69092}" dt="2025-03-05T20:07:55.502" v="5741" actId="1035"/>
          <ac:spMkLst>
            <pc:docMk/>
            <pc:sldMk cId="1908889699" sldId="1518"/>
            <ac:spMk id="14" creationId="{785BFD65-4B3D-6E42-9684-9674961E76E8}"/>
          </ac:spMkLst>
        </pc:spChg>
        <pc:spChg chg="mod">
          <ac:chgData name="Maria Rojas Ramirez" userId="92be514a-6790-4b3d-9adb-94743b871476" providerId="ADAL" clId="{1F179091-6A4D-1343-92C0-CBE146F69092}" dt="2025-03-05T20:08:24.082" v="5784" actId="1035"/>
          <ac:spMkLst>
            <pc:docMk/>
            <pc:sldMk cId="1908889699" sldId="1518"/>
            <ac:spMk id="20" creationId="{D75063B1-D14F-EEA0-0B74-230F13F131A2}"/>
          </ac:spMkLst>
        </pc:spChg>
        <pc:spChg chg="mod">
          <ac:chgData name="Maria Rojas Ramirez" userId="92be514a-6790-4b3d-9adb-94743b871476" providerId="ADAL" clId="{1F179091-6A4D-1343-92C0-CBE146F69092}" dt="2025-03-05T20:08:56.089" v="5850" actId="552"/>
          <ac:spMkLst>
            <pc:docMk/>
            <pc:sldMk cId="1908889699" sldId="1518"/>
            <ac:spMk id="21" creationId="{B94D3278-5A2A-34A7-B657-49318764F8E7}"/>
          </ac:spMkLst>
        </pc:spChg>
        <pc:spChg chg="add mod">
          <ac:chgData name="Maria Rojas Ramirez" userId="92be514a-6790-4b3d-9adb-94743b871476" providerId="ADAL" clId="{1F179091-6A4D-1343-92C0-CBE146F69092}" dt="2025-03-05T20:08:56.089" v="5850" actId="552"/>
          <ac:spMkLst>
            <pc:docMk/>
            <pc:sldMk cId="1908889699" sldId="1518"/>
            <ac:spMk id="22" creationId="{124FADB4-F50E-9685-2799-F5324450A07B}"/>
          </ac:spMkLst>
        </pc:spChg>
        <pc:spChg chg="add mod">
          <ac:chgData name="Maria Rojas Ramirez" userId="92be514a-6790-4b3d-9adb-94743b871476" providerId="ADAL" clId="{1F179091-6A4D-1343-92C0-CBE146F69092}" dt="2025-03-05T20:08:46.416" v="5849" actId="1038"/>
          <ac:spMkLst>
            <pc:docMk/>
            <pc:sldMk cId="1908889699" sldId="1518"/>
            <ac:spMk id="26" creationId="{059FE21B-22D3-02EE-7712-127C5AF64DB0}"/>
          </ac:spMkLst>
        </pc:spChg>
        <pc:spChg chg="mod">
          <ac:chgData name="Maria Rojas Ramirez" userId="92be514a-6790-4b3d-9adb-94743b871476" providerId="ADAL" clId="{1F179091-6A4D-1343-92C0-CBE146F69092}" dt="2025-03-05T20:08:56.089" v="5850" actId="552"/>
          <ac:spMkLst>
            <pc:docMk/>
            <pc:sldMk cId="1908889699" sldId="1518"/>
            <ac:spMk id="33" creationId="{76C2768A-6A87-452C-529D-D726A9F8C08C}"/>
          </ac:spMkLst>
        </pc:spChg>
        <pc:spChg chg="mod">
          <ac:chgData name="Maria Rojas Ramirez" userId="92be514a-6790-4b3d-9adb-94743b871476" providerId="ADAL" clId="{1F179091-6A4D-1343-92C0-CBE146F69092}" dt="2025-03-05T20:08:36.817" v="5814" actId="1035"/>
          <ac:spMkLst>
            <pc:docMk/>
            <pc:sldMk cId="1908889699" sldId="1518"/>
            <ac:spMk id="37" creationId="{D6CA24AC-2E42-433B-55A7-9EF30F908D7A}"/>
          </ac:spMkLst>
        </pc:spChg>
        <pc:spChg chg="mod">
          <ac:chgData name="Maria Rojas Ramirez" userId="92be514a-6790-4b3d-9adb-94743b871476" providerId="ADAL" clId="{1F179091-6A4D-1343-92C0-CBE146F69092}" dt="2025-03-05T20:08:09.343" v="5766" actId="1035"/>
          <ac:spMkLst>
            <pc:docMk/>
            <pc:sldMk cId="1908889699" sldId="1518"/>
            <ac:spMk id="48" creationId="{115CC494-A4AC-C8E0-AC91-53B6529B8E6F}"/>
          </ac:spMkLst>
        </pc:spChg>
        <pc:spChg chg="mod">
          <ac:chgData name="Maria Rojas Ramirez" userId="92be514a-6790-4b3d-9adb-94743b871476" providerId="ADAL" clId="{1F179091-6A4D-1343-92C0-CBE146F69092}" dt="2025-03-05T20:08:56.089" v="5850" actId="552"/>
          <ac:spMkLst>
            <pc:docMk/>
            <pc:sldMk cId="1908889699" sldId="1518"/>
            <ac:spMk id="50" creationId="{7B15FC3F-BCDB-A1E8-8411-7AD54A8B5246}"/>
          </ac:spMkLst>
        </pc:spChg>
        <pc:cxnChg chg="mod">
          <ac:chgData name="Maria Rojas Ramirez" userId="92be514a-6790-4b3d-9adb-94743b871476" providerId="ADAL" clId="{1F179091-6A4D-1343-92C0-CBE146F69092}" dt="2025-03-05T20:09:29.073" v="5855" actId="14100"/>
          <ac:cxnSpMkLst>
            <pc:docMk/>
            <pc:sldMk cId="1908889699" sldId="1518"/>
            <ac:cxnSpMk id="8" creationId="{854E2E4B-1FCB-1D49-6DC8-B3F8AB1FD3D7}"/>
          </ac:cxnSpMkLst>
        </pc:cxnChg>
        <pc:cxnChg chg="mod">
          <ac:chgData name="Maria Rojas Ramirez" userId="92be514a-6790-4b3d-9adb-94743b871476" providerId="ADAL" clId="{1F179091-6A4D-1343-92C0-CBE146F69092}" dt="2025-03-05T20:09:25.368" v="5854" actId="14100"/>
          <ac:cxnSpMkLst>
            <pc:docMk/>
            <pc:sldMk cId="1908889699" sldId="1518"/>
            <ac:cxnSpMk id="24" creationId="{786A3B57-CDC2-814D-BDDB-20725F5B08AB}"/>
          </ac:cxnSpMkLst>
        </pc:cxnChg>
        <pc:cxnChg chg="mod">
          <ac:chgData name="Maria Rojas Ramirez" userId="92be514a-6790-4b3d-9adb-94743b871476" providerId="ADAL" clId="{1F179091-6A4D-1343-92C0-CBE146F69092}" dt="2025-03-05T20:08:56.089" v="5850" actId="552"/>
          <ac:cxnSpMkLst>
            <pc:docMk/>
            <pc:sldMk cId="1908889699" sldId="1518"/>
            <ac:cxnSpMk id="27" creationId="{9B458D3C-8060-CDC8-AB7E-03F8547880C0}"/>
          </ac:cxnSpMkLst>
        </pc:cxnChg>
        <pc:cxnChg chg="mod">
          <ac:chgData name="Maria Rojas Ramirez" userId="92be514a-6790-4b3d-9adb-94743b871476" providerId="ADAL" clId="{1F179091-6A4D-1343-92C0-CBE146F69092}" dt="2025-03-05T20:08:56.089" v="5850" actId="552"/>
          <ac:cxnSpMkLst>
            <pc:docMk/>
            <pc:sldMk cId="1908889699" sldId="1518"/>
            <ac:cxnSpMk id="29" creationId="{94E1192E-351A-D1F1-5C0A-B1547E220F28}"/>
          </ac:cxnSpMkLst>
        </pc:cxnChg>
        <pc:cxnChg chg="add mod">
          <ac:chgData name="Maria Rojas Ramirez" userId="92be514a-6790-4b3d-9adb-94743b871476" providerId="ADAL" clId="{1F179091-6A4D-1343-92C0-CBE146F69092}" dt="2025-03-05T20:09:07.897" v="5851" actId="14100"/>
          <ac:cxnSpMkLst>
            <pc:docMk/>
            <pc:sldMk cId="1908889699" sldId="1518"/>
            <ac:cxnSpMk id="30" creationId="{6E579107-6E36-A310-03F0-99B3FE59BB30}"/>
          </ac:cxnSpMkLst>
        </pc:cxnChg>
        <pc:cxnChg chg="mod">
          <ac:chgData name="Maria Rojas Ramirez" userId="92be514a-6790-4b3d-9adb-94743b871476" providerId="ADAL" clId="{1F179091-6A4D-1343-92C0-CBE146F69092}" dt="2025-03-05T20:09:19.113" v="5853" actId="14100"/>
          <ac:cxnSpMkLst>
            <pc:docMk/>
            <pc:sldMk cId="1908889699" sldId="1518"/>
            <ac:cxnSpMk id="35" creationId="{BF903782-6C22-A101-F169-68575511AF0D}"/>
          </ac:cxnSpMkLst>
        </pc:cxnChg>
        <pc:cxnChg chg="mod">
          <ac:chgData name="Maria Rojas Ramirez" userId="92be514a-6790-4b3d-9adb-94743b871476" providerId="ADAL" clId="{1F179091-6A4D-1343-92C0-CBE146F69092}" dt="2025-03-05T20:08:56.089" v="5850" actId="552"/>
          <ac:cxnSpMkLst>
            <pc:docMk/>
            <pc:sldMk cId="1908889699" sldId="1518"/>
            <ac:cxnSpMk id="38" creationId="{F015967D-6627-6C9D-26A0-0F7621E78FE0}"/>
          </ac:cxnSpMkLst>
        </pc:cxnChg>
        <pc:cxnChg chg="add mod">
          <ac:chgData name="Maria Rojas Ramirez" userId="92be514a-6790-4b3d-9adb-94743b871476" providerId="ADAL" clId="{1F179091-6A4D-1343-92C0-CBE146F69092}" dt="2025-03-05T20:08:56.089" v="5850" actId="552"/>
          <ac:cxnSpMkLst>
            <pc:docMk/>
            <pc:sldMk cId="1908889699" sldId="1518"/>
            <ac:cxnSpMk id="41" creationId="{29AA47A0-1CF0-34B2-1BD3-3F48A04FAFA8}"/>
          </ac:cxnSpMkLst>
        </pc:cxnChg>
        <pc:cxnChg chg="mod">
          <ac:chgData name="Maria Rojas Ramirez" userId="92be514a-6790-4b3d-9adb-94743b871476" providerId="ADAL" clId="{1F179091-6A4D-1343-92C0-CBE146F69092}" dt="2025-03-05T20:09:14.243" v="5852" actId="14100"/>
          <ac:cxnSpMkLst>
            <pc:docMk/>
            <pc:sldMk cId="1908889699" sldId="1518"/>
            <ac:cxnSpMk id="51" creationId="{88C1382A-2AB4-B831-E972-4D5FF3F52AFA}"/>
          </ac:cxnSpMkLst>
        </pc:cxnChg>
      </pc:sldChg>
      <pc:sldChg chg="addSp modSp add mod ord">
        <pc:chgData name="Maria Rojas Ramirez" userId="92be514a-6790-4b3d-9adb-94743b871476" providerId="ADAL" clId="{1F179091-6A4D-1343-92C0-CBE146F69092}" dt="2025-03-05T20:07:12.237" v="5720" actId="1037"/>
        <pc:sldMkLst>
          <pc:docMk/>
          <pc:sldMk cId="181751037" sldId="1519"/>
        </pc:sldMkLst>
        <pc:spChg chg="mod">
          <ac:chgData name="Maria Rojas Ramirez" userId="92be514a-6790-4b3d-9adb-94743b871476" providerId="ADAL" clId="{1F179091-6A4D-1343-92C0-CBE146F69092}" dt="2025-03-05T20:06:20.526" v="5663" actId="1035"/>
          <ac:spMkLst>
            <pc:docMk/>
            <pc:sldMk cId="181751037" sldId="1519"/>
            <ac:spMk id="2" creationId="{125E343D-D5ED-20A5-071B-41841F38B012}"/>
          </ac:spMkLst>
        </pc:spChg>
        <pc:spChg chg="add mod">
          <ac:chgData name="Maria Rojas Ramirez" userId="92be514a-6790-4b3d-9adb-94743b871476" providerId="ADAL" clId="{1F179091-6A4D-1343-92C0-CBE146F69092}" dt="2025-03-05T20:06:56.981" v="5678" actId="1036"/>
          <ac:spMkLst>
            <pc:docMk/>
            <pc:sldMk cId="181751037" sldId="1519"/>
            <ac:spMk id="4" creationId="{E0F8F3C7-6B52-06F5-E186-196F7CFED426}"/>
          </ac:spMkLst>
        </pc:spChg>
        <pc:spChg chg="mod">
          <ac:chgData name="Maria Rojas Ramirez" userId="92be514a-6790-4b3d-9adb-94743b871476" providerId="ADAL" clId="{1F179091-6A4D-1343-92C0-CBE146F69092}" dt="2025-03-05T20:06:06.838" v="5641" actId="1036"/>
          <ac:spMkLst>
            <pc:docMk/>
            <pc:sldMk cId="181751037" sldId="1519"/>
            <ac:spMk id="5" creationId="{A0C659AE-CD87-0D1A-32A9-F23FE1552B57}"/>
          </ac:spMkLst>
        </pc:spChg>
        <pc:spChg chg="add mod">
          <ac:chgData name="Maria Rojas Ramirez" userId="92be514a-6790-4b3d-9adb-94743b871476" providerId="ADAL" clId="{1F179091-6A4D-1343-92C0-CBE146F69092}" dt="2025-03-05T20:07:12.237" v="5720" actId="1037"/>
          <ac:spMkLst>
            <pc:docMk/>
            <pc:sldMk cId="181751037" sldId="1519"/>
            <ac:spMk id="7" creationId="{083DCABA-81E5-7A07-2618-2C393BBC19C3}"/>
          </ac:spMkLst>
        </pc:spChg>
        <pc:spChg chg="mod">
          <ac:chgData name="Maria Rojas Ramirez" userId="92be514a-6790-4b3d-9adb-94743b871476" providerId="ADAL" clId="{1F179091-6A4D-1343-92C0-CBE146F69092}" dt="2025-03-05T20:05:47.527" v="5624" actId="1035"/>
          <ac:spMkLst>
            <pc:docMk/>
            <pc:sldMk cId="181751037" sldId="1519"/>
            <ac:spMk id="8" creationId="{7865D273-2B43-F103-FFC8-552FF1987868}"/>
          </ac:spMkLst>
        </pc:spChg>
        <pc:spChg chg="mod">
          <ac:chgData name="Maria Rojas Ramirez" userId="92be514a-6790-4b3d-9adb-94743b871476" providerId="ADAL" clId="{1F179091-6A4D-1343-92C0-CBE146F69092}" dt="2025-03-05T20:05:42.465" v="5610" actId="1036"/>
          <ac:spMkLst>
            <pc:docMk/>
            <pc:sldMk cId="181751037" sldId="1519"/>
            <ac:spMk id="9" creationId="{1C6F6A6D-E1B1-EA07-FE5B-303ECF578C5B}"/>
          </ac:spMkLst>
        </pc:spChg>
        <pc:spChg chg="mod">
          <ac:chgData name="Maria Rojas Ramirez" userId="92be514a-6790-4b3d-9adb-94743b871476" providerId="ADAL" clId="{1F179091-6A4D-1343-92C0-CBE146F69092}" dt="2025-03-05T20:05:42.465" v="5610" actId="1036"/>
          <ac:spMkLst>
            <pc:docMk/>
            <pc:sldMk cId="181751037" sldId="1519"/>
            <ac:spMk id="10" creationId="{B46114E7-3673-8C05-0F65-846A6FBCB21E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11" creationId="{17B09E56-C019-AC47-B70E-8636C1CBAC71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12" creationId="{CF2DB405-F38F-EDA1-8212-5D6839AB6663}"/>
          </ac:spMkLst>
        </pc:spChg>
        <pc:spChg chg="mod">
          <ac:chgData name="Maria Rojas Ramirez" userId="92be514a-6790-4b3d-9adb-94743b871476" providerId="ADAL" clId="{1F179091-6A4D-1343-92C0-CBE146F69092}" dt="2025-03-05T20:05:35.679" v="5593" actId="1036"/>
          <ac:spMkLst>
            <pc:docMk/>
            <pc:sldMk cId="181751037" sldId="1519"/>
            <ac:spMk id="13" creationId="{546B0C28-95F6-C355-DE2C-7BF920379AC7}"/>
          </ac:spMkLst>
        </pc:spChg>
        <pc:spChg chg="mod">
          <ac:chgData name="Maria Rojas Ramirez" userId="92be514a-6790-4b3d-9adb-94743b871476" providerId="ADAL" clId="{1F179091-6A4D-1343-92C0-CBE146F69092}" dt="2025-03-05T20:05:35.679" v="5593" actId="1036"/>
          <ac:spMkLst>
            <pc:docMk/>
            <pc:sldMk cId="181751037" sldId="1519"/>
            <ac:spMk id="14" creationId="{8481D16C-34C7-969A-E176-F30497602B00}"/>
          </ac:spMkLst>
        </pc:spChg>
        <pc:spChg chg="mod">
          <ac:chgData name="Maria Rojas Ramirez" userId="92be514a-6790-4b3d-9adb-94743b871476" providerId="ADAL" clId="{1F179091-6A4D-1343-92C0-CBE146F69092}" dt="2025-02-28T23:10:08.418" v="5211"/>
          <ac:spMkLst>
            <pc:docMk/>
            <pc:sldMk cId="181751037" sldId="1519"/>
            <ac:spMk id="43" creationId="{6F916758-50F7-7CC8-E346-FC72FBF11657}"/>
          </ac:spMkLst>
        </pc:spChg>
        <pc:spChg chg="mod">
          <ac:chgData name="Maria Rojas Ramirez" userId="92be514a-6790-4b3d-9adb-94743b871476" providerId="ADAL" clId="{1F179091-6A4D-1343-92C0-CBE146F69092}" dt="2025-03-05T20:06:06.838" v="5641" actId="1036"/>
          <ac:spMkLst>
            <pc:docMk/>
            <pc:sldMk cId="181751037" sldId="1519"/>
            <ac:spMk id="50" creationId="{6ECA5A1B-FDC0-98DE-0802-587E668D1009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55" creationId="{37694B0B-1DFD-D842-8192-131ED12B138E}"/>
          </ac:spMkLst>
        </pc:spChg>
        <pc:spChg chg="mod">
          <ac:chgData name="Maria Rojas Ramirez" userId="92be514a-6790-4b3d-9adb-94743b871476" providerId="ADAL" clId="{1F179091-6A4D-1343-92C0-CBE146F69092}" dt="2025-03-05T20:06:20.526" v="5663" actId="1035"/>
          <ac:spMkLst>
            <pc:docMk/>
            <pc:sldMk cId="181751037" sldId="1519"/>
            <ac:spMk id="56" creationId="{F2790FC6-FFDC-51CB-F8CB-1911E412DEB1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57" creationId="{B3E69001-B014-5756-B17F-A06155378142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93" creationId="{69E8F767-8ABD-688C-9574-E3F8CC7B8B3F}"/>
          </ac:spMkLst>
        </pc:spChg>
        <pc:spChg chg="mod">
          <ac:chgData name="Maria Rojas Ramirez" userId="92be514a-6790-4b3d-9adb-94743b871476" providerId="ADAL" clId="{1F179091-6A4D-1343-92C0-CBE146F69092}" dt="2025-03-05T20:06:20.526" v="5663" actId="1035"/>
          <ac:spMkLst>
            <pc:docMk/>
            <pc:sldMk cId="181751037" sldId="1519"/>
            <ac:spMk id="100" creationId="{10441DA5-5246-7857-831F-BF0651B72DC6}"/>
          </ac:spMkLst>
        </pc:spChg>
        <pc:spChg chg="mod">
          <ac:chgData name="Maria Rojas Ramirez" userId="92be514a-6790-4b3d-9adb-94743b871476" providerId="ADAL" clId="{1F179091-6A4D-1343-92C0-CBE146F69092}" dt="2025-03-05T20:06:06.838" v="5641" actId="1036"/>
          <ac:spMkLst>
            <pc:docMk/>
            <pc:sldMk cId="181751037" sldId="1519"/>
            <ac:spMk id="106" creationId="{21098552-CFDC-A3AA-915E-CBD65E458624}"/>
          </ac:spMkLst>
        </pc:spChg>
        <pc:spChg chg="mod">
          <ac:chgData name="Maria Rojas Ramirez" userId="92be514a-6790-4b3d-9adb-94743b871476" providerId="ADAL" clId="{1F179091-6A4D-1343-92C0-CBE146F69092}" dt="2025-03-05T20:06:06.838" v="5641" actId="1036"/>
          <ac:spMkLst>
            <pc:docMk/>
            <pc:sldMk cId="181751037" sldId="1519"/>
            <ac:spMk id="107" creationId="{63E05DCF-D534-3862-6545-41905F73621D}"/>
          </ac:spMkLst>
        </pc:spChg>
        <pc:spChg chg="mod">
          <ac:chgData name="Maria Rojas Ramirez" userId="92be514a-6790-4b3d-9adb-94743b871476" providerId="ADAL" clId="{1F179091-6A4D-1343-92C0-CBE146F69092}" dt="2025-03-05T20:06:37.599" v="5664" actId="552"/>
          <ac:spMkLst>
            <pc:docMk/>
            <pc:sldMk cId="181751037" sldId="1519"/>
            <ac:spMk id="108" creationId="{4F14C101-2AB1-8743-3128-801432B86214}"/>
          </ac:spMkLst>
        </pc:spChg>
        <pc:spChg chg="mod">
          <ac:chgData name="Maria Rojas Ramirez" userId="92be514a-6790-4b3d-9adb-94743b871476" providerId="ADAL" clId="{1F179091-6A4D-1343-92C0-CBE146F69092}" dt="2025-03-05T20:06:06.838" v="5641" actId="1036"/>
          <ac:spMkLst>
            <pc:docMk/>
            <pc:sldMk cId="181751037" sldId="1519"/>
            <ac:spMk id="110" creationId="{6B48442F-1E1E-802D-481B-4C931F5EF02F}"/>
          </ac:spMkLst>
        </pc:spChg>
        <pc:cxnChg chg="mod">
          <ac:chgData name="Maria Rojas Ramirez" userId="92be514a-6790-4b3d-9adb-94743b871476" providerId="ADAL" clId="{1F179091-6A4D-1343-92C0-CBE146F69092}" dt="2025-03-05T20:06:06.838" v="5641" actId="1036"/>
          <ac:cxnSpMkLst>
            <pc:docMk/>
            <pc:sldMk cId="181751037" sldId="1519"/>
            <ac:cxnSpMk id="17" creationId="{B1CB2A94-38BC-0058-3B16-FD82C67EAAF3}"/>
          </ac:cxnSpMkLst>
        </pc:cxnChg>
        <pc:cxnChg chg="add mod">
          <ac:chgData name="Maria Rojas Ramirez" userId="92be514a-6790-4b3d-9adb-94743b871476" providerId="ADAL" clId="{1F179091-6A4D-1343-92C0-CBE146F69092}" dt="2025-03-05T20:07:02.403" v="5679" actId="14100"/>
          <ac:cxnSpMkLst>
            <pc:docMk/>
            <pc:sldMk cId="181751037" sldId="1519"/>
            <ac:cxnSpMk id="21" creationId="{017BDBF2-72F4-6B40-9A7D-C890A923890B}"/>
          </ac:cxnSpMkLst>
        </pc:cxnChg>
        <pc:cxnChg chg="mod">
          <ac:chgData name="Maria Rojas Ramirez" userId="92be514a-6790-4b3d-9adb-94743b871476" providerId="ADAL" clId="{1F179091-6A4D-1343-92C0-CBE146F69092}" dt="2025-03-05T20:06:37.599" v="5664" actId="552"/>
          <ac:cxnSpMkLst>
            <pc:docMk/>
            <pc:sldMk cId="181751037" sldId="1519"/>
            <ac:cxnSpMk id="22" creationId="{F2EEBD87-E39B-6CFC-9944-17BA417B1F4C}"/>
          </ac:cxnSpMkLst>
        </pc:cxnChg>
        <pc:cxnChg chg="mod">
          <ac:chgData name="Maria Rojas Ramirez" userId="92be514a-6790-4b3d-9adb-94743b871476" providerId="ADAL" clId="{1F179091-6A4D-1343-92C0-CBE146F69092}" dt="2025-03-05T20:05:35.679" v="5593" actId="1036"/>
          <ac:cxnSpMkLst>
            <pc:docMk/>
            <pc:sldMk cId="181751037" sldId="1519"/>
            <ac:cxnSpMk id="26" creationId="{35D57767-2FDE-7D68-27A5-B815863C59B6}"/>
          </ac:cxnSpMkLst>
        </pc:cxnChg>
        <pc:cxnChg chg="add mod">
          <ac:chgData name="Maria Rojas Ramirez" userId="92be514a-6790-4b3d-9adb-94743b871476" providerId="ADAL" clId="{1F179091-6A4D-1343-92C0-CBE146F69092}" dt="2025-03-05T20:07:12.237" v="5720" actId="1037"/>
          <ac:cxnSpMkLst>
            <pc:docMk/>
            <pc:sldMk cId="181751037" sldId="1519"/>
            <ac:cxnSpMk id="27" creationId="{2999E6AF-9322-DF27-F010-CDB3BAD6B620}"/>
          </ac:cxnSpMkLst>
        </pc:cxnChg>
        <pc:cxnChg chg="mod">
          <ac:chgData name="Maria Rojas Ramirez" userId="92be514a-6790-4b3d-9adb-94743b871476" providerId="ADAL" clId="{1F179091-6A4D-1343-92C0-CBE146F69092}" dt="2025-03-05T20:05:47.527" v="5624" actId="1035"/>
          <ac:cxnSpMkLst>
            <pc:docMk/>
            <pc:sldMk cId="181751037" sldId="1519"/>
            <ac:cxnSpMk id="33" creationId="{276E84D7-06B8-980B-9C23-FD8AE131CBAA}"/>
          </ac:cxnSpMkLst>
        </pc:cxnChg>
        <pc:cxnChg chg="mod">
          <ac:chgData name="Maria Rojas Ramirez" userId="92be514a-6790-4b3d-9adb-94743b871476" providerId="ADAL" clId="{1F179091-6A4D-1343-92C0-CBE146F69092}" dt="2025-03-05T20:05:42.465" v="5610" actId="1036"/>
          <ac:cxnSpMkLst>
            <pc:docMk/>
            <pc:sldMk cId="181751037" sldId="1519"/>
            <ac:cxnSpMk id="35" creationId="{238EBA14-92A2-74AA-5AF9-52EE0EE3AAF0}"/>
          </ac:cxnSpMkLst>
        </pc:cxnChg>
        <pc:cxnChg chg="mod">
          <ac:chgData name="Maria Rojas Ramirez" userId="92be514a-6790-4b3d-9adb-94743b871476" providerId="ADAL" clId="{1F179091-6A4D-1343-92C0-CBE146F69092}" dt="2025-03-05T20:06:37.599" v="5664" actId="552"/>
          <ac:cxnSpMkLst>
            <pc:docMk/>
            <pc:sldMk cId="181751037" sldId="1519"/>
            <ac:cxnSpMk id="38" creationId="{8405AD18-43B3-B01D-1C9D-372BE0C05B53}"/>
          </ac:cxnSpMkLst>
        </pc:cxnChg>
        <pc:cxnChg chg="mod">
          <ac:chgData name="Maria Rojas Ramirez" userId="92be514a-6790-4b3d-9adb-94743b871476" providerId="ADAL" clId="{1F179091-6A4D-1343-92C0-CBE146F69092}" dt="2025-03-05T20:06:06.838" v="5641" actId="1036"/>
          <ac:cxnSpMkLst>
            <pc:docMk/>
            <pc:sldMk cId="181751037" sldId="1519"/>
            <ac:cxnSpMk id="92" creationId="{5A0EB17C-662B-BBB0-5B3A-15C7BF70A4B3}"/>
          </ac:cxnSpMkLst>
        </pc:cxnChg>
        <pc:cxnChg chg="mod">
          <ac:chgData name="Maria Rojas Ramirez" userId="92be514a-6790-4b3d-9adb-94743b871476" providerId="ADAL" clId="{1F179091-6A4D-1343-92C0-CBE146F69092}" dt="2025-03-05T20:06:51.806" v="5667" actId="14100"/>
          <ac:cxnSpMkLst>
            <pc:docMk/>
            <pc:sldMk cId="181751037" sldId="1519"/>
            <ac:cxnSpMk id="95" creationId="{69E6AD5D-BF58-F20F-64CE-FE2760875E2B}"/>
          </ac:cxnSpMkLst>
        </pc:cxnChg>
        <pc:cxnChg chg="mod">
          <ac:chgData name="Maria Rojas Ramirez" userId="92be514a-6790-4b3d-9adb-94743b871476" providerId="ADAL" clId="{1F179091-6A4D-1343-92C0-CBE146F69092}" dt="2025-03-05T20:06:20.526" v="5663" actId="1035"/>
          <ac:cxnSpMkLst>
            <pc:docMk/>
            <pc:sldMk cId="181751037" sldId="1519"/>
            <ac:cxnSpMk id="101" creationId="{DCE9973B-C12D-DD3D-7BEC-62FA94F388FC}"/>
          </ac:cxnSpMkLst>
        </pc:cxnChg>
        <pc:cxnChg chg="mod">
          <ac:chgData name="Maria Rojas Ramirez" userId="92be514a-6790-4b3d-9adb-94743b871476" providerId="ADAL" clId="{1F179091-6A4D-1343-92C0-CBE146F69092}" dt="2025-03-05T20:06:06.838" v="5641" actId="1036"/>
          <ac:cxnSpMkLst>
            <pc:docMk/>
            <pc:sldMk cId="181751037" sldId="1519"/>
            <ac:cxnSpMk id="112" creationId="{9E19FFAA-5C5E-9C9F-84EA-F659E7887B8C}"/>
          </ac:cxnSpMkLst>
        </pc:cxnChg>
        <pc:cxnChg chg="mod">
          <ac:chgData name="Maria Rojas Ramirez" userId="92be514a-6790-4b3d-9adb-94743b871476" providerId="ADAL" clId="{1F179091-6A4D-1343-92C0-CBE146F69092}" dt="2025-03-05T20:06:06.838" v="5641" actId="1036"/>
          <ac:cxnSpMkLst>
            <pc:docMk/>
            <pc:sldMk cId="181751037" sldId="1519"/>
            <ac:cxnSpMk id="117" creationId="{2D1C07B8-CCBD-DCC4-F778-448E043E43A0}"/>
          </ac:cxnSpMkLst>
        </pc:cxnChg>
      </pc:sldChg>
      <pc:sldChg chg="modSp add mod">
        <pc:chgData name="Maria Rojas Ramirez" userId="92be514a-6790-4b3d-9adb-94743b871476" providerId="ADAL" clId="{1F179091-6A4D-1343-92C0-CBE146F69092}" dt="2025-02-27T00:51:04.407" v="4622" actId="207"/>
        <pc:sldMkLst>
          <pc:docMk/>
          <pc:sldMk cId="613836331" sldId="1520"/>
        </pc:sldMkLst>
        <pc:spChg chg="mod">
          <ac:chgData name="Maria Rojas Ramirez" userId="92be514a-6790-4b3d-9adb-94743b871476" providerId="ADAL" clId="{1F179091-6A4D-1343-92C0-CBE146F69092}" dt="2025-02-27T00:51:04.407" v="4622" actId="207"/>
          <ac:spMkLst>
            <pc:docMk/>
            <pc:sldMk cId="613836331" sldId="1520"/>
            <ac:spMk id="16" creationId="{4B72B915-C034-1129-2D1B-181F64D7990C}"/>
          </ac:spMkLst>
        </pc:spChg>
      </pc:sldChg>
      <pc:sldChg chg="modSp add mod ord">
        <pc:chgData name="Maria Rojas Ramirez" userId="92be514a-6790-4b3d-9adb-94743b871476" providerId="ADAL" clId="{1F179091-6A4D-1343-92C0-CBE146F69092}" dt="2025-02-27T00:57:37.292" v="4645" actId="20578"/>
        <pc:sldMkLst>
          <pc:docMk/>
          <pc:sldMk cId="831579101" sldId="1521"/>
        </pc:sldMkLst>
        <pc:spChg chg="mod">
          <ac:chgData name="Maria Rojas Ramirez" userId="92be514a-6790-4b3d-9adb-94743b871476" providerId="ADAL" clId="{1F179091-6A4D-1343-92C0-CBE146F69092}" dt="2025-02-27T00:57:14.847" v="4642" actId="108"/>
          <ac:spMkLst>
            <pc:docMk/>
            <pc:sldMk cId="831579101" sldId="1521"/>
            <ac:spMk id="16" creationId="{EC900EEE-ED7B-687D-1E11-E766A409AE7B}"/>
          </ac:spMkLst>
        </pc:spChg>
      </pc:sldChg>
      <pc:sldChg chg="modSp add del mod ord">
        <pc:chgData name="Maria Rojas Ramirez" userId="92be514a-6790-4b3d-9adb-94743b871476" providerId="ADAL" clId="{1F179091-6A4D-1343-92C0-CBE146F69092}" dt="2025-02-28T00:10:00.733" v="4731" actId="2696"/>
        <pc:sldMkLst>
          <pc:docMk/>
          <pc:sldMk cId="3344626974" sldId="1522"/>
        </pc:sldMkLst>
      </pc:sldChg>
      <pc:sldChg chg="modSp add mod">
        <pc:chgData name="Maria Rojas Ramirez" userId="92be514a-6790-4b3d-9adb-94743b871476" providerId="ADAL" clId="{1F179091-6A4D-1343-92C0-CBE146F69092}" dt="2025-02-27T00:59:24.735" v="4651" actId="108"/>
        <pc:sldMkLst>
          <pc:docMk/>
          <pc:sldMk cId="2466503295" sldId="1523"/>
        </pc:sldMkLst>
        <pc:spChg chg="mod">
          <ac:chgData name="Maria Rojas Ramirez" userId="92be514a-6790-4b3d-9adb-94743b871476" providerId="ADAL" clId="{1F179091-6A4D-1343-92C0-CBE146F69092}" dt="2025-02-27T00:59:24.735" v="4651" actId="108"/>
          <ac:spMkLst>
            <pc:docMk/>
            <pc:sldMk cId="2466503295" sldId="1523"/>
            <ac:spMk id="16" creationId="{51D19D7D-8741-8001-C47E-3AB1F33A9EF6}"/>
          </ac:spMkLst>
        </pc:spChg>
      </pc:sldChg>
      <pc:sldChg chg="modSp add mod">
        <pc:chgData name="Maria Rojas Ramirez" userId="92be514a-6790-4b3d-9adb-94743b871476" providerId="ADAL" clId="{1F179091-6A4D-1343-92C0-CBE146F69092}" dt="2025-03-04T23:00:56.937" v="5217" actId="20577"/>
        <pc:sldMkLst>
          <pc:docMk/>
          <pc:sldMk cId="2866146979" sldId="1524"/>
        </pc:sldMkLst>
        <pc:spChg chg="mod">
          <ac:chgData name="Maria Rojas Ramirez" userId="92be514a-6790-4b3d-9adb-94743b871476" providerId="ADAL" clId="{1F179091-6A4D-1343-92C0-CBE146F69092}" dt="2025-03-04T23:00:56.937" v="5217" actId="20577"/>
          <ac:spMkLst>
            <pc:docMk/>
            <pc:sldMk cId="2866146979" sldId="1524"/>
            <ac:spMk id="27" creationId="{BADF502A-A957-C8BE-6661-3ECD2BB3D33E}"/>
          </ac:spMkLst>
        </pc:spChg>
      </pc:sldChg>
      <pc:sldChg chg="modSp add mod">
        <pc:chgData name="Maria Rojas Ramirez" userId="92be514a-6790-4b3d-9adb-94743b871476" providerId="ADAL" clId="{1F179091-6A4D-1343-92C0-CBE146F69092}" dt="2025-02-27T00:59:48.771" v="4654" actId="108"/>
        <pc:sldMkLst>
          <pc:docMk/>
          <pc:sldMk cId="1994149340" sldId="1525"/>
        </pc:sldMkLst>
        <pc:spChg chg="mod">
          <ac:chgData name="Maria Rojas Ramirez" userId="92be514a-6790-4b3d-9adb-94743b871476" providerId="ADAL" clId="{1F179091-6A4D-1343-92C0-CBE146F69092}" dt="2025-02-27T00:59:48.771" v="4654" actId="108"/>
          <ac:spMkLst>
            <pc:docMk/>
            <pc:sldMk cId="1994149340" sldId="1525"/>
            <ac:spMk id="16" creationId="{3B9A1D8B-E60F-DD9F-2890-A29890E3F1C4}"/>
          </ac:spMkLst>
        </pc:spChg>
      </pc:sldChg>
      <pc:sldChg chg="add">
        <pc:chgData name="Maria Rojas Ramirez" userId="92be514a-6790-4b3d-9adb-94743b871476" providerId="ADAL" clId="{1F179091-6A4D-1343-92C0-CBE146F69092}" dt="2025-02-27T00:59:31.596" v="4652"/>
        <pc:sldMkLst>
          <pc:docMk/>
          <pc:sldMk cId="41336277" sldId="1526"/>
        </pc:sldMkLst>
      </pc:sldChg>
      <pc:sldChg chg="modSp add mod">
        <pc:chgData name="Maria Rojas Ramirez" userId="92be514a-6790-4b3d-9adb-94743b871476" providerId="ADAL" clId="{1F179091-6A4D-1343-92C0-CBE146F69092}" dt="2025-02-27T01:00:14.158" v="4657" actId="108"/>
        <pc:sldMkLst>
          <pc:docMk/>
          <pc:sldMk cId="3518509352" sldId="1527"/>
        </pc:sldMkLst>
        <pc:spChg chg="mod">
          <ac:chgData name="Maria Rojas Ramirez" userId="92be514a-6790-4b3d-9adb-94743b871476" providerId="ADAL" clId="{1F179091-6A4D-1343-92C0-CBE146F69092}" dt="2025-02-27T01:00:14.158" v="4657" actId="108"/>
          <ac:spMkLst>
            <pc:docMk/>
            <pc:sldMk cId="3518509352" sldId="1527"/>
            <ac:spMk id="16" creationId="{679D684F-3813-DD6D-7C52-5DC4CBD1EAB6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3-05T16:38:50.067" v="5237" actId="478"/>
        <pc:sldMkLst>
          <pc:docMk/>
          <pc:sldMk cId="2951850872" sldId="1528"/>
        </pc:sldMkLst>
        <pc:spChg chg="mod">
          <ac:chgData name="Maria Rojas Ramirez" userId="92be514a-6790-4b3d-9adb-94743b871476" providerId="ADAL" clId="{1F179091-6A4D-1343-92C0-CBE146F69092}" dt="2025-03-05T16:38:47.014" v="5236" actId="20577"/>
          <ac:spMkLst>
            <pc:docMk/>
            <pc:sldMk cId="2951850872" sldId="1528"/>
            <ac:spMk id="10" creationId="{1C409A62-25BF-273C-E238-C072A85D9048}"/>
          </ac:spMkLst>
        </pc:spChg>
        <pc:spChg chg="mod">
          <ac:chgData name="Maria Rojas Ramirez" userId="92be514a-6790-4b3d-9adb-94743b871476" providerId="ADAL" clId="{1F179091-6A4D-1343-92C0-CBE146F69092}" dt="2025-03-05T16:38:43.120" v="5233" actId="20577"/>
          <ac:spMkLst>
            <pc:docMk/>
            <pc:sldMk cId="2951850872" sldId="1528"/>
            <ac:spMk id="11" creationId="{35FE4E31-D4A2-CB87-F928-41942A4EEC18}"/>
          </ac:spMkLst>
        </pc:spChg>
        <pc:spChg chg="add del mod">
          <ac:chgData name="Maria Rojas Ramirez" userId="92be514a-6790-4b3d-9adb-94743b871476" providerId="ADAL" clId="{1F179091-6A4D-1343-92C0-CBE146F69092}" dt="2025-03-05T16:38:50.067" v="5237" actId="478"/>
          <ac:spMkLst>
            <pc:docMk/>
            <pc:sldMk cId="2951850872" sldId="1528"/>
            <ac:spMk id="65" creationId="{13299A88-AC14-3F6C-6F68-01FD9C2FC38F}"/>
          </ac:spMkLst>
        </pc:spChg>
        <pc:cxnChg chg="mod">
          <ac:chgData name="Maria Rojas Ramirez" userId="92be514a-6790-4b3d-9adb-94743b871476" providerId="ADAL" clId="{1F179091-6A4D-1343-92C0-CBE146F69092}" dt="2025-03-05T16:36:55.103" v="5220" actId="1076"/>
          <ac:cxnSpMkLst>
            <pc:docMk/>
            <pc:sldMk cId="2951850872" sldId="1528"/>
            <ac:cxnSpMk id="14" creationId="{FCB58EE4-2BD2-9862-1995-88D458F6DE24}"/>
          </ac:cxnSpMkLst>
        </pc:cxnChg>
        <pc:cxnChg chg="mod">
          <ac:chgData name="Maria Rojas Ramirez" userId="92be514a-6790-4b3d-9adb-94743b871476" providerId="ADAL" clId="{1F179091-6A4D-1343-92C0-CBE146F69092}" dt="2025-03-05T16:36:55.103" v="5220" actId="1076"/>
          <ac:cxnSpMkLst>
            <pc:docMk/>
            <pc:sldMk cId="2951850872" sldId="1528"/>
            <ac:cxnSpMk id="16" creationId="{59DB7FC1-B3C6-44F2-69C7-8C3212583C68}"/>
          </ac:cxnSpMkLst>
        </pc:cxnChg>
      </pc:sldChg>
      <pc:sldChg chg="modSp add mod">
        <pc:chgData name="Maria Rojas Ramirez" userId="92be514a-6790-4b3d-9adb-94743b871476" providerId="ADAL" clId="{1F179091-6A4D-1343-92C0-CBE146F69092}" dt="2025-02-27T01:00:54.593" v="4660" actId="108"/>
        <pc:sldMkLst>
          <pc:docMk/>
          <pc:sldMk cId="175166592" sldId="1529"/>
        </pc:sldMkLst>
        <pc:spChg chg="mod">
          <ac:chgData name="Maria Rojas Ramirez" userId="92be514a-6790-4b3d-9adb-94743b871476" providerId="ADAL" clId="{1F179091-6A4D-1343-92C0-CBE146F69092}" dt="2025-02-27T01:00:54.593" v="4660" actId="108"/>
          <ac:spMkLst>
            <pc:docMk/>
            <pc:sldMk cId="175166592" sldId="1529"/>
            <ac:spMk id="16" creationId="{EB9322FC-D518-BD77-ED02-FFFC169FD098}"/>
          </ac:spMkLst>
        </pc:spChg>
      </pc:sldChg>
      <pc:sldChg chg="add del">
        <pc:chgData name="Maria Rojas Ramirez" userId="92be514a-6790-4b3d-9adb-94743b871476" providerId="ADAL" clId="{1F179091-6A4D-1343-92C0-CBE146F69092}" dt="2025-02-28T00:59:17.907" v="4816" actId="2696"/>
        <pc:sldMkLst>
          <pc:docMk/>
          <pc:sldMk cId="749528886" sldId="1530"/>
        </pc:sldMkLst>
      </pc:sldChg>
      <pc:sldChg chg="modSp add mod">
        <pc:chgData name="Maria Rojas Ramirez" userId="92be514a-6790-4b3d-9adb-94743b871476" providerId="ADAL" clId="{1F179091-6A4D-1343-92C0-CBE146F69092}" dt="2025-02-27T01:01:15.895" v="4663" actId="108"/>
        <pc:sldMkLst>
          <pc:docMk/>
          <pc:sldMk cId="185649008" sldId="1531"/>
        </pc:sldMkLst>
        <pc:spChg chg="mod">
          <ac:chgData name="Maria Rojas Ramirez" userId="92be514a-6790-4b3d-9adb-94743b871476" providerId="ADAL" clId="{1F179091-6A4D-1343-92C0-CBE146F69092}" dt="2025-02-27T01:01:15.895" v="4663" actId="108"/>
          <ac:spMkLst>
            <pc:docMk/>
            <pc:sldMk cId="185649008" sldId="1531"/>
            <ac:spMk id="16" creationId="{708E473C-FE74-3C76-CFF6-DAF36BEA2E84}"/>
          </ac:spMkLst>
        </pc:spChg>
      </pc:sldChg>
      <pc:sldChg chg="add del">
        <pc:chgData name="Maria Rojas Ramirez" userId="92be514a-6790-4b3d-9adb-94743b871476" providerId="ADAL" clId="{1F179091-6A4D-1343-92C0-CBE146F69092}" dt="2025-02-28T00:59:31.587" v="4819" actId="2696"/>
        <pc:sldMkLst>
          <pc:docMk/>
          <pc:sldMk cId="2706094636" sldId="1532"/>
        </pc:sldMkLst>
      </pc:sldChg>
      <pc:sldChg chg="modSp add mod">
        <pc:chgData name="Maria Rojas Ramirez" userId="92be514a-6790-4b3d-9adb-94743b871476" providerId="ADAL" clId="{1F179091-6A4D-1343-92C0-CBE146F69092}" dt="2025-02-27T01:01:29.643" v="4666" actId="108"/>
        <pc:sldMkLst>
          <pc:docMk/>
          <pc:sldMk cId="3136354857" sldId="1533"/>
        </pc:sldMkLst>
        <pc:spChg chg="mod">
          <ac:chgData name="Maria Rojas Ramirez" userId="92be514a-6790-4b3d-9adb-94743b871476" providerId="ADAL" clId="{1F179091-6A4D-1343-92C0-CBE146F69092}" dt="2025-02-27T01:01:29.643" v="4666" actId="108"/>
          <ac:spMkLst>
            <pc:docMk/>
            <pc:sldMk cId="3136354857" sldId="1533"/>
            <ac:spMk id="16" creationId="{17AE6EEC-EE07-65AD-81F9-D15F9D5DBA05}"/>
          </ac:spMkLst>
        </pc:spChg>
      </pc:sldChg>
      <pc:sldChg chg="add del">
        <pc:chgData name="Maria Rojas Ramirez" userId="92be514a-6790-4b3d-9adb-94743b871476" providerId="ADAL" clId="{1F179091-6A4D-1343-92C0-CBE146F69092}" dt="2025-02-28T01:13:48.024" v="5001" actId="2696"/>
        <pc:sldMkLst>
          <pc:docMk/>
          <pc:sldMk cId="3116210" sldId="1534"/>
        </pc:sldMkLst>
      </pc:sldChg>
      <pc:sldChg chg="modSp add mod">
        <pc:chgData name="Maria Rojas Ramirez" userId="92be514a-6790-4b3d-9adb-94743b871476" providerId="ADAL" clId="{1F179091-6A4D-1343-92C0-CBE146F69092}" dt="2025-02-27T01:01:50.305" v="4671" actId="108"/>
        <pc:sldMkLst>
          <pc:docMk/>
          <pc:sldMk cId="842109923" sldId="1535"/>
        </pc:sldMkLst>
        <pc:spChg chg="mod">
          <ac:chgData name="Maria Rojas Ramirez" userId="92be514a-6790-4b3d-9adb-94743b871476" providerId="ADAL" clId="{1F179091-6A4D-1343-92C0-CBE146F69092}" dt="2025-02-27T01:01:50.305" v="4671" actId="108"/>
          <ac:spMkLst>
            <pc:docMk/>
            <pc:sldMk cId="842109923" sldId="1535"/>
            <ac:spMk id="16" creationId="{EBD7B1DE-D05E-B25A-27BB-7C470F476D7E}"/>
          </ac:spMkLst>
        </pc:spChg>
      </pc:sldChg>
      <pc:sldChg chg="add del">
        <pc:chgData name="Maria Rojas Ramirez" userId="92be514a-6790-4b3d-9adb-94743b871476" providerId="ADAL" clId="{1F179091-6A4D-1343-92C0-CBE146F69092}" dt="2025-02-28T00:11:38.826" v="4733" actId="2696"/>
        <pc:sldMkLst>
          <pc:docMk/>
          <pc:sldMk cId="2601800905" sldId="1536"/>
        </pc:sldMkLst>
      </pc:sldChg>
      <pc:sldChg chg="modSp add mod">
        <pc:chgData name="Maria Rojas Ramirez" userId="92be514a-6790-4b3d-9adb-94743b871476" providerId="ADAL" clId="{1F179091-6A4D-1343-92C0-CBE146F69092}" dt="2025-02-27T01:02:42.499" v="4681" actId="108"/>
        <pc:sldMkLst>
          <pc:docMk/>
          <pc:sldMk cId="3680092799" sldId="1537"/>
        </pc:sldMkLst>
        <pc:spChg chg="mod">
          <ac:chgData name="Maria Rojas Ramirez" userId="92be514a-6790-4b3d-9adb-94743b871476" providerId="ADAL" clId="{1F179091-6A4D-1343-92C0-CBE146F69092}" dt="2025-02-27T01:02:42.499" v="4681" actId="108"/>
          <ac:spMkLst>
            <pc:docMk/>
            <pc:sldMk cId="3680092799" sldId="1537"/>
            <ac:spMk id="16" creationId="{312C0FC5-A3C3-6926-E674-91451C232D26}"/>
          </ac:spMkLst>
        </pc:spChg>
      </pc:sldChg>
      <pc:sldChg chg="add del">
        <pc:chgData name="Maria Rojas Ramirez" userId="92be514a-6790-4b3d-9adb-94743b871476" providerId="ADAL" clId="{1F179091-6A4D-1343-92C0-CBE146F69092}" dt="2025-02-28T00:12:29.056" v="4735" actId="2696"/>
        <pc:sldMkLst>
          <pc:docMk/>
          <pc:sldMk cId="955320615" sldId="1538"/>
        </pc:sldMkLst>
      </pc:sldChg>
      <pc:sldChg chg="add del">
        <pc:chgData name="Maria Rojas Ramirez" userId="92be514a-6790-4b3d-9adb-94743b871476" providerId="ADAL" clId="{1F179091-6A4D-1343-92C0-CBE146F69092}" dt="2025-02-28T00:20:48.002" v="4738" actId="2696"/>
        <pc:sldMkLst>
          <pc:docMk/>
          <pc:sldMk cId="4126866120" sldId="1539"/>
        </pc:sldMkLst>
      </pc:sldChg>
      <pc:sldChg chg="add del">
        <pc:chgData name="Maria Rojas Ramirez" userId="92be514a-6790-4b3d-9adb-94743b871476" providerId="ADAL" clId="{1F179091-6A4D-1343-92C0-CBE146F69092}" dt="2025-02-28T00:20:50.243" v="4739" actId="2696"/>
        <pc:sldMkLst>
          <pc:docMk/>
          <pc:sldMk cId="913504623" sldId="1540"/>
        </pc:sldMkLst>
      </pc:sldChg>
      <pc:sldChg chg="modSp add mod">
        <pc:chgData name="Maria Rojas Ramirez" userId="92be514a-6790-4b3d-9adb-94743b871476" providerId="ADAL" clId="{1F179091-6A4D-1343-92C0-CBE146F69092}" dt="2025-02-27T01:03:01.291" v="4683" actId="108"/>
        <pc:sldMkLst>
          <pc:docMk/>
          <pc:sldMk cId="2147291246" sldId="1541"/>
        </pc:sldMkLst>
        <pc:spChg chg="mod">
          <ac:chgData name="Maria Rojas Ramirez" userId="92be514a-6790-4b3d-9adb-94743b871476" providerId="ADAL" clId="{1F179091-6A4D-1343-92C0-CBE146F69092}" dt="2025-02-27T01:03:01.291" v="4683" actId="108"/>
          <ac:spMkLst>
            <pc:docMk/>
            <pc:sldMk cId="2147291246" sldId="1541"/>
            <ac:spMk id="16" creationId="{84DD1C90-804D-95C7-B78D-14AFD93C11F5}"/>
          </ac:spMkLst>
        </pc:spChg>
      </pc:sldChg>
      <pc:sldChg chg="add del">
        <pc:chgData name="Maria Rojas Ramirez" userId="92be514a-6790-4b3d-9adb-94743b871476" providerId="ADAL" clId="{1F179091-6A4D-1343-92C0-CBE146F69092}" dt="2025-02-28T00:13:26.871" v="4737" actId="2696"/>
        <pc:sldMkLst>
          <pc:docMk/>
          <pc:sldMk cId="848599818" sldId="1542"/>
        </pc:sldMkLst>
      </pc:sldChg>
      <pc:sldChg chg="modSp add mod">
        <pc:chgData name="Maria Rojas Ramirez" userId="92be514a-6790-4b3d-9adb-94743b871476" providerId="ADAL" clId="{1F179091-6A4D-1343-92C0-CBE146F69092}" dt="2025-02-27T01:03:25.698" v="4685" actId="108"/>
        <pc:sldMkLst>
          <pc:docMk/>
          <pc:sldMk cId="4160191413" sldId="1543"/>
        </pc:sldMkLst>
        <pc:spChg chg="mod">
          <ac:chgData name="Maria Rojas Ramirez" userId="92be514a-6790-4b3d-9adb-94743b871476" providerId="ADAL" clId="{1F179091-6A4D-1343-92C0-CBE146F69092}" dt="2025-02-27T01:03:25.698" v="4685" actId="108"/>
          <ac:spMkLst>
            <pc:docMk/>
            <pc:sldMk cId="4160191413" sldId="1543"/>
            <ac:spMk id="16" creationId="{AF9AAC2B-7339-0BE4-E104-CC0B4F42E6F6}"/>
          </ac:spMkLst>
        </pc:spChg>
      </pc:sldChg>
      <pc:sldChg chg="add">
        <pc:chgData name="Maria Rojas Ramirez" userId="92be514a-6790-4b3d-9adb-94743b871476" providerId="ADAL" clId="{1F179091-6A4D-1343-92C0-CBE146F69092}" dt="2025-02-27T01:02:07.252" v="4675"/>
        <pc:sldMkLst>
          <pc:docMk/>
          <pc:sldMk cId="1969337862" sldId="1544"/>
        </pc:sldMkLst>
      </pc:sldChg>
      <pc:sldChg chg="modSp add mod">
        <pc:chgData name="Maria Rojas Ramirez" userId="92be514a-6790-4b3d-9adb-94743b871476" providerId="ADAL" clId="{1F179091-6A4D-1343-92C0-CBE146F69092}" dt="2025-02-27T01:03:36.797" v="4687" actId="108"/>
        <pc:sldMkLst>
          <pc:docMk/>
          <pc:sldMk cId="1201199950" sldId="1545"/>
        </pc:sldMkLst>
        <pc:spChg chg="mod">
          <ac:chgData name="Maria Rojas Ramirez" userId="92be514a-6790-4b3d-9adb-94743b871476" providerId="ADAL" clId="{1F179091-6A4D-1343-92C0-CBE146F69092}" dt="2025-02-27T01:03:36.797" v="4687" actId="108"/>
          <ac:spMkLst>
            <pc:docMk/>
            <pc:sldMk cId="1201199950" sldId="1545"/>
            <ac:spMk id="16" creationId="{E10C9DBE-1916-9BE9-A232-B32256ACACDF}"/>
          </ac:spMkLst>
        </pc:spChg>
      </pc:sldChg>
      <pc:sldChg chg="add">
        <pc:chgData name="Maria Rojas Ramirez" userId="92be514a-6790-4b3d-9adb-94743b871476" providerId="ADAL" clId="{1F179091-6A4D-1343-92C0-CBE146F69092}" dt="2025-02-27T01:02:07.546" v="4676"/>
        <pc:sldMkLst>
          <pc:docMk/>
          <pc:sldMk cId="388282334" sldId="1546"/>
        </pc:sldMkLst>
      </pc:sldChg>
      <pc:sldChg chg="modSp add mod">
        <pc:chgData name="Maria Rojas Ramirez" userId="92be514a-6790-4b3d-9adb-94743b871476" providerId="ADAL" clId="{1F179091-6A4D-1343-92C0-CBE146F69092}" dt="2025-02-27T01:03:49.973" v="4689" actId="108"/>
        <pc:sldMkLst>
          <pc:docMk/>
          <pc:sldMk cId="1031588967" sldId="1547"/>
        </pc:sldMkLst>
        <pc:spChg chg="mod">
          <ac:chgData name="Maria Rojas Ramirez" userId="92be514a-6790-4b3d-9adb-94743b871476" providerId="ADAL" clId="{1F179091-6A4D-1343-92C0-CBE146F69092}" dt="2025-02-27T01:03:49.973" v="4689" actId="108"/>
          <ac:spMkLst>
            <pc:docMk/>
            <pc:sldMk cId="1031588967" sldId="1547"/>
            <ac:spMk id="16" creationId="{0C0A25E3-1BC6-1509-5D50-82482B6C349C}"/>
          </ac:spMkLst>
        </pc:spChg>
      </pc:sldChg>
      <pc:sldChg chg="modSp add mod">
        <pc:chgData name="Maria Rojas Ramirez" userId="92be514a-6790-4b3d-9adb-94743b871476" providerId="ADAL" clId="{1F179091-6A4D-1343-92C0-CBE146F69092}" dt="2025-03-05T17:38:28.656" v="5259" actId="14100"/>
        <pc:sldMkLst>
          <pc:docMk/>
          <pc:sldMk cId="3995052173" sldId="1548"/>
        </pc:sldMkLst>
        <pc:spChg chg="mod">
          <ac:chgData name="Maria Rojas Ramirez" userId="92be514a-6790-4b3d-9adb-94743b871476" providerId="ADAL" clId="{1F179091-6A4D-1343-92C0-CBE146F69092}" dt="2025-03-05T17:38:28.656" v="5259" actId="14100"/>
          <ac:spMkLst>
            <pc:docMk/>
            <pc:sldMk cId="3995052173" sldId="1548"/>
            <ac:spMk id="40" creationId="{00B4C951-997E-53E4-37E3-8D41106197B9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38:24.263" v="4691" actId="108"/>
        <pc:sldMkLst>
          <pc:docMk/>
          <pc:sldMk cId="628345897" sldId="1549"/>
        </pc:sldMkLst>
        <pc:spChg chg="mod">
          <ac:chgData name="Maria Rojas Ramirez" userId="92be514a-6790-4b3d-9adb-94743b871476" providerId="ADAL" clId="{1F179091-6A4D-1343-92C0-CBE146F69092}" dt="2025-02-27T15:38:24.263" v="4691" actId="108"/>
          <ac:spMkLst>
            <pc:docMk/>
            <pc:sldMk cId="628345897" sldId="1549"/>
            <ac:spMk id="16" creationId="{51C6AA2E-C2F4-CC38-ADB6-6318F60EFC36}"/>
          </ac:spMkLst>
        </pc:spChg>
      </pc:sldChg>
      <pc:sldChg chg="modSp add mod">
        <pc:chgData name="Maria Rojas Ramirez" userId="92be514a-6790-4b3d-9adb-94743b871476" providerId="ADAL" clId="{1F179091-6A4D-1343-92C0-CBE146F69092}" dt="2025-03-05T19:56:37.654" v="5576" actId="14100"/>
        <pc:sldMkLst>
          <pc:docMk/>
          <pc:sldMk cId="2607708594" sldId="1550"/>
        </pc:sldMkLst>
        <pc:spChg chg="mod">
          <ac:chgData name="Maria Rojas Ramirez" userId="92be514a-6790-4b3d-9adb-94743b871476" providerId="ADAL" clId="{1F179091-6A4D-1343-92C0-CBE146F69092}" dt="2025-03-05T19:56:37.654" v="5576" actId="14100"/>
          <ac:spMkLst>
            <pc:docMk/>
            <pc:sldMk cId="2607708594" sldId="1550"/>
            <ac:spMk id="2" creationId="{45C64A2E-0F12-6FCE-D5A4-FD08804D4911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38:49.974" v="4693" actId="108"/>
        <pc:sldMkLst>
          <pc:docMk/>
          <pc:sldMk cId="4265512590" sldId="1551"/>
        </pc:sldMkLst>
        <pc:spChg chg="mod">
          <ac:chgData name="Maria Rojas Ramirez" userId="92be514a-6790-4b3d-9adb-94743b871476" providerId="ADAL" clId="{1F179091-6A4D-1343-92C0-CBE146F69092}" dt="2025-02-27T15:38:49.974" v="4693" actId="108"/>
          <ac:spMkLst>
            <pc:docMk/>
            <pc:sldMk cId="4265512590" sldId="1551"/>
            <ac:spMk id="16" creationId="{A645B06F-8376-72B6-98A6-7C3777F7757C}"/>
          </ac:spMkLst>
        </pc:spChg>
      </pc:sldChg>
      <pc:sldChg chg="add del">
        <pc:chgData name="Maria Rojas Ramirez" userId="92be514a-6790-4b3d-9adb-94743b871476" providerId="ADAL" clId="{1F179091-6A4D-1343-92C0-CBE146F69092}" dt="2025-02-28T01:17:40.454" v="5059" actId="2696"/>
        <pc:sldMkLst>
          <pc:docMk/>
          <pc:sldMk cId="1805332181" sldId="1552"/>
        </pc:sldMkLst>
      </pc:sldChg>
      <pc:sldChg chg="modSp add mod">
        <pc:chgData name="Maria Rojas Ramirez" userId="92be514a-6790-4b3d-9adb-94743b871476" providerId="ADAL" clId="{1F179091-6A4D-1343-92C0-CBE146F69092}" dt="2025-02-27T15:39:34.661" v="4705" actId="207"/>
        <pc:sldMkLst>
          <pc:docMk/>
          <pc:sldMk cId="1892224885" sldId="1553"/>
        </pc:sldMkLst>
        <pc:spChg chg="mod">
          <ac:chgData name="Maria Rojas Ramirez" userId="92be514a-6790-4b3d-9adb-94743b871476" providerId="ADAL" clId="{1F179091-6A4D-1343-92C0-CBE146F69092}" dt="2025-02-27T15:39:34.661" v="4705" actId="207"/>
          <ac:spMkLst>
            <pc:docMk/>
            <pc:sldMk cId="1892224885" sldId="1553"/>
            <ac:spMk id="16" creationId="{0FFC405E-5CDB-B320-611D-49838E1CF232}"/>
          </ac:spMkLst>
        </pc:spChg>
      </pc:sldChg>
      <pc:sldChg chg="modSp add mod">
        <pc:chgData name="Maria Rojas Ramirez" userId="92be514a-6790-4b3d-9adb-94743b871476" providerId="ADAL" clId="{1F179091-6A4D-1343-92C0-CBE146F69092}" dt="2025-03-05T19:56:29.710" v="5575" actId="14100"/>
        <pc:sldMkLst>
          <pc:docMk/>
          <pc:sldMk cId="566877524" sldId="1554"/>
        </pc:sldMkLst>
        <pc:spChg chg="mod">
          <ac:chgData name="Maria Rojas Ramirez" userId="92be514a-6790-4b3d-9adb-94743b871476" providerId="ADAL" clId="{1F179091-6A4D-1343-92C0-CBE146F69092}" dt="2025-03-05T19:56:29.710" v="5575" actId="14100"/>
          <ac:spMkLst>
            <pc:docMk/>
            <pc:sldMk cId="566877524" sldId="1554"/>
            <ac:spMk id="40" creationId="{EB4B6A08-C396-CDC2-DDAE-AEDB25798BEF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39:46.352" v="4707" actId="108"/>
        <pc:sldMkLst>
          <pc:docMk/>
          <pc:sldMk cId="4247488974" sldId="1555"/>
        </pc:sldMkLst>
        <pc:spChg chg="mod">
          <ac:chgData name="Maria Rojas Ramirez" userId="92be514a-6790-4b3d-9adb-94743b871476" providerId="ADAL" clId="{1F179091-6A4D-1343-92C0-CBE146F69092}" dt="2025-02-27T15:39:46.352" v="4707" actId="108"/>
          <ac:spMkLst>
            <pc:docMk/>
            <pc:sldMk cId="4247488974" sldId="1555"/>
            <ac:spMk id="16" creationId="{4FC8BC40-2A3B-93B7-C63F-D7DCD7288019}"/>
          </ac:spMkLst>
        </pc:spChg>
      </pc:sldChg>
      <pc:sldChg chg="modSp add mod">
        <pc:chgData name="Maria Rojas Ramirez" userId="92be514a-6790-4b3d-9adb-94743b871476" providerId="ADAL" clId="{1F179091-6A4D-1343-92C0-CBE146F69092}" dt="2025-03-05T19:56:22.575" v="5574" actId="14100"/>
        <pc:sldMkLst>
          <pc:docMk/>
          <pc:sldMk cId="788997389" sldId="1556"/>
        </pc:sldMkLst>
        <pc:spChg chg="mod">
          <ac:chgData name="Maria Rojas Ramirez" userId="92be514a-6790-4b3d-9adb-94743b871476" providerId="ADAL" clId="{1F179091-6A4D-1343-92C0-CBE146F69092}" dt="2025-03-05T19:56:22.575" v="5574" actId="14100"/>
          <ac:spMkLst>
            <pc:docMk/>
            <pc:sldMk cId="788997389" sldId="1556"/>
            <ac:spMk id="40" creationId="{95CBCC2A-3BE5-0146-5915-13CDAEA13DE9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39:56.185" v="4709" actId="108"/>
        <pc:sldMkLst>
          <pc:docMk/>
          <pc:sldMk cId="3552041042" sldId="1557"/>
        </pc:sldMkLst>
        <pc:spChg chg="mod">
          <ac:chgData name="Maria Rojas Ramirez" userId="92be514a-6790-4b3d-9adb-94743b871476" providerId="ADAL" clId="{1F179091-6A4D-1343-92C0-CBE146F69092}" dt="2025-02-27T15:39:56.185" v="4709" actId="108"/>
          <ac:spMkLst>
            <pc:docMk/>
            <pc:sldMk cId="3552041042" sldId="1557"/>
            <ac:spMk id="16" creationId="{65AA6881-D62A-BCB4-D9CF-83A497433C20}"/>
          </ac:spMkLst>
        </pc:spChg>
      </pc:sldChg>
      <pc:sldChg chg="modSp add mod">
        <pc:chgData name="Maria Rojas Ramirez" userId="92be514a-6790-4b3d-9adb-94743b871476" providerId="ADAL" clId="{1F179091-6A4D-1343-92C0-CBE146F69092}" dt="2025-03-05T19:56:17.058" v="5573" actId="14100"/>
        <pc:sldMkLst>
          <pc:docMk/>
          <pc:sldMk cId="2187421276" sldId="1558"/>
        </pc:sldMkLst>
        <pc:spChg chg="mod">
          <ac:chgData name="Maria Rojas Ramirez" userId="92be514a-6790-4b3d-9adb-94743b871476" providerId="ADAL" clId="{1F179091-6A4D-1343-92C0-CBE146F69092}" dt="2025-03-05T19:56:17.058" v="5573" actId="14100"/>
          <ac:spMkLst>
            <pc:docMk/>
            <pc:sldMk cId="2187421276" sldId="1558"/>
            <ac:spMk id="40" creationId="{977E23B9-1E17-461C-9452-D92A04829EDE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40:05.640" v="4711" actId="108"/>
        <pc:sldMkLst>
          <pc:docMk/>
          <pc:sldMk cId="3903217105" sldId="1559"/>
        </pc:sldMkLst>
        <pc:spChg chg="mod">
          <ac:chgData name="Maria Rojas Ramirez" userId="92be514a-6790-4b3d-9adb-94743b871476" providerId="ADAL" clId="{1F179091-6A4D-1343-92C0-CBE146F69092}" dt="2025-02-27T15:40:05.640" v="4711" actId="108"/>
          <ac:spMkLst>
            <pc:docMk/>
            <pc:sldMk cId="3903217105" sldId="1559"/>
            <ac:spMk id="16" creationId="{B049AD02-F5B4-685B-71CF-F7690D9B31D1}"/>
          </ac:spMkLst>
        </pc:spChg>
      </pc:sldChg>
      <pc:sldChg chg="modSp add mod ord">
        <pc:chgData name="Maria Rojas Ramirez" userId="92be514a-6790-4b3d-9adb-94743b871476" providerId="ADAL" clId="{1F179091-6A4D-1343-92C0-CBE146F69092}" dt="2025-02-28T19:08:56.565" v="5140" actId="20577"/>
        <pc:sldMkLst>
          <pc:docMk/>
          <pc:sldMk cId="3608946580" sldId="1560"/>
        </pc:sldMkLst>
        <pc:spChg chg="mod">
          <ac:chgData name="Maria Rojas Ramirez" userId="92be514a-6790-4b3d-9adb-94743b871476" providerId="ADAL" clId="{1F179091-6A4D-1343-92C0-CBE146F69092}" dt="2025-02-28T19:08:56.565" v="5140" actId="20577"/>
          <ac:spMkLst>
            <pc:docMk/>
            <pc:sldMk cId="3608946580" sldId="1560"/>
            <ac:spMk id="40" creationId="{0E2C3503-35E2-2D34-B440-87F086FA67FE}"/>
          </ac:spMkLst>
        </pc:spChg>
      </pc:sldChg>
      <pc:sldChg chg="modSp add mod">
        <pc:chgData name="Maria Rojas Ramirez" userId="92be514a-6790-4b3d-9adb-94743b871476" providerId="ADAL" clId="{1F179091-6A4D-1343-92C0-CBE146F69092}" dt="2025-02-27T15:40:15.895" v="4713" actId="108"/>
        <pc:sldMkLst>
          <pc:docMk/>
          <pc:sldMk cId="1429428815" sldId="1561"/>
        </pc:sldMkLst>
        <pc:spChg chg="mod">
          <ac:chgData name="Maria Rojas Ramirez" userId="92be514a-6790-4b3d-9adb-94743b871476" providerId="ADAL" clId="{1F179091-6A4D-1343-92C0-CBE146F69092}" dt="2025-02-27T15:40:15.895" v="4713" actId="108"/>
          <ac:spMkLst>
            <pc:docMk/>
            <pc:sldMk cId="1429428815" sldId="1561"/>
            <ac:spMk id="16" creationId="{B2EEC61D-79F6-588C-2D1E-8F706930E4E4}"/>
          </ac:spMkLst>
        </pc:spChg>
      </pc:sldChg>
      <pc:sldChg chg="add del">
        <pc:chgData name="Maria Rojas Ramirez" userId="92be514a-6790-4b3d-9adb-94743b871476" providerId="ADAL" clId="{1F179091-6A4D-1343-92C0-CBE146F69092}" dt="2025-02-28T19:18:58.474" v="5159" actId="2696"/>
        <pc:sldMkLst>
          <pc:docMk/>
          <pc:sldMk cId="4011038054" sldId="1562"/>
        </pc:sldMkLst>
      </pc:sldChg>
      <pc:sldChg chg="modSp add mod">
        <pc:chgData name="Maria Rojas Ramirez" userId="92be514a-6790-4b3d-9adb-94743b871476" providerId="ADAL" clId="{1F179091-6A4D-1343-92C0-CBE146F69092}" dt="2025-02-27T15:40:31.487" v="4715" actId="108"/>
        <pc:sldMkLst>
          <pc:docMk/>
          <pc:sldMk cId="3766883705" sldId="1563"/>
        </pc:sldMkLst>
        <pc:spChg chg="mod">
          <ac:chgData name="Maria Rojas Ramirez" userId="92be514a-6790-4b3d-9adb-94743b871476" providerId="ADAL" clId="{1F179091-6A4D-1343-92C0-CBE146F69092}" dt="2025-02-27T15:40:31.487" v="4715" actId="108"/>
          <ac:spMkLst>
            <pc:docMk/>
            <pc:sldMk cId="3766883705" sldId="1563"/>
            <ac:spMk id="16" creationId="{1E93A23D-1487-874E-F1C0-6F91B786A78B}"/>
          </ac:spMkLst>
        </pc:spChg>
      </pc:sldChg>
      <pc:sldChg chg="add del">
        <pc:chgData name="Maria Rojas Ramirez" userId="92be514a-6790-4b3d-9adb-94743b871476" providerId="ADAL" clId="{1F179091-6A4D-1343-92C0-CBE146F69092}" dt="2025-02-28T19:20:54.817" v="5160" actId="2696"/>
        <pc:sldMkLst>
          <pc:docMk/>
          <pc:sldMk cId="1513369632" sldId="1564"/>
        </pc:sldMkLst>
      </pc:sldChg>
      <pc:sldChg chg="modSp add mod">
        <pc:chgData name="Maria Rojas Ramirez" userId="92be514a-6790-4b3d-9adb-94743b871476" providerId="ADAL" clId="{1F179091-6A4D-1343-92C0-CBE146F69092}" dt="2025-02-27T15:40:40.303" v="4717" actId="108"/>
        <pc:sldMkLst>
          <pc:docMk/>
          <pc:sldMk cId="57841938" sldId="1565"/>
        </pc:sldMkLst>
        <pc:spChg chg="mod">
          <ac:chgData name="Maria Rojas Ramirez" userId="92be514a-6790-4b3d-9adb-94743b871476" providerId="ADAL" clId="{1F179091-6A4D-1343-92C0-CBE146F69092}" dt="2025-02-27T15:40:40.303" v="4717" actId="108"/>
          <ac:spMkLst>
            <pc:docMk/>
            <pc:sldMk cId="57841938" sldId="1565"/>
            <ac:spMk id="16" creationId="{FB71E356-C5ED-6FA4-E363-8590C42E91E9}"/>
          </ac:spMkLst>
        </pc:spChg>
      </pc:sldChg>
      <pc:sldChg chg="add del">
        <pc:chgData name="Maria Rojas Ramirez" userId="92be514a-6790-4b3d-9adb-94743b871476" providerId="ADAL" clId="{1F179091-6A4D-1343-92C0-CBE146F69092}" dt="2025-02-28T19:27:19.482" v="5169" actId="2696"/>
        <pc:sldMkLst>
          <pc:docMk/>
          <pc:sldMk cId="2473092652" sldId="1566"/>
        </pc:sldMkLst>
      </pc:sldChg>
      <pc:sldChg chg="modSp add mod">
        <pc:chgData name="Maria Rojas Ramirez" userId="92be514a-6790-4b3d-9adb-94743b871476" providerId="ADAL" clId="{1F179091-6A4D-1343-92C0-CBE146F69092}" dt="2025-02-27T15:40:50.876" v="4719" actId="108"/>
        <pc:sldMkLst>
          <pc:docMk/>
          <pc:sldMk cId="2870083710" sldId="1567"/>
        </pc:sldMkLst>
        <pc:spChg chg="mod">
          <ac:chgData name="Maria Rojas Ramirez" userId="92be514a-6790-4b3d-9adb-94743b871476" providerId="ADAL" clId="{1F179091-6A4D-1343-92C0-CBE146F69092}" dt="2025-02-27T15:40:50.876" v="4719" actId="108"/>
          <ac:spMkLst>
            <pc:docMk/>
            <pc:sldMk cId="2870083710" sldId="1567"/>
            <ac:spMk id="16" creationId="{A26BA101-B312-6942-0F22-4DA063977365}"/>
          </ac:spMkLst>
        </pc:spChg>
      </pc:sldChg>
      <pc:sldChg chg="add del">
        <pc:chgData name="Maria Rojas Ramirez" userId="92be514a-6790-4b3d-9adb-94743b871476" providerId="ADAL" clId="{1F179091-6A4D-1343-92C0-CBE146F69092}" dt="2025-02-28T19:29:37.807" v="5170" actId="2696"/>
        <pc:sldMkLst>
          <pc:docMk/>
          <pc:sldMk cId="2792106326" sldId="1568"/>
        </pc:sldMkLst>
      </pc:sldChg>
      <pc:sldChg chg="modSp add mod">
        <pc:chgData name="Maria Rojas Ramirez" userId="92be514a-6790-4b3d-9adb-94743b871476" providerId="ADAL" clId="{1F179091-6A4D-1343-92C0-CBE146F69092}" dt="2025-02-27T15:41:00.956" v="4721" actId="108"/>
        <pc:sldMkLst>
          <pc:docMk/>
          <pc:sldMk cId="1538640376" sldId="1569"/>
        </pc:sldMkLst>
        <pc:spChg chg="mod">
          <ac:chgData name="Maria Rojas Ramirez" userId="92be514a-6790-4b3d-9adb-94743b871476" providerId="ADAL" clId="{1F179091-6A4D-1343-92C0-CBE146F69092}" dt="2025-02-27T15:41:00.956" v="4721" actId="108"/>
          <ac:spMkLst>
            <pc:docMk/>
            <pc:sldMk cId="1538640376" sldId="1569"/>
            <ac:spMk id="16" creationId="{EF094FA2-33D2-411B-EA64-E993AAFFB351}"/>
          </ac:spMkLst>
        </pc:spChg>
      </pc:sldChg>
      <pc:sldChg chg="add del">
        <pc:chgData name="Maria Rojas Ramirez" userId="92be514a-6790-4b3d-9adb-94743b871476" providerId="ADAL" clId="{1F179091-6A4D-1343-92C0-CBE146F69092}" dt="2025-02-28T19:29:57.906" v="5172" actId="2696"/>
        <pc:sldMkLst>
          <pc:docMk/>
          <pc:sldMk cId="1742042495" sldId="1570"/>
        </pc:sldMkLst>
      </pc:sldChg>
      <pc:sldChg chg="modSp add mod">
        <pc:chgData name="Maria Rojas Ramirez" userId="92be514a-6790-4b3d-9adb-94743b871476" providerId="ADAL" clId="{1F179091-6A4D-1343-92C0-CBE146F69092}" dt="2025-02-27T15:41:10.673" v="4723" actId="108"/>
        <pc:sldMkLst>
          <pc:docMk/>
          <pc:sldMk cId="915257518" sldId="1571"/>
        </pc:sldMkLst>
        <pc:spChg chg="mod">
          <ac:chgData name="Maria Rojas Ramirez" userId="92be514a-6790-4b3d-9adb-94743b871476" providerId="ADAL" clId="{1F179091-6A4D-1343-92C0-CBE146F69092}" dt="2025-02-27T15:41:10.673" v="4723" actId="108"/>
          <ac:spMkLst>
            <pc:docMk/>
            <pc:sldMk cId="915257518" sldId="1571"/>
            <ac:spMk id="16" creationId="{FBF0CBFA-8A81-2F71-8412-0EADAA2DBB8C}"/>
          </ac:spMkLst>
        </pc:spChg>
      </pc:sldChg>
      <pc:sldChg chg="add del">
        <pc:chgData name="Maria Rojas Ramirez" userId="92be514a-6790-4b3d-9adb-94743b871476" providerId="ADAL" clId="{1F179091-6A4D-1343-92C0-CBE146F69092}" dt="2025-02-28T19:30:02.119" v="5173" actId="2696"/>
        <pc:sldMkLst>
          <pc:docMk/>
          <pc:sldMk cId="2098734021" sldId="1572"/>
        </pc:sldMkLst>
      </pc:sldChg>
      <pc:sldChg chg="modSp add mod">
        <pc:chgData name="Maria Rojas Ramirez" userId="92be514a-6790-4b3d-9adb-94743b871476" providerId="ADAL" clId="{1F179091-6A4D-1343-92C0-CBE146F69092}" dt="2025-02-27T15:41:31.168" v="4726" actId="207"/>
        <pc:sldMkLst>
          <pc:docMk/>
          <pc:sldMk cId="3773988035" sldId="1573"/>
        </pc:sldMkLst>
        <pc:spChg chg="mod">
          <ac:chgData name="Maria Rojas Ramirez" userId="92be514a-6790-4b3d-9adb-94743b871476" providerId="ADAL" clId="{1F179091-6A4D-1343-92C0-CBE146F69092}" dt="2025-02-27T15:41:31.168" v="4726" actId="207"/>
          <ac:spMkLst>
            <pc:docMk/>
            <pc:sldMk cId="3773988035" sldId="1573"/>
            <ac:spMk id="16" creationId="{04AC0652-E23D-7662-CDE5-427F1E2C7C36}"/>
          </ac:spMkLst>
        </pc:spChg>
      </pc:sldChg>
      <pc:sldChg chg="add del">
        <pc:chgData name="Maria Rojas Ramirez" userId="92be514a-6790-4b3d-9adb-94743b871476" providerId="ADAL" clId="{1F179091-6A4D-1343-92C0-CBE146F69092}" dt="2025-02-28T19:30:05.814" v="5174" actId="2696"/>
        <pc:sldMkLst>
          <pc:docMk/>
          <pc:sldMk cId="2795460535" sldId="1574"/>
        </pc:sldMkLst>
      </pc:sldChg>
      <pc:sldChg chg="add">
        <pc:chgData name="Maria Rojas Ramirez" userId="92be514a-6790-4b3d-9adb-94743b871476" providerId="ADAL" clId="{1F179091-6A4D-1343-92C0-CBE146F69092}" dt="2025-02-27T16:33:33.329" v="4728"/>
        <pc:sldMkLst>
          <pc:docMk/>
          <pc:sldMk cId="1630475011" sldId="1575"/>
        </pc:sldMkLst>
      </pc:sldChg>
      <pc:sldChg chg="add">
        <pc:chgData name="Maria Rojas Ramirez" userId="92be514a-6790-4b3d-9adb-94743b871476" providerId="ADAL" clId="{1F179091-6A4D-1343-92C0-CBE146F69092}" dt="2025-02-27T16:33:33.329" v="4728"/>
        <pc:sldMkLst>
          <pc:docMk/>
          <pc:sldMk cId="2848800206" sldId="1576"/>
        </pc:sldMkLst>
      </pc:sldChg>
      <pc:sldChg chg="modSp mod">
        <pc:chgData name="Maria Rojas Ramirez" userId="92be514a-6790-4b3d-9adb-94743b871476" providerId="ADAL" clId="{1F179091-6A4D-1343-92C0-CBE146F69092}" dt="2025-03-04T23:01:19.658" v="5218" actId="20577"/>
        <pc:sldMkLst>
          <pc:docMk/>
          <pc:sldMk cId="2649943884" sldId="1577"/>
        </pc:sldMkLst>
        <pc:spChg chg="mod">
          <ac:chgData name="Maria Rojas Ramirez" userId="92be514a-6790-4b3d-9adb-94743b871476" providerId="ADAL" clId="{1F179091-6A4D-1343-92C0-CBE146F69092}" dt="2025-03-04T23:01:19.658" v="5218" actId="20577"/>
          <ac:spMkLst>
            <pc:docMk/>
            <pc:sldMk cId="2649943884" sldId="1577"/>
            <ac:spMk id="27" creationId="{938AE8CE-2A7E-36C9-C4F6-1694E1E6AD92}"/>
          </ac:spMkLst>
        </pc:spChg>
      </pc:sldChg>
      <pc:sldChg chg="add">
        <pc:chgData name="Maria Rojas Ramirez" userId="92be514a-6790-4b3d-9adb-94743b871476" providerId="ADAL" clId="{1F179091-6A4D-1343-92C0-CBE146F69092}" dt="2025-02-28T19:08:32.894" v="5107"/>
        <pc:sldMkLst>
          <pc:docMk/>
          <pc:sldMk cId="0" sldId="1581"/>
        </pc:sldMkLst>
      </pc:sldChg>
      <pc:sldChg chg="del">
        <pc:chgData name="Maria Rojas Ramirez" userId="92be514a-6790-4b3d-9adb-94743b871476" providerId="ADAL" clId="{1F179091-6A4D-1343-92C0-CBE146F69092}" dt="2025-02-28T00:59:17.943" v="4817" actId="2696"/>
        <pc:sldMkLst>
          <pc:docMk/>
          <pc:sldMk cId="1170600193" sldId="1581"/>
        </pc:sldMkLst>
      </pc:sldChg>
      <pc:sldChg chg="add">
        <pc:chgData name="Maria Rojas Ramirez" userId="92be514a-6790-4b3d-9adb-94743b871476" providerId="ADAL" clId="{1F179091-6A4D-1343-92C0-CBE146F69092}" dt="2025-02-28T00:09:58.821" v="4730"/>
        <pc:sldMkLst>
          <pc:docMk/>
          <pc:sldMk cId="1401310562" sldId="1583"/>
        </pc:sldMkLst>
      </pc:sldChg>
      <pc:sldChg chg="delSp add mod">
        <pc:chgData name="Maria Rojas Ramirez" userId="92be514a-6790-4b3d-9adb-94743b871476" providerId="ADAL" clId="{1F179091-6A4D-1343-92C0-CBE146F69092}" dt="2025-03-05T17:29:47.186" v="5255" actId="478"/>
        <pc:sldMkLst>
          <pc:docMk/>
          <pc:sldMk cId="3376754289" sldId="1584"/>
        </pc:sldMkLst>
        <pc:spChg chg="del">
          <ac:chgData name="Maria Rojas Ramirez" userId="92be514a-6790-4b3d-9adb-94743b871476" providerId="ADAL" clId="{1F179091-6A4D-1343-92C0-CBE146F69092}" dt="2025-03-05T17:29:47.186" v="5255" actId="478"/>
          <ac:spMkLst>
            <pc:docMk/>
            <pc:sldMk cId="3376754289" sldId="1584"/>
            <ac:spMk id="33" creationId="{40EFF8FB-40BF-9CB8-8B76-84F738067266}"/>
          </ac:spMkLst>
        </pc:spChg>
      </pc:sldChg>
      <pc:sldChg chg="add del">
        <pc:chgData name="Maria Rojas Ramirez" userId="92be514a-6790-4b3d-9adb-94743b871476" providerId="ADAL" clId="{1F179091-6A4D-1343-92C0-CBE146F69092}" dt="2025-03-05T17:29:54.559" v="5256" actId="2696"/>
        <pc:sldMkLst>
          <pc:docMk/>
          <pc:sldMk cId="1456166783" sldId="1585"/>
        </pc:sldMkLst>
      </pc:sldChg>
      <pc:sldChg chg="delSp add mod">
        <pc:chgData name="Maria Rojas Ramirez" userId="92be514a-6790-4b3d-9adb-94743b871476" providerId="ADAL" clId="{1F179091-6A4D-1343-92C0-CBE146F69092}" dt="2025-03-05T17:30:25.039" v="5257" actId="478"/>
        <pc:sldMkLst>
          <pc:docMk/>
          <pc:sldMk cId="1494504057" sldId="1586"/>
        </pc:sldMkLst>
        <pc:spChg chg="del">
          <ac:chgData name="Maria Rojas Ramirez" userId="92be514a-6790-4b3d-9adb-94743b871476" providerId="ADAL" clId="{1F179091-6A4D-1343-92C0-CBE146F69092}" dt="2025-03-05T17:30:25.039" v="5257" actId="478"/>
          <ac:spMkLst>
            <pc:docMk/>
            <pc:sldMk cId="1494504057" sldId="1586"/>
            <ac:spMk id="4" creationId="{C9F6C440-7662-E470-2DEF-706349E8D128}"/>
          </ac:spMkLst>
        </pc:spChg>
      </pc:sldChg>
      <pc:sldChg chg="add">
        <pc:chgData name="Maria Rojas Ramirez" userId="92be514a-6790-4b3d-9adb-94743b871476" providerId="ADAL" clId="{1F179091-6A4D-1343-92C0-CBE146F69092}" dt="2025-02-28T00:13:23.841" v="4736"/>
        <pc:sldMkLst>
          <pc:docMk/>
          <pc:sldMk cId="29265516" sldId="1587"/>
        </pc:sldMkLst>
      </pc:sldChg>
      <pc:sldChg chg="add">
        <pc:chgData name="Maria Rojas Ramirez" userId="92be514a-6790-4b3d-9adb-94743b871476" providerId="ADAL" clId="{1F179091-6A4D-1343-92C0-CBE146F69092}" dt="2025-02-28T00:13:23.841" v="4736"/>
        <pc:sldMkLst>
          <pc:docMk/>
          <pc:sldMk cId="770613964" sldId="1588"/>
        </pc:sldMkLst>
      </pc:sldChg>
      <pc:sldChg chg="add del">
        <pc:chgData name="Maria Rojas Ramirez" userId="92be514a-6790-4b3d-9adb-94743b871476" providerId="ADAL" clId="{1F179091-6A4D-1343-92C0-CBE146F69092}" dt="2025-03-05T19:38:51.554" v="5503" actId="2696"/>
        <pc:sldMkLst>
          <pc:docMk/>
          <pc:sldMk cId="1184716538" sldId="1589"/>
        </pc:sldMkLst>
      </pc:sldChg>
      <pc:sldChg chg="add del">
        <pc:chgData name="Maria Rojas Ramirez" userId="92be514a-6790-4b3d-9adb-94743b871476" providerId="ADAL" clId="{1F179091-6A4D-1343-92C0-CBE146F69092}" dt="2025-03-05T19:39:05.222" v="5504" actId="2696"/>
        <pc:sldMkLst>
          <pc:docMk/>
          <pc:sldMk cId="745361711" sldId="1590"/>
        </pc:sldMkLst>
      </pc:sldChg>
      <pc:sldChg chg="add del">
        <pc:chgData name="Maria Rojas Ramirez" userId="92be514a-6790-4b3d-9adb-94743b871476" providerId="ADAL" clId="{1F179091-6A4D-1343-92C0-CBE146F69092}" dt="2025-03-05T19:40:49.816" v="5505" actId="2696"/>
        <pc:sldMkLst>
          <pc:docMk/>
          <pc:sldMk cId="2195133273" sldId="1591"/>
        </pc:sldMkLst>
      </pc:sldChg>
      <pc:sldChg chg="addSp delSp modSp add mod">
        <pc:chgData name="Maria Rojas Ramirez" userId="92be514a-6790-4b3d-9adb-94743b871476" providerId="ADAL" clId="{1F179091-6A4D-1343-92C0-CBE146F69092}" dt="2025-02-28T00:43:10.535" v="4757" actId="14100"/>
        <pc:sldMkLst>
          <pc:docMk/>
          <pc:sldMk cId="1287553104" sldId="1592"/>
        </pc:sldMkLst>
        <pc:spChg chg="mod">
          <ac:chgData name="Maria Rojas Ramirez" userId="92be514a-6790-4b3d-9adb-94743b871476" providerId="ADAL" clId="{1F179091-6A4D-1343-92C0-CBE146F69092}" dt="2025-02-28T00:40:57.932" v="4746" actId="108"/>
          <ac:spMkLst>
            <pc:docMk/>
            <pc:sldMk cId="1287553104" sldId="1592"/>
            <ac:spMk id="18" creationId="{56FE93D6-816F-1E97-7D2F-B34D04991910}"/>
          </ac:spMkLst>
        </pc:spChg>
        <pc:spChg chg="add mod">
          <ac:chgData name="Maria Rojas Ramirez" userId="92be514a-6790-4b3d-9adb-94743b871476" providerId="ADAL" clId="{1F179091-6A4D-1343-92C0-CBE146F69092}" dt="2025-02-28T00:43:06.965" v="4756" actId="1038"/>
          <ac:spMkLst>
            <pc:docMk/>
            <pc:sldMk cId="1287553104" sldId="1592"/>
            <ac:spMk id="21" creationId="{571A1123-C540-3CAE-029E-46228327251D}"/>
          </ac:spMkLst>
        </pc:spChg>
        <pc:cxnChg chg="mod">
          <ac:chgData name="Maria Rojas Ramirez" userId="92be514a-6790-4b3d-9adb-94743b871476" providerId="ADAL" clId="{1F179091-6A4D-1343-92C0-CBE146F69092}" dt="2025-02-28T00:42:36.372" v="4749" actId="14100"/>
          <ac:cxnSpMkLst>
            <pc:docMk/>
            <pc:sldMk cId="1287553104" sldId="1592"/>
            <ac:cxnSpMk id="10" creationId="{BDB2D230-B92B-6528-6F20-AF11C0BEF86F}"/>
          </ac:cxnSpMkLst>
        </pc:cxnChg>
        <pc:cxnChg chg="add mod">
          <ac:chgData name="Maria Rojas Ramirez" userId="92be514a-6790-4b3d-9adb-94743b871476" providerId="ADAL" clId="{1F179091-6A4D-1343-92C0-CBE146F69092}" dt="2025-02-28T00:43:10.535" v="4757" actId="14100"/>
          <ac:cxnSpMkLst>
            <pc:docMk/>
            <pc:sldMk cId="1287553104" sldId="1592"/>
            <ac:cxnSpMk id="36" creationId="{2AD2D777-9C2A-E2EC-5A27-B1580369B193}"/>
          </ac:cxnSpMkLst>
        </pc:cxnChg>
      </pc:sldChg>
      <pc:sldChg chg="addSp modSp add mod">
        <pc:chgData name="Maria Rojas Ramirez" userId="92be514a-6790-4b3d-9adb-94743b871476" providerId="ADAL" clId="{1F179091-6A4D-1343-92C0-CBE146F69092}" dt="2025-03-05T16:55:27.984" v="5247" actId="20577"/>
        <pc:sldMkLst>
          <pc:docMk/>
          <pc:sldMk cId="1145458787" sldId="1593"/>
        </pc:sldMkLst>
        <pc:spChg chg="add mod">
          <ac:chgData name="Maria Rojas Ramirez" userId="92be514a-6790-4b3d-9adb-94743b871476" providerId="ADAL" clId="{1F179091-6A4D-1343-92C0-CBE146F69092}" dt="2025-02-28T00:47:45.909" v="4780" actId="1076"/>
          <ac:spMkLst>
            <pc:docMk/>
            <pc:sldMk cId="1145458787" sldId="1593"/>
            <ac:spMk id="2" creationId="{BA9E6473-6CD3-1173-97C3-C41DE00EEA99}"/>
          </ac:spMkLst>
        </pc:spChg>
        <pc:spChg chg="add mod">
          <ac:chgData name="Maria Rojas Ramirez" userId="92be514a-6790-4b3d-9adb-94743b871476" providerId="ADAL" clId="{1F179091-6A4D-1343-92C0-CBE146F69092}" dt="2025-02-28T00:48:31.228" v="4791" actId="1036"/>
          <ac:spMkLst>
            <pc:docMk/>
            <pc:sldMk cId="1145458787" sldId="1593"/>
            <ac:spMk id="4" creationId="{A5FF0CBC-A779-2A9B-5C14-840CD5C9591A}"/>
          </ac:spMkLst>
        </pc:spChg>
        <pc:spChg chg="add mod">
          <ac:chgData name="Maria Rojas Ramirez" userId="92be514a-6790-4b3d-9adb-94743b871476" providerId="ADAL" clId="{1F179091-6A4D-1343-92C0-CBE146F69092}" dt="2025-02-28T00:48:55.329" v="4814" actId="1036"/>
          <ac:spMkLst>
            <pc:docMk/>
            <pc:sldMk cId="1145458787" sldId="1593"/>
            <ac:spMk id="7" creationId="{0632465F-34E6-768E-5E46-3EE6C365CD16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8" creationId="{410185DC-5FB2-CF20-A186-A9B906C12390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9" creationId="{846D9EAC-AE34-AC5B-2E33-5E70063B3770}"/>
          </ac:spMkLst>
        </pc:spChg>
        <pc:spChg chg="mod">
          <ac:chgData name="Maria Rojas Ramirez" userId="92be514a-6790-4b3d-9adb-94743b871476" providerId="ADAL" clId="{1F179091-6A4D-1343-92C0-CBE146F69092}" dt="2025-03-05T16:55:27.984" v="5247" actId="20577"/>
          <ac:spMkLst>
            <pc:docMk/>
            <pc:sldMk cId="1145458787" sldId="1593"/>
            <ac:spMk id="10" creationId="{42D051E9-9FE2-A834-C01D-1E5D4444918E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11" creationId="{8A953D90-622E-4574-577E-F650CF548277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12" creationId="{FE8B81DC-932D-9E05-F8E1-D1073647643C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13" creationId="{B8007720-CEA6-25EF-D0B6-8D6B237C1A72}"/>
          </ac:spMkLst>
        </pc:spChg>
        <pc:spChg chg="mod">
          <ac:chgData name="Maria Rojas Ramirez" userId="92be514a-6790-4b3d-9adb-94743b871476" providerId="ADAL" clId="{1F179091-6A4D-1343-92C0-CBE146F69092}" dt="2025-02-28T00:47:19.482" v="4776" actId="1036"/>
          <ac:spMkLst>
            <pc:docMk/>
            <pc:sldMk cId="1145458787" sldId="1593"/>
            <ac:spMk id="14" creationId="{BE7B8798-C2FB-1A29-B1E8-5D2D535EEAF0}"/>
          </ac:spMkLst>
        </pc:spChg>
        <pc:spChg chg="mod">
          <ac:chgData name="Maria Rojas Ramirez" userId="92be514a-6790-4b3d-9adb-94743b871476" providerId="ADAL" clId="{1F179091-6A4D-1343-92C0-CBE146F69092}" dt="2025-02-28T00:41:04.550" v="4747"/>
          <ac:spMkLst>
            <pc:docMk/>
            <pc:sldMk cId="1145458787" sldId="1593"/>
            <ac:spMk id="18" creationId="{06CBBFF9-8AC2-C536-D1FD-CA9123EAB733}"/>
          </ac:spMkLst>
        </pc:spChg>
        <pc:spChg chg="add mod">
          <ac:chgData name="Maria Rojas Ramirez" userId="92be514a-6790-4b3d-9adb-94743b871476" providerId="ADAL" clId="{1F179091-6A4D-1343-92C0-CBE146F69092}" dt="2025-02-28T00:49:02.560" v="4815" actId="1076"/>
          <ac:spMkLst>
            <pc:docMk/>
            <pc:sldMk cId="1145458787" sldId="1593"/>
            <ac:spMk id="20" creationId="{2026D96A-CDD7-1DF2-FF72-A2D55CD007D4}"/>
          </ac:spMkLst>
        </pc:spChg>
        <pc:cxnChg chg="mod">
          <ac:chgData name="Maria Rojas Ramirez" userId="92be514a-6790-4b3d-9adb-94743b871476" providerId="ADAL" clId="{1F179091-6A4D-1343-92C0-CBE146F69092}" dt="2025-02-28T00:47:19.482" v="4776" actId="1036"/>
          <ac:cxnSpMkLst>
            <pc:docMk/>
            <pc:sldMk cId="1145458787" sldId="1593"/>
            <ac:cxnSpMk id="22" creationId="{2298BF8F-F8AA-91FC-ACAE-FF4C83660AE5}"/>
          </ac:cxnSpMkLst>
        </pc:cxnChg>
        <pc:cxnChg chg="mod">
          <ac:chgData name="Maria Rojas Ramirez" userId="92be514a-6790-4b3d-9adb-94743b871476" providerId="ADAL" clId="{1F179091-6A4D-1343-92C0-CBE146F69092}" dt="2025-02-28T00:47:19.482" v="4776" actId="1036"/>
          <ac:cxnSpMkLst>
            <pc:docMk/>
            <pc:sldMk cId="1145458787" sldId="1593"/>
            <ac:cxnSpMk id="26" creationId="{E10C504A-5980-8874-3816-C196E55069CB}"/>
          </ac:cxnSpMkLst>
        </pc:cxnChg>
        <pc:cxnChg chg="add">
          <ac:chgData name="Maria Rojas Ramirez" userId="92be514a-6790-4b3d-9adb-94743b871476" providerId="ADAL" clId="{1F179091-6A4D-1343-92C0-CBE146F69092}" dt="2025-02-28T00:47:54.858" v="4781" actId="11529"/>
          <ac:cxnSpMkLst>
            <pc:docMk/>
            <pc:sldMk cId="1145458787" sldId="1593"/>
            <ac:cxnSpMk id="28" creationId="{0F300380-0AD7-B8AC-5910-007BE08DFB7D}"/>
          </ac:cxnSpMkLst>
        </pc:cxnChg>
        <pc:cxnChg chg="add mod">
          <ac:chgData name="Maria Rojas Ramirez" userId="92be514a-6790-4b3d-9adb-94743b871476" providerId="ADAL" clId="{1F179091-6A4D-1343-92C0-CBE146F69092}" dt="2025-02-28T00:48:31.228" v="4791" actId="1036"/>
          <ac:cxnSpMkLst>
            <pc:docMk/>
            <pc:sldMk cId="1145458787" sldId="1593"/>
            <ac:cxnSpMk id="30" creationId="{86E38603-1C10-CBB9-B15E-6A392BA99F61}"/>
          </ac:cxnSpMkLst>
        </pc:cxnChg>
        <pc:cxnChg chg="add mod">
          <ac:chgData name="Maria Rojas Ramirez" userId="92be514a-6790-4b3d-9adb-94743b871476" providerId="ADAL" clId="{1F179091-6A4D-1343-92C0-CBE146F69092}" dt="2025-02-28T00:48:55.329" v="4814" actId="1036"/>
          <ac:cxnSpMkLst>
            <pc:docMk/>
            <pc:sldMk cId="1145458787" sldId="1593"/>
            <ac:cxnSpMk id="34" creationId="{D5555035-FB97-2EE7-B9DA-DF7FA58B5C3A}"/>
          </ac:cxnSpMkLst>
        </pc:cxnChg>
        <pc:cxnChg chg="mod">
          <ac:chgData name="Maria Rojas Ramirez" userId="92be514a-6790-4b3d-9adb-94743b871476" providerId="ADAL" clId="{1F179091-6A4D-1343-92C0-CBE146F69092}" dt="2025-02-28T00:47:19.482" v="4776" actId="1036"/>
          <ac:cxnSpMkLst>
            <pc:docMk/>
            <pc:sldMk cId="1145458787" sldId="1593"/>
            <ac:cxnSpMk id="35" creationId="{2BF666DD-F52F-C4D1-A83B-A6BBD018125D}"/>
          </ac:cxnSpMkLst>
        </pc:cxnChg>
        <pc:cxnChg chg="mod">
          <ac:chgData name="Maria Rojas Ramirez" userId="92be514a-6790-4b3d-9adb-94743b871476" providerId="ADAL" clId="{1F179091-6A4D-1343-92C0-CBE146F69092}" dt="2025-02-28T00:47:45.909" v="4780" actId="1076"/>
          <ac:cxnSpMkLst>
            <pc:docMk/>
            <pc:sldMk cId="1145458787" sldId="1593"/>
            <ac:cxnSpMk id="92" creationId="{99A78809-15AD-E01D-8A01-29D2CDBFF143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2-28T01:01:35.165" v="4831" actId="14100"/>
        <pc:sldMkLst>
          <pc:docMk/>
          <pc:sldMk cId="3938569998" sldId="1594"/>
        </pc:sldMkLst>
        <pc:spChg chg="mod">
          <ac:chgData name="Maria Rojas Ramirez" userId="92be514a-6790-4b3d-9adb-94743b871476" providerId="ADAL" clId="{1F179091-6A4D-1343-92C0-CBE146F69092}" dt="2025-02-28T01:00:18.142" v="4822" actId="20577"/>
          <ac:spMkLst>
            <pc:docMk/>
            <pc:sldMk cId="3938569998" sldId="1594"/>
            <ac:spMk id="18" creationId="{6C43DAE5-5995-3F77-6C1C-5AAFF5349ADD}"/>
          </ac:spMkLst>
        </pc:spChg>
        <pc:spChg chg="add mod">
          <ac:chgData name="Maria Rojas Ramirez" userId="92be514a-6790-4b3d-9adb-94743b871476" providerId="ADAL" clId="{1F179091-6A4D-1343-92C0-CBE146F69092}" dt="2025-02-28T01:01:30.036" v="4829" actId="1076"/>
          <ac:spMkLst>
            <pc:docMk/>
            <pc:sldMk cId="3938569998" sldId="1594"/>
            <ac:spMk id="22" creationId="{716C6EC1-9D67-B03F-778A-72A322DFD5F9}"/>
          </ac:spMkLst>
        </pc:spChg>
        <pc:spChg chg="add mod">
          <ac:chgData name="Maria Rojas Ramirez" userId="92be514a-6790-4b3d-9adb-94743b871476" providerId="ADAL" clId="{1F179091-6A4D-1343-92C0-CBE146F69092}" dt="2025-02-28T01:01:30.036" v="4829" actId="1076"/>
          <ac:spMkLst>
            <pc:docMk/>
            <pc:sldMk cId="3938569998" sldId="1594"/>
            <ac:spMk id="26" creationId="{9315BB8B-93CE-0DC3-7341-319E1FBC8B7E}"/>
          </ac:spMkLst>
        </pc:spChg>
        <pc:spChg chg="mod">
          <ac:chgData name="Maria Rojas Ramirez" userId="92be514a-6790-4b3d-9adb-94743b871476" providerId="ADAL" clId="{1F179091-6A4D-1343-92C0-CBE146F69092}" dt="2025-02-28T01:01:01.505" v="4825"/>
          <ac:spMkLst>
            <pc:docMk/>
            <pc:sldMk cId="3938569998" sldId="1594"/>
            <ac:spMk id="48" creationId="{6E38379D-DB9F-8404-97E9-47C6F3276A1F}"/>
          </ac:spMkLst>
        </pc:spChg>
        <pc:spChg chg="mod">
          <ac:chgData name="Maria Rojas Ramirez" userId="92be514a-6790-4b3d-9adb-94743b871476" providerId="ADAL" clId="{1F179091-6A4D-1343-92C0-CBE146F69092}" dt="2025-02-28T01:00:51.110" v="4824"/>
          <ac:spMkLst>
            <pc:docMk/>
            <pc:sldMk cId="3938569998" sldId="1594"/>
            <ac:spMk id="50" creationId="{BCBE5BA6-E243-55F8-B8DB-383582646B12}"/>
          </ac:spMkLst>
        </pc:spChg>
        <pc:cxnChg chg="mod">
          <ac:chgData name="Maria Rojas Ramirez" userId="92be514a-6790-4b3d-9adb-94743b871476" providerId="ADAL" clId="{1F179091-6A4D-1343-92C0-CBE146F69092}" dt="2025-02-28T01:01:35.165" v="4831" actId="14100"/>
          <ac:cxnSpMkLst>
            <pc:docMk/>
            <pc:sldMk cId="3938569998" sldId="1594"/>
            <ac:cxnSpMk id="35" creationId="{9992A64B-0B0D-1ECE-8377-551E092F57FC}"/>
          </ac:cxnSpMkLst>
        </pc:cxnChg>
      </pc:sldChg>
      <pc:sldChg chg="addSp delSp modSp add mod">
        <pc:chgData name="Maria Rojas Ramirez" userId="92be514a-6790-4b3d-9adb-94743b871476" providerId="ADAL" clId="{1F179091-6A4D-1343-92C0-CBE146F69092}" dt="2025-03-05T17:13:52.259" v="5250" actId="478"/>
        <pc:sldMkLst>
          <pc:docMk/>
          <pc:sldMk cId="276852880" sldId="1595"/>
        </pc:sldMkLst>
        <pc:spChg chg="add del mod">
          <ac:chgData name="Maria Rojas Ramirez" userId="92be514a-6790-4b3d-9adb-94743b871476" providerId="ADAL" clId="{1F179091-6A4D-1343-92C0-CBE146F69092}" dt="2025-03-05T17:13:52.259" v="5250" actId="478"/>
          <ac:spMkLst>
            <pc:docMk/>
            <pc:sldMk cId="276852880" sldId="1595"/>
            <ac:spMk id="4" creationId="{62E89ED0-ED58-ACAE-AE2E-6C5EFBBF6407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8" creationId="{53728788-D2AD-671C-3723-E2A459C96C69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9" creationId="{AC1515E5-F73D-FE6A-814C-0598D64B9C49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0" creationId="{9F8BD50E-69B5-2954-8EF5-92EB82E16BA4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1" creationId="{A7A498A1-4758-44BF-8ABB-1CC9F0A6DA6B}"/>
          </ac:spMkLst>
        </pc:spChg>
        <pc:spChg chg="mod">
          <ac:chgData name="Maria Rojas Ramirez" userId="92be514a-6790-4b3d-9adb-94743b871476" providerId="ADAL" clId="{1F179091-6A4D-1343-92C0-CBE146F69092}" dt="2025-02-28T01:09:43.283" v="4986" actId="1035"/>
          <ac:spMkLst>
            <pc:docMk/>
            <pc:sldMk cId="276852880" sldId="1595"/>
            <ac:spMk id="12" creationId="{5A1005E8-AA78-866A-3896-2A18A5A1537A}"/>
          </ac:spMkLst>
        </pc:spChg>
        <pc:spChg chg="mod">
          <ac:chgData name="Maria Rojas Ramirez" userId="92be514a-6790-4b3d-9adb-94743b871476" providerId="ADAL" clId="{1F179091-6A4D-1343-92C0-CBE146F69092}" dt="2025-02-28T01:09:43.283" v="4986" actId="1035"/>
          <ac:spMkLst>
            <pc:docMk/>
            <pc:sldMk cId="276852880" sldId="1595"/>
            <ac:spMk id="13" creationId="{70EC7B0C-6A00-D8B2-7AEE-EFA68ECD39EB}"/>
          </ac:spMkLst>
        </pc:spChg>
        <pc:spChg chg="mod">
          <ac:chgData name="Maria Rojas Ramirez" userId="92be514a-6790-4b3d-9adb-94743b871476" providerId="ADAL" clId="{1F179091-6A4D-1343-92C0-CBE146F69092}" dt="2025-02-28T01:00:29.407" v="4823"/>
          <ac:spMkLst>
            <pc:docMk/>
            <pc:sldMk cId="276852880" sldId="1595"/>
            <ac:spMk id="18" creationId="{94EBCD75-DCFF-B3E8-9599-FB9DF51A1174}"/>
          </ac:spMkLst>
        </pc:spChg>
        <pc:spChg chg="add mod">
          <ac:chgData name="Maria Rojas Ramirez" userId="92be514a-6790-4b3d-9adb-94743b871476" providerId="ADAL" clId="{1F179091-6A4D-1343-92C0-CBE146F69092}" dt="2025-02-28T01:10:20.629" v="4989" actId="1076"/>
          <ac:spMkLst>
            <pc:docMk/>
            <pc:sldMk cId="276852880" sldId="1595"/>
            <ac:spMk id="24" creationId="{28D519FD-7190-6D35-1C59-9D0DCA7B1CF5}"/>
          </ac:spMkLst>
        </pc:spChg>
        <pc:spChg chg="mod">
          <ac:chgData name="Maria Rojas Ramirez" userId="92be514a-6790-4b3d-9adb-94743b871476" providerId="ADAL" clId="{1F179091-6A4D-1343-92C0-CBE146F69092}" dt="2025-02-28T01:06:35.625" v="4932"/>
          <ac:spMkLst>
            <pc:docMk/>
            <pc:sldMk cId="276852880" sldId="1595"/>
            <ac:spMk id="43" creationId="{E2EEB0B8-6026-F7B7-6C32-7A4925F7002E}"/>
          </ac:spMkLst>
        </pc:spChg>
        <pc:spChg chg="mod">
          <ac:chgData name="Maria Rojas Ramirez" userId="92be514a-6790-4b3d-9adb-94743b871476" providerId="ADAL" clId="{1F179091-6A4D-1343-92C0-CBE146F69092}" dt="2025-02-28T01:09:33.496" v="4976" actId="1076"/>
          <ac:spMkLst>
            <pc:docMk/>
            <pc:sldMk cId="276852880" sldId="1595"/>
            <ac:spMk id="50" creationId="{A548A887-A256-F2EC-655D-3D608B968488}"/>
          </ac:spMkLst>
        </pc:spChg>
        <pc:spChg chg="mod">
          <ac:chgData name="Maria Rojas Ramirez" userId="92be514a-6790-4b3d-9adb-94743b871476" providerId="ADAL" clId="{1F179091-6A4D-1343-92C0-CBE146F69092}" dt="2025-03-05T17:13:40.405" v="5249" actId="20577"/>
          <ac:spMkLst>
            <pc:docMk/>
            <pc:sldMk cId="276852880" sldId="1595"/>
            <ac:spMk id="54" creationId="{0E38984B-5783-FCF3-3FB8-C9B0470BD63D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56" creationId="{A4008266-8DCD-CF73-754B-2E0F08D804B9}"/>
          </ac:spMkLst>
        </pc:spChg>
        <pc:spChg chg="mod">
          <ac:chgData name="Maria Rojas Ramirez" userId="92be514a-6790-4b3d-9adb-94743b871476" providerId="ADAL" clId="{1F179091-6A4D-1343-92C0-CBE146F69092}" dt="2025-02-28T01:06:43.105" v="4933"/>
          <ac:spMkLst>
            <pc:docMk/>
            <pc:sldMk cId="276852880" sldId="1595"/>
            <ac:spMk id="57" creationId="{168F3B45-8A56-7391-F7EB-4B931D2FFD84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93" creationId="{E32C7D5D-29F4-DF56-DC97-766293B2AA8F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06" creationId="{76633324-8AE8-B7A2-2659-C8892384615B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07" creationId="{5115826E-9DBD-A89F-EBED-8D343AE216D1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08" creationId="{8EB252FC-C2B8-0FAD-8073-14CE1AA5F96A}"/>
          </ac:spMkLst>
        </pc:spChg>
        <pc:spChg chg="mod">
          <ac:chgData name="Maria Rojas Ramirez" userId="92be514a-6790-4b3d-9adb-94743b871476" providerId="ADAL" clId="{1F179091-6A4D-1343-92C0-CBE146F69092}" dt="2025-02-28T01:09:22.960" v="4974" actId="1035"/>
          <ac:spMkLst>
            <pc:docMk/>
            <pc:sldMk cId="276852880" sldId="1595"/>
            <ac:spMk id="110" creationId="{1575DFF7-39DA-FB9C-B3EA-2648C3DE43DA}"/>
          </ac:spMkLst>
        </pc:spChg>
        <pc:cxnChg chg="add mod">
          <ac:chgData name="Maria Rojas Ramirez" userId="92be514a-6790-4b3d-9adb-94743b871476" providerId="ADAL" clId="{1F179091-6A4D-1343-92C0-CBE146F69092}" dt="2025-02-28T01:10:24.830" v="4990" actId="14100"/>
          <ac:cxnSpMkLst>
            <pc:docMk/>
            <pc:sldMk cId="276852880" sldId="1595"/>
            <ac:cxnSpMk id="21" creationId="{406D1260-8981-733D-9F6F-1BB9790019F6}"/>
          </ac:cxnSpMkLst>
        </pc:cxnChg>
        <pc:cxnChg chg="mod">
          <ac:chgData name="Maria Rojas Ramirez" userId="92be514a-6790-4b3d-9adb-94743b871476" providerId="ADAL" clId="{1F179091-6A4D-1343-92C0-CBE146F69092}" dt="2025-02-28T01:09:43.283" v="4986" actId="1035"/>
          <ac:cxnSpMkLst>
            <pc:docMk/>
            <pc:sldMk cId="276852880" sldId="1595"/>
            <ac:cxnSpMk id="22" creationId="{E7DAB095-0FF9-FA93-9C4E-28779A39F392}"/>
          </ac:cxnSpMkLst>
        </pc:cxnChg>
        <pc:cxnChg chg="mod">
          <ac:chgData name="Maria Rojas Ramirez" userId="92be514a-6790-4b3d-9adb-94743b871476" providerId="ADAL" clId="{1F179091-6A4D-1343-92C0-CBE146F69092}" dt="2025-02-28T01:09:43.283" v="4986" actId="1035"/>
          <ac:cxnSpMkLst>
            <pc:docMk/>
            <pc:sldMk cId="276852880" sldId="1595"/>
            <ac:cxnSpMk id="26" creationId="{6615FF01-4981-2BE6-5B9E-AEF59DB8BDC5}"/>
          </ac:cxnSpMkLst>
        </pc:cxnChg>
        <pc:cxnChg chg="mod">
          <ac:chgData name="Maria Rojas Ramirez" userId="92be514a-6790-4b3d-9adb-94743b871476" providerId="ADAL" clId="{1F179091-6A4D-1343-92C0-CBE146F69092}" dt="2025-02-28T01:09:29.553" v="4975" actId="14100"/>
          <ac:cxnSpMkLst>
            <pc:docMk/>
            <pc:sldMk cId="276852880" sldId="1595"/>
            <ac:cxnSpMk id="95" creationId="{9B5DAD09-F618-B1FD-456A-134005724354}"/>
          </ac:cxnSpMkLst>
        </pc:cxnChg>
      </pc:sldChg>
      <pc:sldChg chg="modSp add mod">
        <pc:chgData name="Maria Rojas Ramirez" userId="92be514a-6790-4b3d-9adb-94743b871476" providerId="ADAL" clId="{1F179091-6A4D-1343-92C0-CBE146F69092}" dt="2025-02-28T01:15:15.320" v="5024" actId="20577"/>
        <pc:sldMkLst>
          <pc:docMk/>
          <pc:sldMk cId="833106903" sldId="1596"/>
        </pc:sldMkLst>
        <pc:spChg chg="mod">
          <ac:chgData name="Maria Rojas Ramirez" userId="92be514a-6790-4b3d-9adb-94743b871476" providerId="ADAL" clId="{1F179091-6A4D-1343-92C0-CBE146F69092}" dt="2025-02-28T01:08:04.611" v="4946" actId="20577"/>
          <ac:spMkLst>
            <pc:docMk/>
            <pc:sldMk cId="833106903" sldId="1596"/>
            <ac:spMk id="2" creationId="{0C7F3219-F3C8-B7C3-F8F6-467C561929A8}"/>
          </ac:spMkLst>
        </pc:spChg>
        <pc:spChg chg="mod">
          <ac:chgData name="Maria Rojas Ramirez" userId="92be514a-6790-4b3d-9adb-94743b871476" providerId="ADAL" clId="{1F179091-6A4D-1343-92C0-CBE146F69092}" dt="2025-02-28T01:08:41.663" v="4964" actId="20577"/>
          <ac:spMkLst>
            <pc:docMk/>
            <pc:sldMk cId="833106903" sldId="1596"/>
            <ac:spMk id="7" creationId="{B0DE5A0C-1E87-92C9-D651-FE2A28A39C54}"/>
          </ac:spMkLst>
        </pc:spChg>
        <pc:spChg chg="mod">
          <ac:chgData name="Maria Rojas Ramirez" userId="92be514a-6790-4b3d-9adb-94743b871476" providerId="ADAL" clId="{1F179091-6A4D-1343-92C0-CBE146F69092}" dt="2025-02-28T01:08:35.284" v="4960" actId="20577"/>
          <ac:spMkLst>
            <pc:docMk/>
            <pc:sldMk cId="833106903" sldId="1596"/>
            <ac:spMk id="8" creationId="{650E9188-9A5E-A82A-D775-B17C5C5FD931}"/>
          </ac:spMkLst>
        </pc:spChg>
        <pc:spChg chg="mod">
          <ac:chgData name="Maria Rojas Ramirez" userId="92be514a-6790-4b3d-9adb-94743b871476" providerId="ADAL" clId="{1F179091-6A4D-1343-92C0-CBE146F69092}" dt="2025-02-28T01:07:53.733" v="4938" actId="20577"/>
          <ac:spMkLst>
            <pc:docMk/>
            <pc:sldMk cId="833106903" sldId="1596"/>
            <ac:spMk id="9" creationId="{10136146-207E-80F9-839D-BA65DB6A7B66}"/>
          </ac:spMkLst>
        </pc:spChg>
        <pc:spChg chg="mod">
          <ac:chgData name="Maria Rojas Ramirez" userId="92be514a-6790-4b3d-9adb-94743b871476" providerId="ADAL" clId="{1F179091-6A4D-1343-92C0-CBE146F69092}" dt="2025-02-28T01:08:19.830" v="4950" actId="20577"/>
          <ac:spMkLst>
            <pc:docMk/>
            <pc:sldMk cId="833106903" sldId="1596"/>
            <ac:spMk id="11" creationId="{C30472C4-05AE-B539-3E67-1673BACF0090}"/>
          </ac:spMkLst>
        </pc:spChg>
        <pc:spChg chg="mod">
          <ac:chgData name="Maria Rojas Ramirez" userId="92be514a-6790-4b3d-9adb-94743b871476" providerId="ADAL" clId="{1F179091-6A4D-1343-92C0-CBE146F69092}" dt="2025-02-28T01:08:25.946" v="4955" actId="20577"/>
          <ac:spMkLst>
            <pc:docMk/>
            <pc:sldMk cId="833106903" sldId="1596"/>
            <ac:spMk id="12" creationId="{E457C482-F979-D0F4-FEFC-AA8977C44C15}"/>
          </ac:spMkLst>
        </pc:spChg>
        <pc:spChg chg="mod">
          <ac:chgData name="Maria Rojas Ramirez" userId="92be514a-6790-4b3d-9adb-94743b871476" providerId="ADAL" clId="{1F179091-6A4D-1343-92C0-CBE146F69092}" dt="2025-02-28T01:15:15.320" v="5024" actId="20577"/>
          <ac:spMkLst>
            <pc:docMk/>
            <pc:sldMk cId="833106903" sldId="1596"/>
            <ac:spMk id="35" creationId="{2CDEA7A6-B68B-0DA8-4E58-67476BBAA246}"/>
          </ac:spMkLst>
        </pc:spChg>
        <pc:spChg chg="mod">
          <ac:chgData name="Maria Rojas Ramirez" userId="92be514a-6790-4b3d-9adb-94743b871476" providerId="ADAL" clId="{1F179091-6A4D-1343-92C0-CBE146F69092}" dt="2025-02-28T01:11:24.917" v="4999" actId="5793"/>
          <ac:spMkLst>
            <pc:docMk/>
            <pc:sldMk cId="833106903" sldId="1596"/>
            <ac:spMk id="151" creationId="{6723F012-FB23-B04A-6EB7-45EEDE664249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3-05T17:21:53.897" v="5252" actId="478"/>
        <pc:sldMkLst>
          <pc:docMk/>
          <pc:sldMk cId="1912303769" sldId="1597"/>
        </pc:sldMkLst>
        <pc:spChg chg="add mod">
          <ac:chgData name="Maria Rojas Ramirez" userId="92be514a-6790-4b3d-9adb-94743b871476" providerId="ADAL" clId="{1F179091-6A4D-1343-92C0-CBE146F69092}" dt="2025-02-28T01:14:20.874" v="5003" actId="1076"/>
          <ac:spMkLst>
            <pc:docMk/>
            <pc:sldMk cId="1912303769" sldId="1597"/>
            <ac:spMk id="5" creationId="{36B39F7A-EF52-5BC8-3080-340D9A2DB544}"/>
          </ac:spMkLst>
        </pc:spChg>
        <pc:spChg chg="add del mod">
          <ac:chgData name="Maria Rojas Ramirez" userId="92be514a-6790-4b3d-9adb-94743b871476" providerId="ADAL" clId="{1F179091-6A4D-1343-92C0-CBE146F69092}" dt="2025-03-05T17:21:53.897" v="5252" actId="478"/>
          <ac:spMkLst>
            <pc:docMk/>
            <pc:sldMk cId="1912303769" sldId="1597"/>
            <ac:spMk id="11" creationId="{1E286505-786D-22E5-4CC0-E1C4FF6A651E}"/>
          </ac:spMkLst>
        </pc:spChg>
        <pc:spChg chg="mod">
          <ac:chgData name="Maria Rojas Ramirez" userId="92be514a-6790-4b3d-9adb-94743b871476" providerId="ADAL" clId="{1F179091-6A4D-1343-92C0-CBE146F69092}" dt="2025-02-28T01:15:49.425" v="5034" actId="5793"/>
          <ac:spMkLst>
            <pc:docMk/>
            <pc:sldMk cId="1912303769" sldId="1597"/>
            <ac:spMk id="18" creationId="{E5564717-22F2-096D-5CE8-B63C0AFCB371}"/>
          </ac:spMkLst>
        </pc:spChg>
        <pc:spChg chg="mod">
          <ac:chgData name="Maria Rojas Ramirez" userId="92be514a-6790-4b3d-9adb-94743b871476" providerId="ADAL" clId="{1F179091-6A4D-1343-92C0-CBE146F69092}" dt="2025-02-28T01:16:01.739" v="5042" actId="20577"/>
          <ac:spMkLst>
            <pc:docMk/>
            <pc:sldMk cId="1912303769" sldId="1597"/>
            <ac:spMk id="35" creationId="{91042585-18AF-3DFC-4EFE-54AAD392544C}"/>
          </ac:spMkLst>
        </pc:spChg>
        <pc:spChg chg="mod">
          <ac:chgData name="Maria Rojas Ramirez" userId="92be514a-6790-4b3d-9adb-94743b871476" providerId="ADAL" clId="{1F179091-6A4D-1343-92C0-CBE146F69092}" dt="2025-02-28T01:14:36.888" v="5014" actId="20577"/>
          <ac:spMkLst>
            <pc:docMk/>
            <pc:sldMk cId="1912303769" sldId="1597"/>
            <ac:spMk id="72" creationId="{BC32414A-4113-08F9-6773-460314082BC4}"/>
          </ac:spMkLst>
        </pc:spChg>
        <pc:spChg chg="mod">
          <ac:chgData name="Maria Rojas Ramirez" userId="92be514a-6790-4b3d-9adb-94743b871476" providerId="ADAL" clId="{1F179091-6A4D-1343-92C0-CBE146F69092}" dt="2025-02-28T01:16:08.388" v="5055" actId="20577"/>
          <ac:spMkLst>
            <pc:docMk/>
            <pc:sldMk cId="1912303769" sldId="1597"/>
            <ac:spMk id="86" creationId="{B79F4C7B-F95B-46FF-DC31-B0129729BEFD}"/>
          </ac:spMkLst>
        </pc:spChg>
      </pc:sldChg>
      <pc:sldChg chg="addSp delSp modSp add mod">
        <pc:chgData name="Maria Rojas Ramirez" userId="92be514a-6790-4b3d-9adb-94743b871476" providerId="ADAL" clId="{1F179091-6A4D-1343-92C0-CBE146F69092}" dt="2025-03-05T17:22:10.144" v="5254" actId="14100"/>
        <pc:sldMkLst>
          <pc:docMk/>
          <pc:sldMk cId="1819244416" sldId="1598"/>
        </pc:sldMkLst>
        <pc:spChg chg="add del mod">
          <ac:chgData name="Maria Rojas Ramirez" userId="92be514a-6790-4b3d-9adb-94743b871476" providerId="ADAL" clId="{1F179091-6A4D-1343-92C0-CBE146F69092}" dt="2025-03-05T17:22:06.592" v="5253" actId="478"/>
          <ac:spMkLst>
            <pc:docMk/>
            <pc:sldMk cId="1819244416" sldId="1598"/>
            <ac:spMk id="18" creationId="{A0457BEE-959F-5EF0-AD7B-A9CF950A02CE}"/>
          </ac:spMkLst>
        </pc:spChg>
        <pc:spChg chg="mod">
          <ac:chgData name="Maria Rojas Ramirez" userId="92be514a-6790-4b3d-9adb-94743b871476" providerId="ADAL" clId="{1F179091-6A4D-1343-92C0-CBE146F69092}" dt="2025-03-05T17:22:10.144" v="5254" actId="14100"/>
          <ac:spMkLst>
            <pc:docMk/>
            <pc:sldMk cId="1819244416" sldId="1598"/>
            <ac:spMk id="151" creationId="{B3634047-6129-62B0-0B66-2A35978B931F}"/>
          </ac:spMkLst>
        </pc:spChg>
      </pc:sldChg>
      <pc:sldChg chg="modSp add mod">
        <pc:chgData name="Maria Rojas Ramirez" userId="92be514a-6790-4b3d-9adb-94743b871476" providerId="ADAL" clId="{1F179091-6A4D-1343-92C0-CBE146F69092}" dt="2025-02-28T01:18:38.320" v="5106" actId="20577"/>
        <pc:sldMkLst>
          <pc:docMk/>
          <pc:sldMk cId="3204291447" sldId="1599"/>
        </pc:sldMkLst>
        <pc:spChg chg="mod">
          <ac:chgData name="Maria Rojas Ramirez" userId="92be514a-6790-4b3d-9adb-94743b871476" providerId="ADAL" clId="{1F179091-6A4D-1343-92C0-CBE146F69092}" dt="2025-02-28T01:17:55.936" v="5076" actId="20577"/>
          <ac:spMkLst>
            <pc:docMk/>
            <pc:sldMk cId="3204291447" sldId="1599"/>
            <ac:spMk id="10" creationId="{19F3E82F-6DBD-69BA-1ED6-8FFB5C4D19B7}"/>
          </ac:spMkLst>
        </pc:spChg>
        <pc:spChg chg="mod">
          <ac:chgData name="Maria Rojas Ramirez" userId="92be514a-6790-4b3d-9adb-94743b871476" providerId="ADAL" clId="{1F179091-6A4D-1343-92C0-CBE146F69092}" dt="2025-02-28T01:18:38.320" v="5106" actId="20577"/>
          <ac:spMkLst>
            <pc:docMk/>
            <pc:sldMk cId="3204291447" sldId="1599"/>
            <ac:spMk id="11" creationId="{6C06138C-A29B-8DC7-C0FD-6C169059BB89}"/>
          </ac:spMkLst>
        </pc:spChg>
        <pc:spChg chg="mod">
          <ac:chgData name="Maria Rojas Ramirez" userId="92be514a-6790-4b3d-9adb-94743b871476" providerId="ADAL" clId="{1F179091-6A4D-1343-92C0-CBE146F69092}" dt="2025-02-28T01:17:44.071" v="5067" actId="20577"/>
          <ac:spMkLst>
            <pc:docMk/>
            <pc:sldMk cId="3204291447" sldId="1599"/>
            <ac:spMk id="18" creationId="{B52BC73D-10D6-85F7-D4BF-CC268753F929}"/>
          </ac:spMkLst>
        </pc:spChg>
        <pc:spChg chg="mod">
          <ac:chgData name="Maria Rojas Ramirez" userId="92be514a-6790-4b3d-9adb-94743b871476" providerId="ADAL" clId="{1F179091-6A4D-1343-92C0-CBE146F69092}" dt="2025-02-28T01:17:48.747" v="5071" actId="20577"/>
          <ac:spMkLst>
            <pc:docMk/>
            <pc:sldMk cId="3204291447" sldId="1599"/>
            <ac:spMk id="64" creationId="{508EDF13-D4BD-4443-0E0A-060C5684AAEE}"/>
          </ac:spMkLst>
        </pc:spChg>
      </pc:sldChg>
      <pc:sldChg chg="add">
        <pc:chgData name="Maria Rojas Ramirez" userId="92be514a-6790-4b3d-9adb-94743b871476" providerId="ADAL" clId="{1F179091-6A4D-1343-92C0-CBE146F69092}" dt="2025-02-28T19:08:32.894" v="5107"/>
        <pc:sldMkLst>
          <pc:docMk/>
          <pc:sldMk cId="0" sldId="1600"/>
        </pc:sldMkLst>
      </pc:sldChg>
      <pc:sldChg chg="modSp add mod">
        <pc:chgData name="Maria Rojas Ramirez" userId="92be514a-6790-4b3d-9adb-94743b871476" providerId="ADAL" clId="{1F179091-6A4D-1343-92C0-CBE146F69092}" dt="2025-02-28T19:16:02.066" v="5153" actId="20577"/>
        <pc:sldMkLst>
          <pc:docMk/>
          <pc:sldMk cId="3328507918" sldId="1601"/>
        </pc:sldMkLst>
        <pc:spChg chg="mod">
          <ac:chgData name="Maria Rojas Ramirez" userId="92be514a-6790-4b3d-9adb-94743b871476" providerId="ADAL" clId="{1F179091-6A4D-1343-92C0-CBE146F69092}" dt="2025-02-28T19:16:02.066" v="5153" actId="20577"/>
          <ac:spMkLst>
            <pc:docMk/>
            <pc:sldMk cId="3328507918" sldId="1601"/>
            <ac:spMk id="40" creationId="{81E29F5D-1F0D-0648-76E0-759029E711A9}"/>
          </ac:spMkLst>
        </pc:spChg>
      </pc:sldChg>
      <pc:sldChg chg="add">
        <pc:chgData name="Maria Rojas Ramirez" userId="92be514a-6790-4b3d-9adb-94743b871476" providerId="ADAL" clId="{1F179091-6A4D-1343-92C0-CBE146F69092}" dt="2025-02-28T19:17:25.522" v="5154"/>
        <pc:sldMkLst>
          <pc:docMk/>
          <pc:sldMk cId="3217829046" sldId="1602"/>
        </pc:sldMkLst>
      </pc:sldChg>
      <pc:sldChg chg="add">
        <pc:chgData name="Maria Rojas Ramirez" userId="92be514a-6790-4b3d-9adb-94743b871476" providerId="ADAL" clId="{1F179091-6A4D-1343-92C0-CBE146F69092}" dt="2025-02-28T19:17:31.931" v="5155"/>
        <pc:sldMkLst>
          <pc:docMk/>
          <pc:sldMk cId="1854789971" sldId="1603"/>
        </pc:sldMkLst>
      </pc:sldChg>
      <pc:sldChg chg="add ord">
        <pc:chgData name="Maria Rojas Ramirez" userId="92be514a-6790-4b3d-9adb-94743b871476" providerId="ADAL" clId="{1F179091-6A4D-1343-92C0-CBE146F69092}" dt="2025-02-28T19:18:32.935" v="5157" actId="20578"/>
        <pc:sldMkLst>
          <pc:docMk/>
          <pc:sldMk cId="0" sldId="1604"/>
        </pc:sldMkLst>
      </pc:sldChg>
      <pc:sldChg chg="add">
        <pc:chgData name="Maria Rojas Ramirez" userId="92be514a-6790-4b3d-9adb-94743b871476" providerId="ADAL" clId="{1F179091-6A4D-1343-92C0-CBE146F69092}" dt="2025-02-28T19:18:38.245" v="5158"/>
        <pc:sldMkLst>
          <pc:docMk/>
          <pc:sldMk cId="0" sldId="1605"/>
        </pc:sldMkLst>
      </pc:sldChg>
      <pc:sldChg chg="add">
        <pc:chgData name="Maria Rojas Ramirez" userId="92be514a-6790-4b3d-9adb-94743b871476" providerId="ADAL" clId="{1F179091-6A4D-1343-92C0-CBE146F69092}" dt="2025-02-28T19:21:02.393" v="5161"/>
        <pc:sldMkLst>
          <pc:docMk/>
          <pc:sldMk cId="2128628971" sldId="1606"/>
        </pc:sldMkLst>
      </pc:sldChg>
      <pc:sldChg chg="add">
        <pc:chgData name="Maria Rojas Ramirez" userId="92be514a-6790-4b3d-9adb-94743b871476" providerId="ADAL" clId="{1F179091-6A4D-1343-92C0-CBE146F69092}" dt="2025-02-28T19:21:09.897" v="5162"/>
        <pc:sldMkLst>
          <pc:docMk/>
          <pc:sldMk cId="2277199503" sldId="1607"/>
        </pc:sldMkLst>
      </pc:sldChg>
      <pc:sldChg chg="add">
        <pc:chgData name="Maria Rojas Ramirez" userId="92be514a-6790-4b3d-9adb-94743b871476" providerId="ADAL" clId="{1F179091-6A4D-1343-92C0-CBE146F69092}" dt="2025-02-28T19:21:27.659" v="5163"/>
        <pc:sldMkLst>
          <pc:docMk/>
          <pc:sldMk cId="0" sldId="1608"/>
        </pc:sldMkLst>
      </pc:sldChg>
      <pc:sldChg chg="add">
        <pc:chgData name="Maria Rojas Ramirez" userId="92be514a-6790-4b3d-9adb-94743b871476" providerId="ADAL" clId="{1F179091-6A4D-1343-92C0-CBE146F69092}" dt="2025-02-28T19:21:36.589" v="5164"/>
        <pc:sldMkLst>
          <pc:docMk/>
          <pc:sldMk cId="0" sldId="1609"/>
        </pc:sldMkLst>
      </pc:sldChg>
      <pc:sldChg chg="add">
        <pc:chgData name="Maria Rojas Ramirez" userId="92be514a-6790-4b3d-9adb-94743b871476" providerId="ADAL" clId="{1F179091-6A4D-1343-92C0-CBE146F69092}" dt="2025-02-28T19:22:35.374" v="5165"/>
        <pc:sldMkLst>
          <pc:docMk/>
          <pc:sldMk cId="3924316672" sldId="1610"/>
        </pc:sldMkLst>
      </pc:sldChg>
      <pc:sldChg chg="add">
        <pc:chgData name="Maria Rojas Ramirez" userId="92be514a-6790-4b3d-9adb-94743b871476" providerId="ADAL" clId="{1F179091-6A4D-1343-92C0-CBE146F69092}" dt="2025-02-28T19:22:41.609" v="5166"/>
        <pc:sldMkLst>
          <pc:docMk/>
          <pc:sldMk cId="1268915308" sldId="1611"/>
        </pc:sldMkLst>
      </pc:sldChg>
      <pc:sldChg chg="modSp add mod">
        <pc:chgData name="Maria Rojas Ramirez" userId="92be514a-6790-4b3d-9adb-94743b871476" providerId="ADAL" clId="{1F179091-6A4D-1343-92C0-CBE146F69092}" dt="2025-03-05T19:55:48.371" v="5572" actId="14100"/>
        <pc:sldMkLst>
          <pc:docMk/>
          <pc:sldMk cId="0" sldId="1612"/>
        </pc:sldMkLst>
        <pc:spChg chg="mod">
          <ac:chgData name="Maria Rojas Ramirez" userId="92be514a-6790-4b3d-9adb-94743b871476" providerId="ADAL" clId="{1F179091-6A4D-1343-92C0-CBE146F69092}" dt="2025-03-05T19:55:48.371" v="5572" actId="14100"/>
          <ac:spMkLst>
            <pc:docMk/>
            <pc:sldMk cId="0" sldId="1612"/>
            <ac:spMk id="2" creationId="{00000000-0000-0000-0000-000000000000}"/>
          </ac:spMkLst>
        </pc:spChg>
      </pc:sldChg>
      <pc:sldChg chg="modSp add mod">
        <pc:chgData name="Maria Rojas Ramirez" userId="92be514a-6790-4b3d-9adb-94743b871476" providerId="ADAL" clId="{1F179091-6A4D-1343-92C0-CBE146F69092}" dt="2025-03-05T19:55:20.965" v="5571" actId="14100"/>
        <pc:sldMkLst>
          <pc:docMk/>
          <pc:sldMk cId="0" sldId="1613"/>
        </pc:sldMkLst>
        <pc:spChg chg="mod">
          <ac:chgData name="Maria Rojas Ramirez" userId="92be514a-6790-4b3d-9adb-94743b871476" providerId="ADAL" clId="{1F179091-6A4D-1343-92C0-CBE146F69092}" dt="2025-03-05T19:55:20.965" v="5571" actId="14100"/>
          <ac:spMkLst>
            <pc:docMk/>
            <pc:sldMk cId="0" sldId="1613"/>
            <ac:spMk id="2" creationId="{00000000-0000-0000-0000-000000000000}"/>
          </ac:spMkLst>
        </pc:spChg>
      </pc:sldChg>
      <pc:sldChg chg="add">
        <pc:chgData name="Maria Rojas Ramirez" userId="92be514a-6790-4b3d-9adb-94743b871476" providerId="ADAL" clId="{1F179091-6A4D-1343-92C0-CBE146F69092}" dt="2025-02-28T19:29:53.151" v="5171"/>
        <pc:sldMkLst>
          <pc:docMk/>
          <pc:sldMk cId="0" sldId="1614"/>
        </pc:sldMkLst>
      </pc:sldChg>
      <pc:sldChg chg="add">
        <pc:chgData name="Maria Rojas Ramirez" userId="92be514a-6790-4b3d-9adb-94743b871476" providerId="ADAL" clId="{1F179091-6A4D-1343-92C0-CBE146F69092}" dt="2025-02-28T19:29:53.151" v="5171"/>
        <pc:sldMkLst>
          <pc:docMk/>
          <pc:sldMk cId="0" sldId="1615"/>
        </pc:sldMkLst>
      </pc:sldChg>
      <pc:sldChg chg="modSp add mod">
        <pc:chgData name="Maria Rojas Ramirez" userId="92be514a-6790-4b3d-9adb-94743b871476" providerId="ADAL" clId="{1F179091-6A4D-1343-92C0-CBE146F69092}" dt="2025-03-05T19:45:15.599" v="5530" actId="1035"/>
        <pc:sldMkLst>
          <pc:docMk/>
          <pc:sldMk cId="0" sldId="1616"/>
        </pc:sldMkLst>
        <pc:spChg chg="mod">
          <ac:chgData name="Maria Rojas Ramirez" userId="92be514a-6790-4b3d-9adb-94743b871476" providerId="ADAL" clId="{1F179091-6A4D-1343-92C0-CBE146F69092}" dt="2025-03-05T19:45:10.494" v="5526" actId="14100"/>
          <ac:spMkLst>
            <pc:docMk/>
            <pc:sldMk cId="0" sldId="1616"/>
            <ac:spMk id="160" creationId="{00000000-0000-0000-0000-000000000000}"/>
          </ac:spMkLst>
        </pc:spChg>
        <pc:spChg chg="mod">
          <ac:chgData name="Maria Rojas Ramirez" userId="92be514a-6790-4b3d-9adb-94743b871476" providerId="ADAL" clId="{1F179091-6A4D-1343-92C0-CBE146F69092}" dt="2025-03-05T19:44:48.867" v="5524" actId="20577"/>
          <ac:spMkLst>
            <pc:docMk/>
            <pc:sldMk cId="0" sldId="1616"/>
            <ac:spMk id="162" creationId="{00000000-0000-0000-0000-000000000000}"/>
          </ac:spMkLst>
        </pc:spChg>
        <pc:spChg chg="mod">
          <ac:chgData name="Maria Rojas Ramirez" userId="92be514a-6790-4b3d-9adb-94743b871476" providerId="ADAL" clId="{1F179091-6A4D-1343-92C0-CBE146F69092}" dt="2025-03-05T19:44:33.424" v="5520" actId="1035"/>
          <ac:spMkLst>
            <pc:docMk/>
            <pc:sldMk cId="0" sldId="1616"/>
            <ac:spMk id="169" creationId="{00000000-0000-0000-0000-000000000000}"/>
          </ac:spMkLst>
        </pc:spChg>
        <pc:spChg chg="mod">
          <ac:chgData name="Maria Rojas Ramirez" userId="92be514a-6790-4b3d-9adb-94743b871476" providerId="ADAL" clId="{1F179091-6A4D-1343-92C0-CBE146F69092}" dt="2025-03-05T19:45:06.359" v="5525" actId="14100"/>
          <ac:spMkLst>
            <pc:docMk/>
            <pc:sldMk cId="0" sldId="1616"/>
            <ac:spMk id="170" creationId="{00000000-0000-0000-0000-000000000000}"/>
          </ac:spMkLst>
        </pc:spChg>
        <pc:spChg chg="mod">
          <ac:chgData name="Maria Rojas Ramirez" userId="92be514a-6790-4b3d-9adb-94743b871476" providerId="ADAL" clId="{1F179091-6A4D-1343-92C0-CBE146F69092}" dt="2025-03-05T19:45:15.599" v="5530" actId="1035"/>
          <ac:spMkLst>
            <pc:docMk/>
            <pc:sldMk cId="0" sldId="1616"/>
            <ac:spMk id="172" creationId="{00000000-0000-0000-0000-000000000000}"/>
          </ac:spMkLst>
        </pc:spChg>
        <pc:cxnChg chg="mod">
          <ac:chgData name="Maria Rojas Ramirez" userId="92be514a-6790-4b3d-9adb-94743b871476" providerId="ADAL" clId="{1F179091-6A4D-1343-92C0-CBE146F69092}" dt="2025-03-05T19:44:33.424" v="5520" actId="1035"/>
          <ac:cxnSpMkLst>
            <pc:docMk/>
            <pc:sldMk cId="0" sldId="1616"/>
            <ac:cxnSpMk id="168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3-05T19:45:15.599" v="5530" actId="1035"/>
          <ac:cxnSpMkLst>
            <pc:docMk/>
            <pc:sldMk cId="0" sldId="1616"/>
            <ac:cxnSpMk id="174" creationId="{00000000-0000-0000-0000-000000000000}"/>
          </ac:cxnSpMkLst>
        </pc:cxnChg>
        <pc:cxnChg chg="mod">
          <ac:chgData name="Maria Rojas Ramirez" userId="92be514a-6790-4b3d-9adb-94743b871476" providerId="ADAL" clId="{1F179091-6A4D-1343-92C0-CBE146F69092}" dt="2025-03-05T19:44:33.424" v="5520" actId="1035"/>
          <ac:cxnSpMkLst>
            <pc:docMk/>
            <pc:sldMk cId="0" sldId="1616"/>
            <ac:cxnSpMk id="175" creationId="{00000000-0000-0000-0000-000000000000}"/>
          </ac:cxnSpMkLst>
        </pc:cxnChg>
      </pc:sldChg>
      <pc:sldChg chg="addSp modSp add del mod">
        <pc:chgData name="Maria Rojas Ramirez" userId="92be514a-6790-4b3d-9adb-94743b871476" providerId="ADAL" clId="{1F179091-6A4D-1343-92C0-CBE146F69092}" dt="2025-02-28T19:54:58.472" v="5194" actId="2696"/>
        <pc:sldMkLst>
          <pc:docMk/>
          <pc:sldMk cId="2993038400" sldId="1616"/>
        </pc:sldMkLst>
      </pc:sldChg>
      <pc:sldChg chg="modSp add mod">
        <pc:chgData name="Maria Rojas Ramirez" userId="92be514a-6790-4b3d-9adb-94743b871476" providerId="ADAL" clId="{1F179091-6A4D-1343-92C0-CBE146F69092}" dt="2025-03-05T19:54:46.866" v="5570" actId="1036"/>
        <pc:sldMkLst>
          <pc:docMk/>
          <pc:sldMk cId="1005955181" sldId="1617"/>
        </pc:sldMkLst>
        <pc:spChg chg="mod">
          <ac:chgData name="Maria Rojas Ramirez" userId="92be514a-6790-4b3d-9adb-94743b871476" providerId="ADAL" clId="{1F179091-6A4D-1343-92C0-CBE146F69092}" dt="2025-03-05T19:45:22.305" v="5531" actId="20577"/>
          <ac:spMkLst>
            <pc:docMk/>
            <pc:sldMk cId="1005955181" sldId="1617"/>
            <ac:spMk id="162" creationId="{4DE3F0DA-79DF-D828-8CDE-3FBBDF83E1AC}"/>
          </ac:spMkLst>
        </pc:spChg>
        <pc:spChg chg="mod">
          <ac:chgData name="Maria Rojas Ramirez" userId="92be514a-6790-4b3d-9adb-94743b871476" providerId="ADAL" clId="{1F179091-6A4D-1343-92C0-CBE146F69092}" dt="2025-03-05T19:54:42.249" v="5568" actId="1036"/>
          <ac:spMkLst>
            <pc:docMk/>
            <pc:sldMk cId="1005955181" sldId="1617"/>
            <ac:spMk id="166" creationId="{AD6E89F3-63C3-1F69-BC15-DB2B20AEF835}"/>
          </ac:spMkLst>
        </pc:spChg>
        <pc:spChg chg="mod">
          <ac:chgData name="Maria Rojas Ramirez" userId="92be514a-6790-4b3d-9adb-94743b871476" providerId="ADAL" clId="{1F179091-6A4D-1343-92C0-CBE146F69092}" dt="2025-03-05T19:54:02.600" v="5558" actId="1036"/>
          <ac:spMkLst>
            <pc:docMk/>
            <pc:sldMk cId="1005955181" sldId="1617"/>
            <ac:spMk id="169" creationId="{9AD97754-BC1F-EF1E-2529-0BB929E093D9}"/>
          </ac:spMkLst>
        </pc:spChg>
        <pc:spChg chg="mod">
          <ac:chgData name="Maria Rojas Ramirez" userId="92be514a-6790-4b3d-9adb-94743b871476" providerId="ADAL" clId="{1F179091-6A4D-1343-92C0-CBE146F69092}" dt="2025-03-05T19:54:44.305" v="5569" actId="1036"/>
          <ac:spMkLst>
            <pc:docMk/>
            <pc:sldMk cId="1005955181" sldId="1617"/>
            <ac:spMk id="171" creationId="{2730EBE2-11B8-EB36-E71A-D774A5D5104F}"/>
          </ac:spMkLst>
        </pc:spChg>
        <pc:spChg chg="mod">
          <ac:chgData name="Maria Rojas Ramirez" userId="92be514a-6790-4b3d-9adb-94743b871476" providerId="ADAL" clId="{1F179091-6A4D-1343-92C0-CBE146F69092}" dt="2025-03-05T19:54:46.866" v="5570" actId="1036"/>
          <ac:spMkLst>
            <pc:docMk/>
            <pc:sldMk cId="1005955181" sldId="1617"/>
            <ac:spMk id="172" creationId="{93D8B242-3674-656D-7FD4-9C085E6B25DA}"/>
          </ac:spMkLst>
        </pc:spChg>
        <pc:cxnChg chg="mod">
          <ac:chgData name="Maria Rojas Ramirez" userId="92be514a-6790-4b3d-9adb-94743b871476" providerId="ADAL" clId="{1F179091-6A4D-1343-92C0-CBE146F69092}" dt="2025-03-05T19:54:02.600" v="5558" actId="1036"/>
          <ac:cxnSpMkLst>
            <pc:docMk/>
            <pc:sldMk cId="1005955181" sldId="1617"/>
            <ac:cxnSpMk id="168" creationId="{1184C0D8-D556-9C40-02EF-DC4C50654B3E}"/>
          </ac:cxnSpMkLst>
        </pc:cxnChg>
        <pc:cxnChg chg="mod">
          <ac:chgData name="Maria Rojas Ramirez" userId="92be514a-6790-4b3d-9adb-94743b871476" providerId="ADAL" clId="{1F179091-6A4D-1343-92C0-CBE146F69092}" dt="2025-03-05T19:54:44.305" v="5569" actId="1036"/>
          <ac:cxnSpMkLst>
            <pc:docMk/>
            <pc:sldMk cId="1005955181" sldId="1617"/>
            <ac:cxnSpMk id="173" creationId="{7019A52E-26A5-F97E-A5A5-92231C36297A}"/>
          </ac:cxnSpMkLst>
        </pc:cxnChg>
        <pc:cxnChg chg="mod">
          <ac:chgData name="Maria Rojas Ramirez" userId="92be514a-6790-4b3d-9adb-94743b871476" providerId="ADAL" clId="{1F179091-6A4D-1343-92C0-CBE146F69092}" dt="2025-03-05T19:54:46.866" v="5570" actId="1036"/>
          <ac:cxnSpMkLst>
            <pc:docMk/>
            <pc:sldMk cId="1005955181" sldId="1617"/>
            <ac:cxnSpMk id="174" creationId="{22799F1C-3AA2-95F8-6111-801625532D22}"/>
          </ac:cxnSpMkLst>
        </pc:cxnChg>
        <pc:cxnChg chg="mod">
          <ac:chgData name="Maria Rojas Ramirez" userId="92be514a-6790-4b3d-9adb-94743b871476" providerId="ADAL" clId="{1F179091-6A4D-1343-92C0-CBE146F69092}" dt="2025-03-05T19:54:42.249" v="5568" actId="1036"/>
          <ac:cxnSpMkLst>
            <pc:docMk/>
            <pc:sldMk cId="1005955181" sldId="1617"/>
            <ac:cxnSpMk id="175" creationId="{55C49C3C-2D61-6733-01DC-FAB05180E9F5}"/>
          </ac:cxnSpMkLst>
        </pc:cxnChg>
      </pc:sldChg>
      <pc:sldChg chg="add del ord">
        <pc:chgData name="Maria Rojas Ramirez" userId="92be514a-6790-4b3d-9adb-94743b871476" providerId="ADAL" clId="{1F179091-6A4D-1343-92C0-CBE146F69092}" dt="2025-03-05T20:10:31.965" v="5858" actId="2696"/>
        <pc:sldMkLst>
          <pc:docMk/>
          <pc:sldMk cId="750217129" sldId="1618"/>
        </pc:sldMkLst>
      </pc:sldChg>
    </pc:docChg>
  </pc:docChgLst>
  <pc:docChgLst>
    <pc:chgData name="Claudia Alejandra Villasana Martínez" userId="S::claudia.villasana@redsinergia.com::05b756f7-e710-492c-b614-df1a3bd8397a" providerId="AD" clId="Web-{9A1EAB70-8F95-4B82-B284-72C1B8858554}"/>
    <pc:docChg chg="addSld delSld modSld">
      <pc:chgData name="Claudia Alejandra Villasana Martínez" userId="S::claudia.villasana@redsinergia.com::05b756f7-e710-492c-b614-df1a3bd8397a" providerId="AD" clId="Web-{9A1EAB70-8F95-4B82-B284-72C1B8858554}" dt="2025-02-28T00:40:09.864" v="341"/>
      <pc:docMkLst>
        <pc:docMk/>
      </pc:docMkLst>
      <pc:sldChg chg="addSp delSp modSp">
        <pc:chgData name="Claudia Alejandra Villasana Martínez" userId="S::claudia.villasana@redsinergia.com::05b756f7-e710-492c-b614-df1a3bd8397a" providerId="AD" clId="Web-{9A1EAB70-8F95-4B82-B284-72C1B8858554}" dt="2025-02-28T00:40:04.129" v="308"/>
        <pc:sldMkLst>
          <pc:docMk/>
          <pc:sldMk cId="749528886" sldId="1530"/>
        </pc:sldMkLst>
      </pc:sldChg>
      <pc:sldChg chg="addSp delSp modSp new">
        <pc:chgData name="Claudia Alejandra Villasana Martínez" userId="S::claudia.villasana@redsinergia.com::05b756f7-e710-492c-b614-df1a3bd8397a" providerId="AD" clId="Web-{9A1EAB70-8F95-4B82-B284-72C1B8858554}" dt="2025-02-28T00:40:09.864" v="341"/>
        <pc:sldMkLst>
          <pc:docMk/>
          <pc:sldMk cId="1170600193" sldId="1581"/>
        </pc:sldMkLst>
      </pc:sldChg>
      <pc:sldChg chg="add del replId">
        <pc:chgData name="Claudia Alejandra Villasana Martínez" userId="S::claudia.villasana@redsinergia.com::05b756f7-e710-492c-b614-df1a3bd8397a" providerId="AD" clId="Web-{9A1EAB70-8F95-4B82-B284-72C1B8858554}" dt="2025-02-27T21:40:15.648" v="62"/>
        <pc:sldMkLst>
          <pc:docMk/>
          <pc:sldMk cId="2357566703" sldId="15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797A-4667-4A88-ACEF-7DBD4A0172EB}" type="datetimeFigureOut">
              <a:rPr lang="es-MX" smtClean="0"/>
              <a:t>06/03/25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52B9-4CAB-4CC2-A8E9-5AD7649D8A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5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44463" y="390525"/>
            <a:ext cx="7146926" cy="40195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047BDF2-E58C-4F7F-92A9-884591607620}" type="slidenum">
              <a:rPr lang="de-DE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805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883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5C2E-A581-E921-E33A-1FBBB296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61707D-6C37-167B-A7A4-44A87E30F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88D21D-D1E2-EB35-A3F1-A004CC791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439F93-2148-331A-C244-7D042B7CE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5894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4C69-4EBD-E1CE-25C5-C66D4A76A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DBBB89-9492-F5EA-B9E6-EEF47795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F49B42-5BFD-E42D-1696-99B04DB2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E6CBDD-3D01-4B2D-6D3B-CDA1F1DE6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52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FB58-125F-C96F-0735-6838CD8C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CC31489-F47F-ADE8-A2F6-291281050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F8D3B9-0328-C845-F498-DCF4BD904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5EFB54-6CC2-606A-E22F-D3713FE54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3315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0900-2F8A-94B9-1D55-92F4B5AA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4B0D2-8E2B-3874-959A-639863A5F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1D9C4D-D4C7-9AAC-8190-F59490E89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A59AF7-91D8-8E19-59D5-C260FD83C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833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20C7-36AD-F271-74EB-A76FA705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3FBB316-6569-A279-7C56-962D0FAAD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5216FC-B724-87F7-6F26-6770FE10C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A50EC6-73C2-CC28-51A1-C747CB1A0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415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0900-2F8A-94B9-1D55-92F4B5AA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4B0D2-8E2B-3874-959A-639863A5F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1D9C4D-D4C7-9AAC-8190-F59490E89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A59AF7-91D8-8E19-59D5-C260FD83C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833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B473-E959-1B27-ECDE-2BDE6C02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CE5398-0A5C-0F44-AE29-C2F137823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3E4482-1542-27DB-E2CC-132650A30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EBCB9C-294E-CE3C-B461-79B7D9402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2892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890B-9156-ECAD-B1A8-53EB9F25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512D29-565C-5391-FFB3-72E6032F0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5D4B7C-DCD0-30C4-03F1-478882897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BCAA26-8E72-1ECD-5898-87AF70551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098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BDC5-22E1-9F31-C552-24DB801C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643A17-0DA1-8A0F-010A-D855B7DE8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DA38A2-904F-4970-74FC-38D4E19CF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086751-6C07-AE8A-8719-16845F4A5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6740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44B6-19E0-BA28-E910-B59D4419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297834-20DE-50B8-9AD0-44FC49F33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0CED74-582B-CEAC-7FD2-70D5A4146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5BF719-D876-8DC0-9B60-399FF8F68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105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9D2E-05B4-8005-6593-B9665278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BD32CB-9DDD-CBF2-39D3-91E494731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A98400-0A11-D49A-1948-FAD14AACA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757DAE-3FBA-2362-50AF-E88164C0B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007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E0C3-BF05-49A6-549B-AEA5C8D1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543148-5A17-C163-EB21-C7F5CBE75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54FB20-D86C-0183-05C0-41A969B7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A4F1FF-B3E5-5A65-7440-96EEC5D5F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498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4E34-CFCD-0654-0958-798EA783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D12D45-DEE9-81BF-F485-6435C29B5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5E9C90-F590-B829-ED30-B9BCD2B56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87BB6D-A855-3059-9C04-CCFEE059D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1857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5756-CB35-2AC1-C3CE-C2D90D45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284FBD-4758-E420-0D9D-21B064DE1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0CE1F3-7B30-D016-03ED-2346E1E3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F89476-1BCF-7FD6-177F-3515DE629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7313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1BAA-2123-6FFF-5312-19F3222E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63AF27-FDE7-1BBA-B33B-BB3E4DD9A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8DEB51-2B31-5C50-AFA4-D854F913F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D4909-4903-7719-72EA-E9EFAE3EA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5994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1440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4E69-9BF7-FAF5-6990-14C1405A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891F6B-6469-329A-0EA2-D737B001A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E5C11B-FF2B-8871-AED4-08D55440B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272F7A-9DC7-8E8E-A43A-15CED63A5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880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6C07-1507-0525-4B24-C296A494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1BB194-9449-851E-A4FF-AC1E42EDD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9CB4B5-D89D-BE2C-FDAD-BCD4DD942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A8309A-883D-510B-1ABB-131E6F18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786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DD44-D64B-570B-5005-1822025D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2C57B5-CDA6-B6F0-1C59-DC714FDEF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8D04D1-1699-F106-0364-727C593C3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ADB526-0F37-E8ED-F087-F28F3BC4B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8165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269B9-427F-54F1-FC6D-26C09706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2AD8DF-FF35-62AF-4CCD-A0F2C1DE4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B780EC-23EF-373D-3E7A-B25BECCE5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EA0D69-11E8-BFB6-E648-638B0DAF4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357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2FD5-FF98-918E-F46B-538E85BB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32907B-E3AF-750D-4DE4-FFB73AC07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E4FCD1-E3E2-9BEC-3841-2414185BF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690226-3AF4-B175-BA29-448875D79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6995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9F40-43F1-6564-84EE-8D5B3683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7252D8-6CE0-5F2B-72C7-DF84D8086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B9A70E-7416-E0CA-678C-96CF6E2F7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A5F731-E66C-402C-D791-F5BE50D6F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430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891C-32BD-856A-B127-5DA7032B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082337-5FD5-3045-E253-DAFC259E8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76DA2A-F1B2-4DF3-1D7F-2A3F4181E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FB96C9-377A-A001-2904-69917BA0C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50992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1699-B6BD-CD4C-456A-EFD58ECE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DC6672-0067-7F74-DDE7-00BF76055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270F89-7F59-75DA-57D3-FAF1FD5B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4F6093-DB5D-81B5-27D4-111A8153B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1903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5146-D835-87F6-CBA1-F19375E5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E894D6-FE5A-38EA-82E7-D705C56F4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528B36-F689-08D7-4651-80FF0A1C3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9EA14A-B7E5-21CB-835C-20BB8C7EE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85952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0049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00498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A829E-308C-43D1-EC59-926F0E9F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9E9DD4-9E0C-CA15-4E55-07E625790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568D59-357A-58E2-2593-C378E3421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2E7E4-2B13-A664-025D-418A75D50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96947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00498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5C3E-6045-2F42-99E4-7EC7A443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746574-AC36-2D53-CE44-B082585AB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BA4389-4209-3D46-DB0C-1216FCB66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AE0537-4040-CBB8-FBAB-3977468EE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20157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79DC-9A5D-B21B-E339-CE778AAC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E8802E-3B30-F5EE-45F5-51CD8ADBF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7FCE40-3A27-AC94-60EF-995832028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4668AE-BC32-50C1-A809-5A1F45531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7890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9C5F-4996-A4A5-10B1-3FBDFBF3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5E807D-278A-EA5C-98CD-C4DE20869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89F4EC-1C57-2122-C99E-CBB22CD5B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89B8F9-850A-C8EB-36AE-79DEE5ED4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10380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B91F-3F62-D573-3087-45918FCF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1635E1-49C4-9226-CA92-37471C5E2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3DC46A-678A-6910-9538-24169FEA1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8A5800-9513-DDDD-FC2C-8EEF0ECCF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7165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0F6F-A4A9-532B-74BF-DF2A857F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BD3309-7295-056A-8FFB-5E9A0CB4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F1AFC4-BD00-527A-45EC-4EBC0FB93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530E59-D0E2-8A88-6C8D-513CA960B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46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3699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7E22-2C01-6FA5-306D-0D0640B2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EA2CED-E120-D607-CDCD-AF941A0C4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4CD578-107A-EA85-AA65-0ED5E2ACC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420FB4-F370-3440-EE5F-559063FD1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47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41610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7281-63EF-E91E-51CB-96FBA91F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604880-913C-9F88-ABDE-92EB984FC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46E2A9-7FE3-5ABA-E503-DC7FC352C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174D20-DAB0-EEA3-7889-1F01DD638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49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07791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6802-DD68-8D13-2097-0F5723CA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965FD6-B424-756E-C573-1B771489C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3317B2-3273-945C-AF4D-C16A8F71F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C26660-828C-6ADE-E005-80B480D6F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06222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9D3D-6EDD-8E19-D84D-029454D2A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327A0F-FE29-6D1B-0B07-3EBA23190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16EEF9-1DA3-A840-276A-E2593D9BD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3A46DD-FA15-20E4-0945-6DB0E26D4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52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87996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315E-EF2C-E9F6-C16D-0A1431CF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64D5AA-DB07-E19C-2DE9-3A7C7F99D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9B8F1F-C0FA-3EFA-795D-42E7BC01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27062F-BB29-6C4D-A877-5DAEE3676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54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7954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59EE-56D8-7973-2FA9-14E77F01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E5D5E2-53D0-A57D-E05C-4AC58D01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4F3C72-C1ED-65F4-E6D3-C40278DEF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A03823-0C9D-8761-A0AB-782F8CB3A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24581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224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06C0-E8B0-5F9A-DF76-6E7224AD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DF7DC9-8652-79A3-6CD3-EE7C0D566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EB3FEF-0325-BCA4-1B5B-C14D370F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3579C9-346E-5F2F-518C-24FDDF6B7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58923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32349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28E1-BB6C-7E93-FC14-8AE8E80A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6906F6-81BD-DABE-402E-6BE3274C1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3627AC-9937-EE3F-C98D-CAA5856D0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1BD9F3-527C-7F60-F2A0-145741A06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59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8539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96D8F-CC64-B235-2282-6BC04844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6C65DB-D1C5-B110-949A-E511F4925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FDBC41-98B7-00F4-DB17-B7467C3A6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926C31-F7E4-9E8B-630B-9C0082178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1797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0636-8BCD-4A70-A8F1-ED7E6D4C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0DF24F-5DA9-60E4-22C6-603315F96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5D228C-DC40-204C-DCD8-AB4EDD679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301482-18F7-C26C-BF50-B0F319F24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44005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A01F-7C37-2A34-1618-832AEFD1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962AA3-D38A-5727-E841-165A1445E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EAC1AF-BE20-809C-A721-F436ACDA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D6BE9-A1BB-0217-40B7-2A78E9A2B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4455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8A4E-15CE-83B2-2039-B61A203B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97B8488-6532-BC46-345F-0717469DB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BA53EE-47DD-CDD6-4AF9-DD41483DB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3B68EF-4A0A-0B9D-511B-677EBF92C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41617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74A2-3177-E081-3651-5F42B65D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B5A5CF-40DC-2DD7-B66D-CCD91261A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1E097E-43FE-9ADE-0EB1-541B402B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5FFF50-9B8A-DA9A-BF89-CD459968F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66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5630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E6B5-5FB1-708E-DF36-5183414C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CE1BBE-172C-6279-BF83-C6155546A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A24925-6DBE-A4EF-73A7-0DF81E9CA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A63572-889C-7352-E62D-F390C2C9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2876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50AF-4FC4-27E6-9DB9-BB3222EA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AEE4AF-E4D7-4461-6A97-D71272508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AA32E1-2FE4-211A-C548-67E5BC6C4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BD95B9-4348-D099-9861-A1D146141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68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44653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1F19-FA6E-ABBB-70E3-BBC79AAB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1936DF-053F-39B6-0754-5FD11913D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8B992F-9BD1-ECDB-37A9-53807B091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9F1254-EA03-0C0C-B1DD-B72D912A6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69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1066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74A2-3177-E081-3651-5F42B65D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B5A5CF-40DC-2DD7-B66D-CCD91261A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1E097E-43FE-9ADE-0EB1-541B402BB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5FFF50-9B8A-DA9A-BF89-CD459968F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70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5630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A85C-33B0-53CC-7B66-EDBDE16B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EA4FD8-B4CF-FC1E-3AC2-FD842E0D3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7DC95C-3AEA-2476-6B77-5DCDDB34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BEE871-70BA-B26E-E401-326F0E42F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7106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2EEA6-17AC-7105-B0DE-6F0E2266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34185D-12B9-4B17-2F38-64C0BF268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69E300-F793-6648-DE1D-99FD85266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B61133-17F4-D723-C0A9-E16101EA0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662601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B0D0-603B-D85A-E505-0D3C2D17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8C691B-82F4-EC06-A5D7-AE8775415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8AE016-1FF6-E9C4-4199-1C3C90398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BDB19B-76C5-ED27-8454-3C5CE9821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95605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C445-F383-D9F4-974C-F9F0EC7A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8C5E3A-F316-D8AE-3B4B-3E65BE43D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E04BC5-5147-74CF-86F2-0868D236C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38B6E0-DE30-0DA2-BCFD-520AFFF96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6115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0CDB-8073-3A91-5470-E9F84E2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4DD406-9824-397F-BCC9-9B7C9D56E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B63F17-7C4B-54DB-E5EB-98FFA5E89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E45F78-6D6E-C3D0-2C13-1D2A951D7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74577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415F-C48F-FF8E-2C12-6FC4BC20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AB6D1B-DEC7-4123-F5C8-F5945E2C6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099076-CFC0-2F40-CA16-B4E83A1FC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591847-BFE4-B922-9F62-6BFF3F80E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79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38408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9255-7155-4454-4ED4-559300CD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8E282A-D4AC-5528-A7AB-FAE050FE9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31F7C0-D423-2175-970D-8587064DA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D87306-536E-A496-9A35-D2F542D7D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80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09956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55267-D085-03AD-1B73-C5A14787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1BF32C-AF89-C909-D27C-9A12422EA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95BB35-83C7-E1F6-1572-5868ED11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E4CE76-1FD9-A8C9-FEEE-D98F81692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81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96012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4D8E-6E22-EFC2-A1FD-886BD360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7A4BA8-AD14-1A8C-DC9A-EAD54B972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E27150-15B2-9455-8815-DFB2EDEB1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BE648B-779F-2D0C-B739-1234545CE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83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5935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6FAF-A4BD-675E-8AF0-C86971A7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6A18FC-3F17-0746-B22A-DA29D89DC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12D2FD-6F47-1506-BA17-55F869542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98B8E7-0A6B-40F7-C4B8-117D6651A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84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42717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86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34638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88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05340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9C12-C1CE-B6D8-3676-73461836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984307-60FF-144C-9866-3740E2C4E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A5CF7C-BA0F-BF9E-3B7E-AE91C76E0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C09713-D0FE-2544-580C-6485D6EA3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90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17907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618FB1B3-B502-F4F7-E552-50113505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>
            <a:extLst>
              <a:ext uri="{FF2B5EF4-FFF2-40B4-BE49-F238E27FC236}">
                <a16:creationId xmlns:a16="http://schemas.microsoft.com/office/drawing/2014/main" id="{FE1890E1-E4B0-6949-1694-4D8BC0688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9:notes">
            <a:extLst>
              <a:ext uri="{FF2B5EF4-FFF2-40B4-BE49-F238E27FC236}">
                <a16:creationId xmlns:a16="http://schemas.microsoft.com/office/drawing/2014/main" id="{40A755AF-CF3D-E9B6-EB53-1BEAC2F61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628641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8511C783-5D09-76B2-A8ED-891CA22A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>
            <a:extLst>
              <a:ext uri="{FF2B5EF4-FFF2-40B4-BE49-F238E27FC236}">
                <a16:creationId xmlns:a16="http://schemas.microsoft.com/office/drawing/2014/main" id="{563C1532-AF1A-3B8C-F2C7-49A39C7BB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9:notes">
            <a:extLst>
              <a:ext uri="{FF2B5EF4-FFF2-40B4-BE49-F238E27FC236}">
                <a16:creationId xmlns:a16="http://schemas.microsoft.com/office/drawing/2014/main" id="{E8D80D9B-11DF-6A64-BB4C-660188B1A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64124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726E-6008-DBC7-9BB3-08EB3B73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037C23-0BA4-DA90-7D94-05D316C2C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894B75-75BC-80A5-B697-C1145F141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D42E48-02CF-ECA9-DA2C-2357A9F6D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95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43157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D72A-CFFF-AF12-DA2D-4F777A3F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EFC926-65F3-C9AA-F937-54D4DE37B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5652B8-5F9C-0560-1036-C5B47E52A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6A9EF9-B8D7-CEAE-D2B9-7E0016D5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96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02853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B951-B3D1-DEE3-0946-A5059064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6207DA-66F0-64B5-5CBE-592C62B64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559F35-47B3-CAF0-C3F7-ED3EF0C82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7F4A83-AB83-EB98-DF6F-72A6CE6BC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97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53458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0CAE-E50F-5FD3-3E5F-95BE18F8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A4610C-4C26-A247-68AE-D05062F3D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9584D1-B191-B19F-27D5-F7E54444E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42F683-0328-0E59-7E14-A557BDDA1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98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025567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278A-CACF-CD0C-9130-D9ACD9589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7A863C-0290-FDAE-219D-9FBD226C2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3BE9C5-F636-1237-59E5-52EDA9B0C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FDBD46-9E91-6D3C-236D-3A0183CF1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101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76946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A3AD-B348-1070-FFEF-7FF3AEA3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5E5DDB-593B-2B1A-B698-24BE3068E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0B2A92-C7AE-7BCD-10C0-025AF3811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EC93EC-F8B7-C3EE-76DF-57D46F491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102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482629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9F40-43F1-6564-84EE-8D5B3683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7252D8-6CE0-5F2B-72C7-DF84D8086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B9A70E-7416-E0CA-678C-96CF6E2F7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A5F731-E66C-402C-D791-F5BE50D6F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104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4308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891C-32BD-856A-B127-5DA7032B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082337-5FD5-3045-E253-DAFC259E8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76DA2A-F1B2-4DF3-1D7F-2A3F4181E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FB96C9-377A-A001-2904-69917BA0C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105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509925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5C3E-6045-2F42-99E4-7EC7A443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746574-AC36-2D53-CE44-B082585AB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BA4389-4209-3D46-DB0C-1216FCB66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AE0537-4040-CBB8-FBAB-3977468EE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107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201576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9F0A-56BA-2E7D-FB18-3341035D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2BB79E-710D-C63B-3875-09FA35167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946208-4C25-4D56-EF52-4282DCC1F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423776-2146-E6B7-D2DA-66C03ECB7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560471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229F-A5F0-0D5E-71BC-E7862C54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35F777-5BBC-0F7F-8245-69FAB5EA1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664054-9F73-FB1E-B6DD-C6DF1F2B5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2B4967-FD52-0C56-E546-FBDD0E400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79986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53AB-C698-7F81-3BEC-6234574C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C1BEF5-4EB5-1455-2437-1EE1ECC81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0BEC7D-4414-9C9F-07A8-3E927D142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C8D23F-95DC-7913-516D-378F2FA3C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22686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22AF-9E3B-CE47-9DB6-FED0995C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4927A-A184-4653-61E6-639D96712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DB4CCF-3ECD-852D-7B3B-B5C2B657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476CE4-1D39-9795-74FB-980D8A118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81479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96DF-733A-D8FE-D254-ECA24506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4A1304-02A2-B361-4838-89B5DB491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A93C91-6138-4EE0-0B91-6BDD7350F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813780-0397-94F0-A327-CB95B71F2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291309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DEC4-96EC-11BA-DD01-CD9DF718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8C91D6-17D6-B048-9497-7E1C229AF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F9FEAC-A00E-56D2-034D-732DE7217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9B89A5-B31E-96F0-E308-BF55FFAD4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808426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72A8-F0BC-5990-1101-BBC61F25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7DDC06-0B60-22B6-21D5-B53438109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C6E60B-81DF-032D-836F-0D6764860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26E8FC-A2B4-AA50-A97E-F6C908DF7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921715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1F19-FA6E-ABBB-70E3-BBC79AAB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1936DF-053F-39B6-0754-5FD11913D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8B992F-9BD1-ECDB-37A9-53807B091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9F1254-EA03-0C0C-B1DD-B72D912A6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10667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315E-EF2C-E9F6-C16D-0A1431CF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64D5AA-DB07-E19C-2DE9-3A7C7F99D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9B8F1F-C0FA-3EFA-795D-42E7BC01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27062F-BB29-6C4D-A877-5DAEE3676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79544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524E-1CD1-EE2F-A8C6-8D215724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7A0875-FD92-4E79-7933-BB5DA0DF5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DB1D70-EB99-B63A-10F1-160919B6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E8A8F5-7130-3D7E-65EB-2207D8E70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621308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06C0-E8B0-5F9A-DF76-6E7224AD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DF7DC9-8652-79A3-6CD3-EE7C0D566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EB3FEF-0325-BCA4-1B5B-C14D370F8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3579C9-346E-5F2F-518C-24FDDF6B7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589232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28E1-BB6C-7E93-FC14-8AE8E80A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6906F6-81BD-DABE-402E-6BE3274C1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3627AC-9937-EE3F-C98D-CAA5856D0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1BD9F3-527C-7F60-F2A0-145741A06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85391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A9F40-43F1-6564-84EE-8D5B3683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7252D8-6CE0-5F2B-72C7-DF84D8086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B9A70E-7416-E0CA-678C-96CF6E2F7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A5F731-E66C-402C-D791-F5BE50D6F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43089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1699-B6BD-CD4C-456A-EFD58ECE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DC6672-0067-7F74-DDE7-00BF76055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270F89-7F59-75DA-57D3-FAF1FD5B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4F6093-DB5D-81B5-27D4-111A8153B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pPr/>
              <a:t>133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19036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C445-F383-D9F4-974C-F9F0EC7A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8C5E3A-F316-D8AE-3B4B-3E65BE43D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E04BC5-5147-74CF-86F2-0868D236C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38B6E0-DE30-0DA2-BCFD-520AFFF96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A52B9-4CAB-4CC2-A8E9-5AD7649D8AC3}" type="slidenum">
              <a:rPr lang="es-MX" smtClean="0"/>
              <a:t>143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6115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CO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03141d252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303141d252_0_68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303141d252_0_68:notes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172</a:t>
            </a:fld>
            <a:endParaRPr lang="es-MX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2666A2D-B060-6D85-2FC9-4A01E470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03141d252_0_68:notes">
            <a:extLst>
              <a:ext uri="{FF2B5EF4-FFF2-40B4-BE49-F238E27FC236}">
                <a16:creationId xmlns:a16="http://schemas.microsoft.com/office/drawing/2014/main" id="{997CDE9D-606D-49D6-7D15-4777108EA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303141d252_0_68:notes">
            <a:extLst>
              <a:ext uri="{FF2B5EF4-FFF2-40B4-BE49-F238E27FC236}">
                <a16:creationId xmlns:a16="http://schemas.microsoft.com/office/drawing/2014/main" id="{ED251B3F-751F-3940-19CE-79A3E3808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303141d252_0_68:notes">
            <a:extLst>
              <a:ext uri="{FF2B5EF4-FFF2-40B4-BE49-F238E27FC236}">
                <a16:creationId xmlns:a16="http://schemas.microsoft.com/office/drawing/2014/main" id="{5150C890-2487-532B-15F8-DD88093A32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173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776224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MX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MX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3952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503868" y="1620000"/>
            <a:ext cx="11183565" cy="47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7332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1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MX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reline - Portal de Empleos para Programadores y TI">
            <a:extLst>
              <a:ext uri="{FF2B5EF4-FFF2-40B4-BE49-F238E27FC236}">
                <a16:creationId xmlns:a16="http://schemas.microsoft.com/office/drawing/2014/main" id="{C6F7BA26-7EBD-B600-4680-ACBFD4228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" y="16763"/>
            <a:ext cx="12188826" cy="685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gray">
          <a:xfrm>
            <a:off x="852137" y="183407"/>
            <a:ext cx="10507218" cy="2210473"/>
          </a:xfrm>
          <a:prstGeom prst="rect">
            <a:avLst/>
          </a:prstGeom>
          <a:solidFill>
            <a:schemeClr val="tx1">
              <a:lumMod val="95000"/>
              <a:alpha val="52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89977" tIns="71981" rIns="89977" bIns="71981" anchor="ctr"/>
          <a:lstStyle/>
          <a:p>
            <a:pPr algn="ctr">
              <a:spcBef>
                <a:spcPct val="50000"/>
              </a:spcBef>
              <a:buClr>
                <a:srgbClr val="F0AB00"/>
              </a:buClr>
              <a:buSzPct val="80000"/>
              <a:defRPr/>
            </a:pPr>
            <a:endParaRPr lang="en-US" sz="1799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 8"/>
          <p:cNvSpPr/>
          <p:nvPr/>
        </p:nvSpPr>
        <p:spPr bwMode="gray">
          <a:xfrm>
            <a:off x="832645" y="894"/>
            <a:ext cx="10526712" cy="18251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89977" tIns="71981" rIns="89977" bIns="71981" anchor="ctr"/>
          <a:lstStyle/>
          <a:p>
            <a:pPr algn="ctr">
              <a:spcBef>
                <a:spcPct val="50000"/>
              </a:spcBef>
              <a:buClr>
                <a:srgbClr val="F0AB00"/>
              </a:buClr>
              <a:buSzPct val="80000"/>
              <a:defRPr/>
            </a:pPr>
            <a:endParaRPr lang="en-US" sz="1600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2768" y="619651"/>
            <a:ext cx="9183173" cy="923090"/>
          </a:xfrm>
        </p:spPr>
        <p:txBody>
          <a:bodyPr/>
          <a:lstStyle/>
          <a:p>
            <a:pPr algn="l" eaLnBrk="1" hangingPunct="1">
              <a:defRPr/>
            </a:pPr>
            <a:r>
              <a:rPr lang="es-ES">
                <a:solidFill>
                  <a:schemeClr val="bg1">
                    <a:lumMod val="90000"/>
                    <a:lumOff val="10000"/>
                  </a:schemeClr>
                </a:solidFill>
                <a:latin typeface="Calibri" panose="020F0502020204030204" pitchFamily="34" charset="0"/>
              </a:rPr>
              <a:t>MAVI</a:t>
            </a:r>
            <a:endParaRPr lang="en-US" i="1">
              <a:solidFill>
                <a:schemeClr val="bg1">
                  <a:lumMod val="90000"/>
                  <a:lumOff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gray">
          <a:xfrm>
            <a:off x="2726616" y="5936597"/>
            <a:ext cx="2886910" cy="737996"/>
          </a:xfrm>
          <a:prstGeom prst="rect">
            <a:avLst/>
          </a:prstGeom>
        </p:spPr>
        <p:txBody>
          <a:bodyPr lIns="0" tIns="0" rIns="0" bIns="0" anchor="ctr"/>
          <a:lstStyle/>
          <a:p>
            <a:pPr>
              <a:defRPr/>
            </a:pPr>
            <a:endParaRPr lang="en-US" sz="3599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AutoShape 4" descr="https://partneredge.sap.com/content/dam/partnerexperience/images/partnership/marketing/image_library/108351534_low.jpg"/>
          <p:cNvSpPr>
            <a:spLocks noChangeAspect="1" noChangeArrowheads="1"/>
          </p:cNvSpPr>
          <p:nvPr/>
        </p:nvSpPr>
        <p:spPr bwMode="auto">
          <a:xfrm>
            <a:off x="1588674" y="-135597"/>
            <a:ext cx="304721" cy="30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s-MX" sz="1799"/>
          </a:p>
        </p:txBody>
      </p:sp>
      <p:pic>
        <p:nvPicPr>
          <p:cNvPr id="23" name="object 4">
            <a:extLst>
              <a:ext uri="{FF2B5EF4-FFF2-40B4-BE49-F238E27FC236}">
                <a16:creationId xmlns:a16="http://schemas.microsoft.com/office/drawing/2014/main" id="{DF72F26D-73A1-49B4-AF82-CC389E9BFE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644" y="2253650"/>
            <a:ext cx="8633609" cy="45707"/>
          </a:xfrm>
          <a:prstGeom prst="rect">
            <a:avLst/>
          </a:prstGeom>
        </p:spPr>
      </p:pic>
      <p:sp>
        <p:nvSpPr>
          <p:cNvPr id="4" name="Título 11">
            <a:extLst>
              <a:ext uri="{FF2B5EF4-FFF2-40B4-BE49-F238E27FC236}">
                <a16:creationId xmlns:a16="http://schemas.microsoft.com/office/drawing/2014/main" id="{A7578406-6F78-BE76-83F0-866682A28477}"/>
              </a:ext>
            </a:extLst>
          </p:cNvPr>
          <p:cNvSpPr txBox="1">
            <a:spLocks/>
          </p:cNvSpPr>
          <p:nvPr/>
        </p:nvSpPr>
        <p:spPr bwMode="black">
          <a:xfrm>
            <a:off x="2963917" y="183408"/>
            <a:ext cx="8375946" cy="161043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 defTabSz="1088558" rtl="0" eaLnBrk="1" latinLnBrk="0" hangingPunct="1">
              <a:spcBef>
                <a:spcPct val="0"/>
              </a:spcBef>
              <a:buNone/>
              <a:defRPr sz="60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799">
                <a:solidFill>
                  <a:schemeClr val="bg1"/>
                </a:solidFill>
                <a:latin typeface="Century Gothic" panose="020B0502020202020204" pitchFamily="34" charset="0"/>
                <a:ea typeface="Yu Gothic UI Semilight" panose="020B0400000000000000" pitchFamily="34" charset="-128"/>
                <a:cs typeface="Arial" panose="020B0604020202020204" pitchFamily="34" charset="0"/>
              </a:rPr>
              <a:t>Proyecto</a:t>
            </a:r>
            <a:r>
              <a:rPr lang="es-MX" sz="3999"/>
              <a:t> </a:t>
            </a:r>
            <a:r>
              <a:rPr lang="es-MX" sz="2799">
                <a:solidFill>
                  <a:schemeClr val="bg1"/>
                </a:solidFill>
                <a:latin typeface="Century Gothic" panose="020B0502020202020204" pitchFamily="34" charset="0"/>
                <a:ea typeface="Yu Gothic UI Semilight" panose="020B0400000000000000" pitchFamily="34" charset="-128"/>
                <a:cs typeface="Arial" panose="020B0604020202020204" pitchFamily="34" charset="0"/>
              </a:rPr>
              <a:t>SAP 4HANA </a:t>
            </a:r>
          </a:p>
          <a:p>
            <a:r>
              <a:rPr lang="es-MX" sz="2000">
                <a:solidFill>
                  <a:schemeClr val="bg1"/>
                </a:solidFill>
                <a:latin typeface="Century Gothic" panose="020B0502020202020204" pitchFamily="34" charset="0"/>
                <a:ea typeface="Yu Gothic UI Semilight" panose="020B0400000000000000" pitchFamily="34" charset="-128"/>
                <a:cs typeface="Arial" panose="020B0604020202020204" pitchFamily="34" charset="0"/>
              </a:rPr>
              <a:t>(POS/Crédito)</a:t>
            </a:r>
            <a:br>
              <a:rPr lang="es-MX" sz="2799">
                <a:latin typeface="Century Gothic" panose="020B0502020202020204" pitchFamily="34" charset="0"/>
                <a:ea typeface="Yu Gothic UI Semilight" panose="020B0400000000000000" pitchFamily="34" charset="-128"/>
                <a:cs typeface="Arial" panose="020B0604020202020204" pitchFamily="34" charset="0"/>
              </a:rPr>
            </a:br>
            <a:r>
              <a:rPr lang="es-MX" sz="1600">
                <a:solidFill>
                  <a:schemeClr val="bg1"/>
                </a:solidFill>
                <a:latin typeface="Century Gothic" panose="020B0502020202020204" pitchFamily="34" charset="0"/>
                <a:ea typeface="Yu Gothic UI Semilight" panose="020B0400000000000000" pitchFamily="34" charset="-128"/>
                <a:cs typeface="Arial" panose="020B0604020202020204" pitchFamily="34" charset="0"/>
              </a:rPr>
              <a:t>Febrero – 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87CC91-6DDA-4442-FEF9-B597FB617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7155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888473" cy="3299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Devolución/Reverso</a:t>
            </a:r>
          </a:p>
        </p:txBody>
      </p:sp>
    </p:spTree>
    <p:extLst>
      <p:ext uri="{BB962C8B-B14F-4D97-AF65-F5344CB8AC3E}">
        <p14:creationId xmlns:p14="http://schemas.microsoft.com/office/powerpoint/2010/main" val="44987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/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142801" y="1221367"/>
            <a:ext cx="1992516" cy="55161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849DA4-9F37-28D3-B4B3-AD73A607138D}"/>
              </a:ext>
            </a:extLst>
          </p:cNvPr>
          <p:cNvSpPr/>
          <p:nvPr/>
        </p:nvSpPr>
        <p:spPr>
          <a:xfrm>
            <a:off x="6077548" y="1221367"/>
            <a:ext cx="1167431" cy="55161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7380403" y="1221367"/>
            <a:ext cx="4658638" cy="55161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A1B44D-BB0D-9AD9-51B9-A0A4253D4BE1}"/>
              </a:ext>
            </a:extLst>
          </p:cNvPr>
          <p:cNvSpPr/>
          <p:nvPr/>
        </p:nvSpPr>
        <p:spPr>
          <a:xfrm>
            <a:off x="2229268" y="1221367"/>
            <a:ext cx="1665259" cy="55161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43B74D-7ECB-C294-89DF-7823F18EF4F5}"/>
              </a:ext>
            </a:extLst>
          </p:cNvPr>
          <p:cNvSpPr/>
          <p:nvPr/>
        </p:nvSpPr>
        <p:spPr>
          <a:xfrm>
            <a:off x="383365" y="2004531"/>
            <a:ext cx="141473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521E4BB-60B7-7BD1-E27B-FB6B5EE6E937}"/>
              </a:ext>
            </a:extLst>
          </p:cNvPr>
          <p:cNvSpPr txBox="1"/>
          <p:nvPr/>
        </p:nvSpPr>
        <p:spPr>
          <a:xfrm>
            <a:off x="4649230" y="441088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7FB149E-E7A8-2A88-F35F-1B45F28EC585}"/>
              </a:ext>
            </a:extLst>
          </p:cNvPr>
          <p:cNvSpPr txBox="1"/>
          <p:nvPr/>
        </p:nvSpPr>
        <p:spPr>
          <a:xfrm>
            <a:off x="4649230" y="264101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616B05C-ECB5-5878-BF8D-030C05B05840}"/>
              </a:ext>
            </a:extLst>
          </p:cNvPr>
          <p:cNvSpPr txBox="1"/>
          <p:nvPr/>
        </p:nvSpPr>
        <p:spPr>
          <a:xfrm>
            <a:off x="4649230" y="3884343"/>
            <a:ext cx="1080000" cy="33120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9453E12D-9520-969F-80F0-161436BCD165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1798096" y="2287312"/>
            <a:ext cx="2851134" cy="2289176"/>
          </a:xfrm>
          <a:prstGeom prst="bentConnector3">
            <a:avLst>
              <a:gd name="adj1" fmla="val 867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12">
            <a:extLst>
              <a:ext uri="{FF2B5EF4-FFF2-40B4-BE49-F238E27FC236}">
                <a16:creationId xmlns:a16="http://schemas.microsoft.com/office/drawing/2014/main" id="{FBDDCAB3-3829-AB4A-2E55-6AECA04D359E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1798096" y="2287312"/>
            <a:ext cx="2851134" cy="1762631"/>
          </a:xfrm>
          <a:prstGeom prst="bentConnector3">
            <a:avLst>
              <a:gd name="adj1" fmla="val 864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6077548" y="891586"/>
            <a:ext cx="5961492" cy="25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2ED28A75-9D5F-9EFE-A1ED-9A78D95F5A12}"/>
              </a:ext>
            </a:extLst>
          </p:cNvPr>
          <p:cNvSpPr/>
          <p:nvPr/>
        </p:nvSpPr>
        <p:spPr>
          <a:xfrm>
            <a:off x="7874704" y="2585681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A28BA52-1B46-7BB9-3F25-CBD5C9B2DFAF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 flipV="1">
            <a:off x="5729230" y="2801681"/>
            <a:ext cx="2145474" cy="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4447AE32-9230-95F7-B5E2-1FEAD83E6982}"/>
              </a:ext>
            </a:extLst>
          </p:cNvPr>
          <p:cNvCxnSpPr>
            <a:cxnSpLocks/>
            <a:stCxn id="29" idx="3"/>
            <a:endCxn id="98" idx="1"/>
          </p:cNvCxnSpPr>
          <p:nvPr/>
        </p:nvCxnSpPr>
        <p:spPr>
          <a:xfrm>
            <a:off x="5729230" y="4049943"/>
            <a:ext cx="2145474" cy="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ángulo 97">
            <a:extLst>
              <a:ext uri="{FF2B5EF4-FFF2-40B4-BE49-F238E27FC236}">
                <a16:creationId xmlns:a16="http://schemas.microsoft.com/office/drawing/2014/main" id="{3539BDCC-882D-BE28-FADE-8349B824C2E3}"/>
              </a:ext>
            </a:extLst>
          </p:cNvPr>
          <p:cNvSpPr/>
          <p:nvPr/>
        </p:nvSpPr>
        <p:spPr>
          <a:xfrm>
            <a:off x="7874704" y="3841811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142800" y="891586"/>
            <a:ext cx="1992516" cy="25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69609342-F163-0B55-F37C-F5DB9DFD5EDD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798096" y="2287312"/>
            <a:ext cx="2851134" cy="519303"/>
          </a:xfrm>
          <a:prstGeom prst="bentConnector3">
            <a:avLst>
              <a:gd name="adj1" fmla="val 86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24441" y="323577"/>
            <a:ext cx="515310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</a:t>
            </a:r>
            <a:r>
              <a:rPr lang="es-MX" sz="2000" b="1" spc="-1" err="1">
                <a:latin typeface="Arial Nova" panose="020B0504020202020204" pitchFamily="34" charset="0"/>
              </a:rPr>
              <a:t>Credilanas</a:t>
            </a:r>
            <a:r>
              <a:rPr lang="es-MX" sz="2000" b="1" spc="-1">
                <a:latin typeface="Arial Nova" panose="020B0504020202020204" pitchFamily="34" charset="0"/>
              </a:rPr>
              <a:t>: Efectivo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AA02F9A-48AD-C6A3-47C7-0F23AF4C369A}"/>
              </a:ext>
            </a:extLst>
          </p:cNvPr>
          <p:cNvSpPr/>
          <p:nvPr/>
        </p:nvSpPr>
        <p:spPr>
          <a:xfrm>
            <a:off x="10742454" y="6251117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cxnSp>
        <p:nvCxnSpPr>
          <p:cNvPr id="37" name="Conector: angular 12">
            <a:extLst>
              <a:ext uri="{FF2B5EF4-FFF2-40B4-BE49-F238E27FC236}">
                <a16:creationId xmlns:a16="http://schemas.microsoft.com/office/drawing/2014/main" id="{2246EF8D-99CD-1F7D-1966-8D44DEC5608E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 flipV="1">
            <a:off x="3290683" y="6457476"/>
            <a:ext cx="6361151" cy="3475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3BB1FE83-964B-57F3-B1E0-60C194FBA4B0}"/>
              </a:ext>
            </a:extLst>
          </p:cNvPr>
          <p:cNvSpPr txBox="1"/>
          <p:nvPr/>
        </p:nvSpPr>
        <p:spPr>
          <a:xfrm>
            <a:off x="9651834" y="6277476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C124F668-F60F-1619-2192-018E2A85F8AC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 flipV="1">
            <a:off x="10524525" y="6457440"/>
            <a:ext cx="269510" cy="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58E65722-3973-8834-F11B-F22F9D9EDCB7}"/>
              </a:ext>
            </a:extLst>
          </p:cNvPr>
          <p:cNvSpPr/>
          <p:nvPr/>
        </p:nvSpPr>
        <p:spPr>
          <a:xfrm>
            <a:off x="10686408" y="4770780"/>
            <a:ext cx="1260202" cy="34546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E5CF9D4C-0D31-F886-2E6A-A614346A1D15}"/>
              </a:ext>
            </a:extLst>
          </p:cNvPr>
          <p:cNvSpPr/>
          <p:nvPr/>
        </p:nvSpPr>
        <p:spPr>
          <a:xfrm>
            <a:off x="10622797" y="5237289"/>
            <a:ext cx="1260202" cy="32862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7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DFAEF698-8770-754E-B8AC-1D368308E2E0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>
            <a:off x="5729230" y="4576488"/>
            <a:ext cx="5000361" cy="367023"/>
          </a:xfrm>
          <a:prstGeom prst="bentConnector3">
            <a:avLst>
              <a:gd name="adj1" fmla="val 84824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78454F2C-F0AB-2E16-F03F-3F7F9C45032B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5729230" y="4576488"/>
            <a:ext cx="4934645" cy="825113"/>
          </a:xfrm>
          <a:prstGeom prst="bentConnector3">
            <a:avLst>
              <a:gd name="adj1" fmla="val 85771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A8C835FD-FBCE-4457-9364-B903D5AE2D21}"/>
              </a:ext>
            </a:extLst>
          </p:cNvPr>
          <p:cNvSpPr txBox="1"/>
          <p:nvPr/>
        </p:nvSpPr>
        <p:spPr>
          <a:xfrm>
            <a:off x="6263928" y="4869593"/>
            <a:ext cx="827988" cy="2567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PV01_EN01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CC64E9-52BA-C3BC-08DD-4B099C867D77}"/>
              </a:ext>
            </a:extLst>
          </p:cNvPr>
          <p:cNvSpPr/>
          <p:nvPr/>
        </p:nvSpPr>
        <p:spPr>
          <a:xfrm>
            <a:off x="8421557" y="4840067"/>
            <a:ext cx="1116000" cy="3348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D5725DD-B366-6498-E0A4-029E3A7DCDBD}"/>
              </a:ext>
            </a:extLst>
          </p:cNvPr>
          <p:cNvCxnSpPr>
            <a:cxnSpLocks/>
            <a:stCxn id="4" idx="3"/>
            <a:endCxn id="34" idx="1"/>
          </p:cNvCxnSpPr>
          <p:nvPr/>
        </p:nvCxnSpPr>
        <p:spPr>
          <a:xfrm>
            <a:off x="7091916" y="4997943"/>
            <a:ext cx="531624" cy="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E7DFD576-F309-FE87-FB7C-0D468CB319B0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1798096" y="2287312"/>
            <a:ext cx="4465832" cy="2710631"/>
          </a:xfrm>
          <a:prstGeom prst="bentConnector3">
            <a:avLst>
              <a:gd name="adj1" fmla="val 553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4D6824C-1AA5-273A-0F12-3A6AED5F5BA3}"/>
              </a:ext>
            </a:extLst>
          </p:cNvPr>
          <p:cNvSpPr/>
          <p:nvPr/>
        </p:nvSpPr>
        <p:spPr>
          <a:xfrm>
            <a:off x="7874704" y="3095454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073A44C-4B29-210C-D605-2ED501EB3A1C}"/>
              </a:ext>
            </a:extLst>
          </p:cNvPr>
          <p:cNvSpPr txBox="1"/>
          <p:nvPr/>
        </p:nvSpPr>
        <p:spPr>
          <a:xfrm>
            <a:off x="4649230" y="316378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B330CC4-45BF-908C-29B5-1A6C3B51D2B6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5729230" y="3311454"/>
            <a:ext cx="2145474" cy="1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B386FC9-0008-08B3-596E-6975DF2C352C}"/>
              </a:ext>
            </a:extLst>
          </p:cNvPr>
          <p:cNvSpPr txBox="1"/>
          <p:nvPr/>
        </p:nvSpPr>
        <p:spPr>
          <a:xfrm>
            <a:off x="194771" y="398641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E532EA98-1F99-B00B-10CE-0AA17118BAD2}"/>
              </a:ext>
            </a:extLst>
          </p:cNvPr>
          <p:cNvSpPr/>
          <p:nvPr/>
        </p:nvSpPr>
        <p:spPr>
          <a:xfrm>
            <a:off x="595322" y="3148923"/>
            <a:ext cx="991795" cy="52074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: angular 12">
            <a:extLst>
              <a:ext uri="{FF2B5EF4-FFF2-40B4-BE49-F238E27FC236}">
                <a16:creationId xmlns:a16="http://schemas.microsoft.com/office/drawing/2014/main" id="{8EE09382-D0B5-04A5-3D3D-D7B2549813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1798096" y="2287312"/>
            <a:ext cx="2851134" cy="1042072"/>
          </a:xfrm>
          <a:prstGeom prst="bentConnector3">
            <a:avLst>
              <a:gd name="adj1" fmla="val 86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12">
            <a:extLst>
              <a:ext uri="{FF2B5EF4-FFF2-40B4-BE49-F238E27FC236}">
                <a16:creationId xmlns:a16="http://schemas.microsoft.com/office/drawing/2014/main" id="{36E817ED-123B-6009-1335-9089DFA41386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16200000" flipH="1">
            <a:off x="801560" y="2859263"/>
            <a:ext cx="578830" cy="4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AE5B07-255F-3363-E932-03E51D14784E}"/>
              </a:ext>
            </a:extLst>
          </p:cNvPr>
          <p:cNvSpPr/>
          <p:nvPr/>
        </p:nvSpPr>
        <p:spPr>
          <a:xfrm>
            <a:off x="4029951" y="1221367"/>
            <a:ext cx="1912173" cy="55161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A1121B-41B2-3D11-89F3-67A5D32CEC5C}"/>
              </a:ext>
            </a:extLst>
          </p:cNvPr>
          <p:cNvSpPr txBox="1"/>
          <p:nvPr/>
        </p:nvSpPr>
        <p:spPr>
          <a:xfrm>
            <a:off x="2801928" y="5764384"/>
            <a:ext cx="867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C83A91-E092-78DF-ABA6-AFED8D486FC7}"/>
              </a:ext>
            </a:extLst>
          </p:cNvPr>
          <p:cNvSpPr txBox="1"/>
          <p:nvPr/>
        </p:nvSpPr>
        <p:spPr>
          <a:xfrm>
            <a:off x="4021633" y="886781"/>
            <a:ext cx="1920491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DEBA1CD-AD83-092A-3694-DEA6805D8B8B}"/>
              </a:ext>
            </a:extLst>
          </p:cNvPr>
          <p:cNvSpPr txBox="1"/>
          <p:nvPr/>
        </p:nvSpPr>
        <p:spPr>
          <a:xfrm>
            <a:off x="2226568" y="891586"/>
            <a:ext cx="1671717" cy="252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C18086-EC90-AEBB-05F1-594C8E121831}"/>
              </a:ext>
            </a:extLst>
          </p:cNvPr>
          <p:cNvSpPr txBox="1"/>
          <p:nvPr/>
        </p:nvSpPr>
        <p:spPr>
          <a:xfrm>
            <a:off x="152960" y="144820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C3FB239-EDCD-EE84-E009-61984E813282}"/>
              </a:ext>
            </a:extLst>
          </p:cNvPr>
          <p:cNvSpPr/>
          <p:nvPr/>
        </p:nvSpPr>
        <p:spPr>
          <a:xfrm>
            <a:off x="2313174" y="6298951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196DD7FE-D7BF-8DAB-2BB0-DED25512C90B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798096" y="2287312"/>
            <a:ext cx="1003833" cy="40116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2C0CA2C-6159-BE85-A4F0-8656C0A8F1C4}"/>
              </a:ext>
            </a:extLst>
          </p:cNvPr>
          <p:cNvSpPr/>
          <p:nvPr/>
        </p:nvSpPr>
        <p:spPr>
          <a:xfrm>
            <a:off x="7874704" y="1557610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0EF30CF-949C-FD29-90B8-947210BD0FE8}"/>
              </a:ext>
            </a:extLst>
          </p:cNvPr>
          <p:cNvSpPr/>
          <p:nvPr/>
        </p:nvSpPr>
        <p:spPr>
          <a:xfrm>
            <a:off x="7874704" y="2078782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71611C4-6E83-9BFC-934C-7AAC8306003C}"/>
              </a:ext>
            </a:extLst>
          </p:cNvPr>
          <p:cNvSpPr txBox="1"/>
          <p:nvPr/>
        </p:nvSpPr>
        <p:spPr>
          <a:xfrm>
            <a:off x="4649230" y="161106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70E37B2-53F3-E04B-2FB5-D70B9BBFDE46}"/>
              </a:ext>
            </a:extLst>
          </p:cNvPr>
          <p:cNvSpPr txBox="1"/>
          <p:nvPr/>
        </p:nvSpPr>
        <p:spPr>
          <a:xfrm>
            <a:off x="4649230" y="212304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27395946-44C8-247A-AAAA-E663C9D2D9F6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>
            <a:off x="1798096" y="2287312"/>
            <a:ext cx="2851134" cy="13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A2557A53-FAA2-FA1E-F26D-F26988B1CF61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798096" y="1776665"/>
            <a:ext cx="2851134" cy="510647"/>
          </a:xfrm>
          <a:prstGeom prst="bentConnector3">
            <a:avLst>
              <a:gd name="adj1" fmla="val 86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AFBF3F1D-11D1-18B2-0738-73801C0E7914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 flipV="1">
            <a:off x="5729230" y="1773610"/>
            <a:ext cx="2145474" cy="30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angular 98">
            <a:extLst>
              <a:ext uri="{FF2B5EF4-FFF2-40B4-BE49-F238E27FC236}">
                <a16:creationId xmlns:a16="http://schemas.microsoft.com/office/drawing/2014/main" id="{12AE0C38-77F3-D2DB-3150-56831638ED2D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729230" y="2288641"/>
            <a:ext cx="2145474" cy="61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FA41823-5291-2D8F-3E64-9877AEDB6DC9}"/>
              </a:ext>
            </a:extLst>
          </p:cNvPr>
          <p:cNvSpPr/>
          <p:nvPr/>
        </p:nvSpPr>
        <p:spPr>
          <a:xfrm>
            <a:off x="7874704" y="5843400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Recolección de datos para impresión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6077B31-5640-D804-8C2D-C7BF5E6A13B7}"/>
              </a:ext>
            </a:extLst>
          </p:cNvPr>
          <p:cNvSpPr txBox="1"/>
          <p:nvPr/>
        </p:nvSpPr>
        <p:spPr>
          <a:xfrm>
            <a:off x="4646180" y="589431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N-SD-CON-04</a:t>
            </a:r>
          </a:p>
        </p:txBody>
      </p: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E0DC7F4B-2CE4-D4A8-BAB8-2694236AFD8E}"/>
              </a:ext>
            </a:extLst>
          </p:cNvPr>
          <p:cNvCxnSpPr>
            <a:stCxn id="35" idx="3"/>
            <a:endCxn id="30" idx="1"/>
          </p:cNvCxnSpPr>
          <p:nvPr/>
        </p:nvCxnSpPr>
        <p:spPr>
          <a:xfrm flipV="1">
            <a:off x="5726180" y="6059400"/>
            <a:ext cx="2148524" cy="5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E5E19B65-00A2-ECBF-6C05-06710902D960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1798096" y="2287312"/>
            <a:ext cx="2848084" cy="3772602"/>
          </a:xfrm>
          <a:prstGeom prst="bentConnector3">
            <a:avLst>
              <a:gd name="adj1" fmla="val 8695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CuadroTexto 118">
            <a:extLst>
              <a:ext uri="{FF2B5EF4-FFF2-40B4-BE49-F238E27FC236}">
                <a16:creationId xmlns:a16="http://schemas.microsoft.com/office/drawing/2014/main" id="{13B5E83C-22D7-96AA-EDF6-7A62789A1B00}"/>
              </a:ext>
            </a:extLst>
          </p:cNvPr>
          <p:cNvSpPr txBox="1"/>
          <p:nvPr/>
        </p:nvSpPr>
        <p:spPr>
          <a:xfrm>
            <a:off x="9705630" y="5883364"/>
            <a:ext cx="10001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   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691AA738-F6F2-BE3C-8744-25E2394334C9}"/>
              </a:ext>
            </a:extLst>
          </p:cNvPr>
          <p:cNvCxnSpPr>
            <a:cxnSpLocks/>
            <a:stCxn id="40" idx="1"/>
            <a:endCxn id="30" idx="3"/>
          </p:cNvCxnSpPr>
          <p:nvPr/>
        </p:nvCxnSpPr>
        <p:spPr>
          <a:xfrm flipH="1" flipV="1">
            <a:off x="8990704" y="6059400"/>
            <a:ext cx="714926" cy="3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1470752-3C5F-21E2-BAA6-7EF9E2514884}"/>
              </a:ext>
            </a:extLst>
          </p:cNvPr>
          <p:cNvSpPr txBox="1"/>
          <p:nvPr/>
        </p:nvSpPr>
        <p:spPr>
          <a:xfrm>
            <a:off x="7623540" y="4875029"/>
            <a:ext cx="566896" cy="2567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EN01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8CA422BA-F5C8-E3D5-108F-F4D542C4EDC9}"/>
              </a:ext>
            </a:extLst>
          </p:cNvPr>
          <p:cNvCxnSpPr>
            <a:cxnSpLocks/>
            <a:stCxn id="34" idx="3"/>
            <a:endCxn id="8" idx="1"/>
          </p:cNvCxnSpPr>
          <p:nvPr/>
        </p:nvCxnSpPr>
        <p:spPr>
          <a:xfrm>
            <a:off x="8190436" y="5003379"/>
            <a:ext cx="231121" cy="4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F95B5CA-4A35-2D16-F7E6-B8ECB2BBF2E9}"/>
              </a:ext>
            </a:extLst>
          </p:cNvPr>
          <p:cNvSpPr txBox="1"/>
          <p:nvPr/>
        </p:nvSpPr>
        <p:spPr>
          <a:xfrm>
            <a:off x="9450920" y="3894313"/>
            <a:ext cx="834803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249783" y="3678873"/>
            <a:ext cx="1738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actualiza en asiento contable el folio, fecha u otros campos del Credilana</a:t>
            </a:r>
          </a:p>
          <a:p>
            <a:r>
              <a:rPr lang="es-ES_tradnl" sz="800">
                <a:latin typeface="Arial Nova" panose="020B0504020202020204" pitchFamily="34" charset="0"/>
              </a:rPr>
              <a:t>*Se actualiza campo asignación con el folio de la N Crédito creada en S4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BA80CEA-0A95-6C2F-DFC6-8B5705243923}"/>
              </a:ext>
            </a:extLst>
          </p:cNvPr>
          <p:cNvSpPr/>
          <p:nvPr/>
        </p:nvSpPr>
        <p:spPr>
          <a:xfrm>
            <a:off x="7874704" y="5308497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ND Aumento de Monedero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65DE3DD-1271-112B-D5BD-FEF0BB65235D}"/>
              </a:ext>
            </a:extLst>
          </p:cNvPr>
          <p:cNvSpPr txBox="1"/>
          <p:nvPr/>
        </p:nvSpPr>
        <p:spPr>
          <a:xfrm>
            <a:off x="4651905" y="5314950"/>
            <a:ext cx="1080000" cy="38452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SD32</a:t>
            </a:r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C608EF41-1CCD-A7DF-7146-4BA82057928A}"/>
              </a:ext>
            </a:extLst>
          </p:cNvPr>
          <p:cNvCxnSpPr>
            <a:stCxn id="95" idx="3"/>
            <a:endCxn id="57" idx="1"/>
          </p:cNvCxnSpPr>
          <p:nvPr/>
        </p:nvCxnSpPr>
        <p:spPr>
          <a:xfrm>
            <a:off x="5731905" y="5507213"/>
            <a:ext cx="2142799" cy="15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EEEE2983-DA99-47BC-386A-1ACEF30B7666}"/>
              </a:ext>
            </a:extLst>
          </p:cNvPr>
          <p:cNvCxnSpPr>
            <a:stCxn id="17" idx="3"/>
            <a:endCxn id="95" idx="1"/>
          </p:cNvCxnSpPr>
          <p:nvPr/>
        </p:nvCxnSpPr>
        <p:spPr>
          <a:xfrm>
            <a:off x="1798096" y="2287312"/>
            <a:ext cx="2853809" cy="3219901"/>
          </a:xfrm>
          <a:prstGeom prst="bentConnector3">
            <a:avLst>
              <a:gd name="adj1" fmla="val 863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0AFF5A98-B79B-FA9F-640B-420313BAB218}"/>
              </a:ext>
            </a:extLst>
          </p:cNvPr>
          <p:cNvSpPr txBox="1"/>
          <p:nvPr/>
        </p:nvSpPr>
        <p:spPr>
          <a:xfrm>
            <a:off x="7787747" y="4236147"/>
            <a:ext cx="178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00">
                <a:latin typeface="Arial Nova" panose="020B0504020202020204" pitchFamily="34" charset="0"/>
              </a:rPr>
              <a:t>*</a:t>
            </a:r>
            <a:r>
              <a:rPr lang="es-ES_tradnl" sz="700">
                <a:latin typeface="Arial Nova" panose="020B0504020202020204" pitchFamily="34" charset="0"/>
              </a:rPr>
              <a:t>I</a:t>
            </a:r>
            <a:r>
              <a:rPr lang="es-ES_tradnl" sz="700"/>
              <a:t>dentificar documento:</a:t>
            </a:r>
          </a:p>
          <a:p>
            <a:r>
              <a:rPr lang="es-ES_tradnl" sz="7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8BBA54-130A-2188-7B95-906EBEDB90D2}"/>
              </a:ext>
            </a:extLst>
          </p:cNvPr>
          <p:cNvSpPr txBox="1"/>
          <p:nvPr/>
        </p:nvSpPr>
        <p:spPr>
          <a:xfrm>
            <a:off x="203760" y="6696804"/>
            <a:ext cx="52518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i="1"/>
              <a:t>Nota: Este escenario describe integraciones compatibles con la nube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23373E6-15F5-CE04-AD14-7A3A096DDAE9}"/>
              </a:ext>
            </a:extLst>
          </p:cNvPr>
          <p:cNvSpPr txBox="1"/>
          <p:nvPr/>
        </p:nvSpPr>
        <p:spPr>
          <a:xfrm>
            <a:off x="8942999" y="5452199"/>
            <a:ext cx="1481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*No aplica el escenario: "Disminución de monedero"</a:t>
            </a:r>
          </a:p>
        </p:txBody>
      </p:sp>
      <p:sp>
        <p:nvSpPr>
          <p:cNvPr id="33" name="Paralelogramo 12">
            <a:extLst>
              <a:ext uri="{FF2B5EF4-FFF2-40B4-BE49-F238E27FC236}">
                <a16:creationId xmlns:a16="http://schemas.microsoft.com/office/drawing/2014/main" id="{E2D03FB7-333E-D95B-034F-8C348D360573}"/>
              </a:ext>
            </a:extLst>
          </p:cNvPr>
          <p:cNvSpPr/>
          <p:nvPr/>
        </p:nvSpPr>
        <p:spPr>
          <a:xfrm>
            <a:off x="8823572" y="1566250"/>
            <a:ext cx="1096605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9" name="Paralelogramo 12">
            <a:extLst>
              <a:ext uri="{FF2B5EF4-FFF2-40B4-BE49-F238E27FC236}">
                <a16:creationId xmlns:a16="http://schemas.microsoft.com/office/drawing/2014/main" id="{2790D698-8955-2182-CE4D-F916483FCBB0}"/>
              </a:ext>
            </a:extLst>
          </p:cNvPr>
          <p:cNvSpPr/>
          <p:nvPr/>
        </p:nvSpPr>
        <p:spPr>
          <a:xfrm>
            <a:off x="8823572" y="2085341"/>
            <a:ext cx="1083753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42" name="Paralelogramo 12">
            <a:extLst>
              <a:ext uri="{FF2B5EF4-FFF2-40B4-BE49-F238E27FC236}">
                <a16:creationId xmlns:a16="http://schemas.microsoft.com/office/drawing/2014/main" id="{D450A038-1F60-9E3A-EB3A-DA263786F507}"/>
              </a:ext>
            </a:extLst>
          </p:cNvPr>
          <p:cNvSpPr/>
          <p:nvPr/>
        </p:nvSpPr>
        <p:spPr>
          <a:xfrm>
            <a:off x="8823572" y="2593031"/>
            <a:ext cx="1067851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50" name="Paralelogramo 12">
            <a:extLst>
              <a:ext uri="{FF2B5EF4-FFF2-40B4-BE49-F238E27FC236}">
                <a16:creationId xmlns:a16="http://schemas.microsoft.com/office/drawing/2014/main" id="{D081DD4D-E2FE-369E-42D7-974E4CEBD765}"/>
              </a:ext>
            </a:extLst>
          </p:cNvPr>
          <p:cNvSpPr/>
          <p:nvPr/>
        </p:nvSpPr>
        <p:spPr>
          <a:xfrm>
            <a:off x="8847425" y="3077199"/>
            <a:ext cx="1099657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01" name="CuadroTexto 54">
            <a:extLst>
              <a:ext uri="{FF2B5EF4-FFF2-40B4-BE49-F238E27FC236}">
                <a16:creationId xmlns:a16="http://schemas.microsoft.com/office/drawing/2014/main" id="{6F95B5CA-4A35-2D16-F7E6-B8ECB2BBF2E9}"/>
              </a:ext>
            </a:extLst>
          </p:cNvPr>
          <p:cNvSpPr txBox="1"/>
          <p:nvPr/>
        </p:nvSpPr>
        <p:spPr>
          <a:xfrm>
            <a:off x="10053820" y="2520073"/>
            <a:ext cx="834803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102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891402" y="2390238"/>
            <a:ext cx="1167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104" name="103 Conector angular"/>
          <p:cNvCxnSpPr>
            <a:cxnSpLocks/>
            <a:stCxn id="24" idx="2"/>
            <a:endCxn id="101" idx="2"/>
          </p:cNvCxnSpPr>
          <p:nvPr/>
        </p:nvCxnSpPr>
        <p:spPr>
          <a:xfrm rot="5400000" flipH="1" flipV="1">
            <a:off x="9113872" y="2170105"/>
            <a:ext cx="676181" cy="2038518"/>
          </a:xfrm>
          <a:prstGeom prst="bentConnector3">
            <a:avLst>
              <a:gd name="adj1" fmla="val -1808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 de flecha"/>
          <p:cNvCxnSpPr>
            <a:stCxn id="98" idx="3"/>
            <a:endCxn id="55" idx="1"/>
          </p:cNvCxnSpPr>
          <p:nvPr/>
        </p:nvCxnSpPr>
        <p:spPr>
          <a:xfrm>
            <a:off x="8990704" y="4057811"/>
            <a:ext cx="460216" cy="21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118">
            <a:extLst>
              <a:ext uri="{FF2B5EF4-FFF2-40B4-BE49-F238E27FC236}">
                <a16:creationId xmlns:a16="http://schemas.microsoft.com/office/drawing/2014/main" id="{42CFE1E2-D486-1E49-226D-E570D2AF9563}"/>
              </a:ext>
            </a:extLst>
          </p:cNvPr>
          <p:cNvSpPr txBox="1"/>
          <p:nvPr/>
        </p:nvSpPr>
        <p:spPr>
          <a:xfrm>
            <a:off x="11039226" y="606821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31730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4736-FEED-DA7B-7319-F09BD089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C9F5F3E0-AB02-146A-49EE-8F67B834ED8A}"/>
              </a:ext>
            </a:extLst>
          </p:cNvPr>
          <p:cNvGrpSpPr/>
          <p:nvPr/>
        </p:nvGrpSpPr>
        <p:grpSpPr>
          <a:xfrm>
            <a:off x="203760" y="194232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14174E5-F596-BB5A-33ED-EC91D88ACAC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3BF9DC0-EC61-62D7-D0A6-5D2B6C74860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77D1600-495A-1740-4B24-215CD7E5C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83328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49C1F3-3BB9-02E0-ABF2-E698A5298409}"/>
              </a:ext>
            </a:extLst>
          </p:cNvPr>
          <p:cNvSpPr/>
          <p:nvPr/>
        </p:nvSpPr>
        <p:spPr>
          <a:xfrm>
            <a:off x="142800" y="1159278"/>
            <a:ext cx="1901659" cy="54516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2AD5CE4-715E-8A50-4602-20D4AAEBF3A2}"/>
              </a:ext>
            </a:extLst>
          </p:cNvPr>
          <p:cNvSpPr/>
          <p:nvPr/>
        </p:nvSpPr>
        <p:spPr>
          <a:xfrm>
            <a:off x="6077548" y="1159278"/>
            <a:ext cx="5961493" cy="54516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2850F9-758E-4FCD-67F3-21CD5A1E2B18}"/>
              </a:ext>
            </a:extLst>
          </p:cNvPr>
          <p:cNvSpPr/>
          <p:nvPr/>
        </p:nvSpPr>
        <p:spPr>
          <a:xfrm>
            <a:off x="2165981" y="1159278"/>
            <a:ext cx="1634741" cy="54516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EA3C59-E06E-0D4C-E159-99F856E660A4}"/>
              </a:ext>
            </a:extLst>
          </p:cNvPr>
          <p:cNvSpPr/>
          <p:nvPr/>
        </p:nvSpPr>
        <p:spPr>
          <a:xfrm>
            <a:off x="383365" y="2086737"/>
            <a:ext cx="1525406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10E4E11-91E2-1D0A-C4F8-829CF4CE301F}"/>
              </a:ext>
            </a:extLst>
          </p:cNvPr>
          <p:cNvSpPr txBox="1"/>
          <p:nvPr/>
        </p:nvSpPr>
        <p:spPr>
          <a:xfrm>
            <a:off x="4596560" y="425296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3770E2C-E7B7-6345-7EAB-F7F1991DC100}"/>
              </a:ext>
            </a:extLst>
          </p:cNvPr>
          <p:cNvSpPr txBox="1"/>
          <p:nvPr/>
        </p:nvSpPr>
        <p:spPr>
          <a:xfrm>
            <a:off x="4596560" y="255022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3BFADD8-774A-2E95-875D-5B547A600F43}"/>
              </a:ext>
            </a:extLst>
          </p:cNvPr>
          <p:cNvSpPr txBox="1"/>
          <p:nvPr/>
        </p:nvSpPr>
        <p:spPr>
          <a:xfrm>
            <a:off x="4596560" y="3692389"/>
            <a:ext cx="1080000" cy="331200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37CEE83E-84D8-27F6-DD23-061167F7E85D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1908771" y="2369518"/>
            <a:ext cx="2687789" cy="2049042"/>
          </a:xfrm>
          <a:prstGeom prst="bentConnector3">
            <a:avLst>
              <a:gd name="adj1" fmla="val 867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12">
            <a:extLst>
              <a:ext uri="{FF2B5EF4-FFF2-40B4-BE49-F238E27FC236}">
                <a16:creationId xmlns:a16="http://schemas.microsoft.com/office/drawing/2014/main" id="{E91DA27C-ED5C-5F6D-2F24-6D1B45599F62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1908771" y="2369518"/>
            <a:ext cx="2687789" cy="1488471"/>
          </a:xfrm>
          <a:prstGeom prst="bentConnector3">
            <a:avLst>
              <a:gd name="adj1" fmla="val 870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03CC7BA-4647-156A-5ABF-502537D6F08D}"/>
              </a:ext>
            </a:extLst>
          </p:cNvPr>
          <p:cNvSpPr txBox="1"/>
          <p:nvPr/>
        </p:nvSpPr>
        <p:spPr>
          <a:xfrm>
            <a:off x="6077548" y="798894"/>
            <a:ext cx="596149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42F40555-6E22-946C-E718-EA5D641D066B}"/>
              </a:ext>
            </a:extLst>
          </p:cNvPr>
          <p:cNvSpPr/>
          <p:nvPr/>
        </p:nvSpPr>
        <p:spPr>
          <a:xfrm>
            <a:off x="6723240" y="2494889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28CB02D9-3570-FD74-F649-FA8076CDB0B6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 flipV="1">
            <a:off x="5676560" y="2710889"/>
            <a:ext cx="1046680" cy="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F54A7AE3-F11F-6BAA-16DF-AA18924C9112}"/>
              </a:ext>
            </a:extLst>
          </p:cNvPr>
          <p:cNvCxnSpPr>
            <a:cxnSpLocks/>
            <a:stCxn id="29" idx="3"/>
            <a:endCxn id="98" idx="1"/>
          </p:cNvCxnSpPr>
          <p:nvPr/>
        </p:nvCxnSpPr>
        <p:spPr>
          <a:xfrm>
            <a:off x="5676560" y="3857989"/>
            <a:ext cx="1046680" cy="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ángulo 97">
            <a:extLst>
              <a:ext uri="{FF2B5EF4-FFF2-40B4-BE49-F238E27FC236}">
                <a16:creationId xmlns:a16="http://schemas.microsoft.com/office/drawing/2014/main" id="{0DCA7A5A-94EB-33D5-4505-820EC5030295}"/>
              </a:ext>
            </a:extLst>
          </p:cNvPr>
          <p:cNvSpPr/>
          <p:nvPr/>
        </p:nvSpPr>
        <p:spPr>
          <a:xfrm>
            <a:off x="6723240" y="3649857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EAC1C5F-7C54-9612-9596-B09486E22273}"/>
              </a:ext>
            </a:extLst>
          </p:cNvPr>
          <p:cNvSpPr txBox="1"/>
          <p:nvPr/>
        </p:nvSpPr>
        <p:spPr>
          <a:xfrm>
            <a:off x="142799" y="798894"/>
            <a:ext cx="1901659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AD263D8D-9ECE-E68B-2901-7BF9C5DAA680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908771" y="2369518"/>
            <a:ext cx="2687789" cy="346305"/>
          </a:xfrm>
          <a:prstGeom prst="bentConnector3">
            <a:avLst>
              <a:gd name="adj1" fmla="val 867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A2E0390-4043-073A-F088-C0A7B098F0D3}"/>
              </a:ext>
            </a:extLst>
          </p:cNvPr>
          <p:cNvSpPr/>
          <p:nvPr/>
        </p:nvSpPr>
        <p:spPr>
          <a:xfrm>
            <a:off x="924440" y="268985"/>
            <a:ext cx="973811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Credilanas: SPEI, Ventanilla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2450F037-E41A-F7CE-6D2E-5AE4E861A690}"/>
              </a:ext>
            </a:extLst>
          </p:cNvPr>
          <p:cNvSpPr/>
          <p:nvPr/>
        </p:nvSpPr>
        <p:spPr>
          <a:xfrm>
            <a:off x="10706944" y="6151760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ZPR_SPLITS</a:t>
            </a:r>
          </a:p>
        </p:txBody>
      </p:sp>
      <p:cxnSp>
        <p:nvCxnSpPr>
          <p:cNvPr id="37" name="Conector: angular 12">
            <a:extLst>
              <a:ext uri="{FF2B5EF4-FFF2-40B4-BE49-F238E27FC236}">
                <a16:creationId xmlns:a16="http://schemas.microsoft.com/office/drawing/2014/main" id="{D3D1C020-7D78-4573-EEC6-05F4E69E3B1A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>
            <a:off x="3445882" y="6351588"/>
            <a:ext cx="6205952" cy="4036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63C67DCE-05C6-0214-DD07-088A8DD8B85A}"/>
              </a:ext>
            </a:extLst>
          </p:cNvPr>
          <p:cNvSpPr txBox="1"/>
          <p:nvPr/>
        </p:nvSpPr>
        <p:spPr>
          <a:xfrm>
            <a:off x="9651834" y="6173129"/>
            <a:ext cx="872691" cy="36499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194C8083-DE10-FDD5-3992-75F1DE4D557E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>
            <a:off x="10524525" y="6355624"/>
            <a:ext cx="234000" cy="24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F9DDB8B0-BD61-2CA2-E56E-BFFA28CC89DF}"/>
              </a:ext>
            </a:extLst>
          </p:cNvPr>
          <p:cNvSpPr/>
          <p:nvPr/>
        </p:nvSpPr>
        <p:spPr>
          <a:xfrm>
            <a:off x="10694457" y="4713110"/>
            <a:ext cx="1260202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3C9652B0-DE9A-CA86-AB9A-1A89CA803E95}"/>
              </a:ext>
            </a:extLst>
          </p:cNvPr>
          <p:cNvSpPr/>
          <p:nvPr/>
        </p:nvSpPr>
        <p:spPr>
          <a:xfrm>
            <a:off x="10694457" y="5230897"/>
            <a:ext cx="1260202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4E3F5F4D-A3C0-8FBA-7F54-9E6C47B86E6B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>
            <a:off x="5676560" y="4418560"/>
            <a:ext cx="5069478" cy="500873"/>
          </a:xfrm>
          <a:prstGeom prst="bentConnector3">
            <a:avLst>
              <a:gd name="adj1" fmla="val 91899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C94CFD26-68EE-510F-8AEC-A86594417598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5676560" y="4418560"/>
            <a:ext cx="5070444" cy="1022524"/>
          </a:xfrm>
          <a:prstGeom prst="bentConnector3">
            <a:avLst>
              <a:gd name="adj1" fmla="val 91891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745B34BB-BFB4-1925-A7EF-A48616AD19D5}"/>
              </a:ext>
            </a:extLst>
          </p:cNvPr>
          <p:cNvSpPr/>
          <p:nvPr/>
        </p:nvSpPr>
        <p:spPr>
          <a:xfrm>
            <a:off x="9004639" y="4667278"/>
            <a:ext cx="1116000" cy="5020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(salida de dinero banco vs cliente)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F36874B-726E-A536-D6A3-3C969C9AB470}"/>
              </a:ext>
            </a:extLst>
          </p:cNvPr>
          <p:cNvSpPr/>
          <p:nvPr/>
        </p:nvSpPr>
        <p:spPr>
          <a:xfrm>
            <a:off x="6723240" y="3004662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BD21AC1-0DDB-ED82-B517-5D41D4C8D195}"/>
              </a:ext>
            </a:extLst>
          </p:cNvPr>
          <p:cNvSpPr txBox="1"/>
          <p:nvPr/>
        </p:nvSpPr>
        <p:spPr>
          <a:xfrm>
            <a:off x="4596560" y="306063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20D564B-F697-1E47-AF0B-12AB194BEF32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5676560" y="3220662"/>
            <a:ext cx="1046680" cy="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FF978EE-EB96-3A84-AB4B-FFCF717B5737}"/>
              </a:ext>
            </a:extLst>
          </p:cNvPr>
          <p:cNvSpPr txBox="1"/>
          <p:nvPr/>
        </p:nvSpPr>
        <p:spPr>
          <a:xfrm>
            <a:off x="194771" y="4068622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139E39A5-FEDA-F464-A8A9-C8D09925837F}"/>
              </a:ext>
            </a:extLst>
          </p:cNvPr>
          <p:cNvSpPr/>
          <p:nvPr/>
        </p:nvSpPr>
        <p:spPr>
          <a:xfrm>
            <a:off x="511459" y="3231129"/>
            <a:ext cx="1249029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: angular 12">
            <a:extLst>
              <a:ext uri="{FF2B5EF4-FFF2-40B4-BE49-F238E27FC236}">
                <a16:creationId xmlns:a16="http://schemas.microsoft.com/office/drawing/2014/main" id="{F7BF9CF8-19AF-6D57-4D34-0D37C0F5E551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1908771" y="2369518"/>
            <a:ext cx="2687789" cy="856717"/>
          </a:xfrm>
          <a:prstGeom prst="bentConnector3">
            <a:avLst>
              <a:gd name="adj1" fmla="val 867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12">
            <a:extLst>
              <a:ext uri="{FF2B5EF4-FFF2-40B4-BE49-F238E27FC236}">
                <a16:creationId xmlns:a16="http://schemas.microsoft.com/office/drawing/2014/main" id="{D9275C48-3D4B-7B9A-BA6B-87E53286373C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5400000">
            <a:off x="851606" y="2936667"/>
            <a:ext cx="578830" cy="100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9FE4730B-6433-BE12-7F57-FD1A93720854}"/>
              </a:ext>
            </a:extLst>
          </p:cNvPr>
          <p:cNvSpPr/>
          <p:nvPr/>
        </p:nvSpPr>
        <p:spPr>
          <a:xfrm>
            <a:off x="3934637" y="1159278"/>
            <a:ext cx="2007487" cy="54516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CD2E73-70DA-1123-B29A-FC6D49A516FF}"/>
              </a:ext>
            </a:extLst>
          </p:cNvPr>
          <p:cNvSpPr txBox="1"/>
          <p:nvPr/>
        </p:nvSpPr>
        <p:spPr>
          <a:xfrm>
            <a:off x="2915120" y="5380289"/>
            <a:ext cx="867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B5D4D43-34DA-E89B-BD58-7E3A0FD10E44}"/>
              </a:ext>
            </a:extLst>
          </p:cNvPr>
          <p:cNvSpPr txBox="1"/>
          <p:nvPr/>
        </p:nvSpPr>
        <p:spPr>
          <a:xfrm>
            <a:off x="3953085" y="798894"/>
            <a:ext cx="1989040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B6DACA-F15B-7CC0-7E35-DE4437D240F3}"/>
              </a:ext>
            </a:extLst>
          </p:cNvPr>
          <p:cNvSpPr txBox="1"/>
          <p:nvPr/>
        </p:nvSpPr>
        <p:spPr>
          <a:xfrm>
            <a:off x="2162787" y="798894"/>
            <a:ext cx="1641081" cy="2664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926768-1380-B599-EC31-21CD63A52526}"/>
              </a:ext>
            </a:extLst>
          </p:cNvPr>
          <p:cNvSpPr txBox="1"/>
          <p:nvPr/>
        </p:nvSpPr>
        <p:spPr>
          <a:xfrm>
            <a:off x="152960" y="153041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282A7E5-16FA-52F7-47F7-297FA96885C3}"/>
              </a:ext>
            </a:extLst>
          </p:cNvPr>
          <p:cNvSpPr/>
          <p:nvPr/>
        </p:nvSpPr>
        <p:spPr>
          <a:xfrm>
            <a:off x="2468373" y="6186996"/>
            <a:ext cx="977509" cy="329183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22A2D056-114D-AB13-1556-EE5AA19E1E9E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908771" y="2369518"/>
            <a:ext cx="1048357" cy="38174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005261BD-7551-27ED-DAA5-133295FADE10}"/>
              </a:ext>
            </a:extLst>
          </p:cNvPr>
          <p:cNvSpPr/>
          <p:nvPr/>
        </p:nvSpPr>
        <p:spPr>
          <a:xfrm>
            <a:off x="6723240" y="1466818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9DCE3DE-D50B-2AD7-E664-C919DDBBD259}"/>
              </a:ext>
            </a:extLst>
          </p:cNvPr>
          <p:cNvSpPr/>
          <p:nvPr/>
        </p:nvSpPr>
        <p:spPr>
          <a:xfrm>
            <a:off x="6723240" y="1987990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B8472A6-684D-52C1-4604-5F8C81620850}"/>
              </a:ext>
            </a:extLst>
          </p:cNvPr>
          <p:cNvSpPr txBox="1"/>
          <p:nvPr/>
        </p:nvSpPr>
        <p:spPr>
          <a:xfrm>
            <a:off x="4596560" y="152027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E8462677-A38D-77AC-35D0-B7F376565F60}"/>
              </a:ext>
            </a:extLst>
          </p:cNvPr>
          <p:cNvSpPr txBox="1"/>
          <p:nvPr/>
        </p:nvSpPr>
        <p:spPr>
          <a:xfrm>
            <a:off x="4596560" y="203224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426D99C3-C5CA-FDCA-41D8-871D3E171EFA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 flipV="1">
            <a:off x="1908771" y="2197849"/>
            <a:ext cx="2687789" cy="171669"/>
          </a:xfrm>
          <a:prstGeom prst="bentConnector3">
            <a:avLst>
              <a:gd name="adj1" fmla="val 867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231FC10A-848F-2E3D-1FFD-AF5083CB9A4F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908771" y="1685873"/>
            <a:ext cx="2687789" cy="683645"/>
          </a:xfrm>
          <a:prstGeom prst="bentConnector3">
            <a:avLst>
              <a:gd name="adj1" fmla="val 867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FB395BF9-C3AF-C0D5-D301-96D261678A68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 flipV="1">
            <a:off x="5676560" y="1682818"/>
            <a:ext cx="1046680" cy="30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D7CF5CB-4220-E547-E07B-BAD74A7A992A}"/>
              </a:ext>
            </a:extLst>
          </p:cNvPr>
          <p:cNvSpPr/>
          <p:nvPr/>
        </p:nvSpPr>
        <p:spPr>
          <a:xfrm>
            <a:off x="6723240" y="5873377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Recolección de datos para impresión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E53392D-D892-3C69-6867-968668909D1E}"/>
              </a:ext>
            </a:extLst>
          </p:cNvPr>
          <p:cNvSpPr txBox="1"/>
          <p:nvPr/>
        </p:nvSpPr>
        <p:spPr>
          <a:xfrm>
            <a:off x="4596560" y="591662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N-SD-CON-04</a:t>
            </a:r>
          </a:p>
        </p:txBody>
      </p: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B87846EA-35DE-7180-6AD9-263586819194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1908771" y="2369518"/>
            <a:ext cx="2687789" cy="3712703"/>
          </a:xfrm>
          <a:prstGeom prst="bentConnector3">
            <a:avLst>
              <a:gd name="adj1" fmla="val 8681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604CFFAF-3591-578C-DC18-E48C0C0DD447}"/>
              </a:ext>
            </a:extLst>
          </p:cNvPr>
          <p:cNvCxnSpPr>
            <a:cxnSpLocks/>
            <a:stCxn id="56" idx="3"/>
            <a:endCxn id="8" idx="1"/>
          </p:cNvCxnSpPr>
          <p:nvPr/>
        </p:nvCxnSpPr>
        <p:spPr>
          <a:xfrm>
            <a:off x="8679580" y="4916894"/>
            <a:ext cx="325059" cy="14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C2DBD59-B2B2-6589-335F-4696D93CC4E9}"/>
              </a:ext>
            </a:extLst>
          </p:cNvPr>
          <p:cNvSpPr txBox="1"/>
          <p:nvPr/>
        </p:nvSpPr>
        <p:spPr>
          <a:xfrm>
            <a:off x="4596560" y="474476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N-D-TR-01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06BE12B2-4352-552D-643B-ED7494E3B092}"/>
              </a:ext>
            </a:extLst>
          </p:cNvPr>
          <p:cNvSpPr/>
          <p:nvPr/>
        </p:nvSpPr>
        <p:spPr>
          <a:xfrm>
            <a:off x="6395997" y="4663722"/>
            <a:ext cx="1255821" cy="50203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ZReferencias SPEI/ventanilla</a:t>
            </a:r>
          </a:p>
        </p:txBody>
      </p: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533C2D1E-CE6A-6C89-C6EC-90232C1CE4DE}"/>
              </a:ext>
            </a:extLst>
          </p:cNvPr>
          <p:cNvCxnSpPr>
            <a:cxnSpLocks/>
            <a:stCxn id="17" idx="3"/>
            <a:endCxn id="42" idx="1"/>
          </p:cNvCxnSpPr>
          <p:nvPr/>
        </p:nvCxnSpPr>
        <p:spPr>
          <a:xfrm>
            <a:off x="1908771" y="2369518"/>
            <a:ext cx="2687789" cy="2540851"/>
          </a:xfrm>
          <a:prstGeom prst="bentConnector3">
            <a:avLst>
              <a:gd name="adj1" fmla="val 868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6E2E991C-F003-0DF7-F83B-BBAE84BE7B9A}"/>
              </a:ext>
            </a:extLst>
          </p:cNvPr>
          <p:cNvCxnSpPr>
            <a:cxnSpLocks/>
            <a:stCxn id="42" idx="3"/>
            <a:endCxn id="48" idx="5"/>
          </p:cNvCxnSpPr>
          <p:nvPr/>
        </p:nvCxnSpPr>
        <p:spPr>
          <a:xfrm>
            <a:off x="5676560" y="4910369"/>
            <a:ext cx="782191" cy="4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BEFEBCD-33E4-659D-856A-6F7841BEDEC8}"/>
              </a:ext>
            </a:extLst>
          </p:cNvPr>
          <p:cNvSpPr txBox="1"/>
          <p:nvPr/>
        </p:nvSpPr>
        <p:spPr>
          <a:xfrm>
            <a:off x="7908294" y="4751294"/>
            <a:ext cx="771286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D-TR-01</a:t>
            </a:r>
          </a:p>
        </p:txBody>
      </p: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0F53C152-570E-0A8F-AA24-D4B8D7FF296B}"/>
              </a:ext>
            </a:extLst>
          </p:cNvPr>
          <p:cNvCxnSpPr>
            <a:cxnSpLocks/>
            <a:stCxn id="48" idx="2"/>
            <a:endCxn id="56" idx="1"/>
          </p:cNvCxnSpPr>
          <p:nvPr/>
        </p:nvCxnSpPr>
        <p:spPr>
          <a:xfrm>
            <a:off x="7589064" y="4914739"/>
            <a:ext cx="319230" cy="215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CuadroTexto 118">
            <a:extLst>
              <a:ext uri="{FF2B5EF4-FFF2-40B4-BE49-F238E27FC236}">
                <a16:creationId xmlns:a16="http://schemas.microsoft.com/office/drawing/2014/main" id="{22E413D5-F28A-F1BB-8DA7-F9724EEF3889}"/>
              </a:ext>
            </a:extLst>
          </p:cNvPr>
          <p:cNvSpPr txBox="1"/>
          <p:nvPr/>
        </p:nvSpPr>
        <p:spPr>
          <a:xfrm>
            <a:off x="8020954" y="5910545"/>
            <a:ext cx="1017427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5B1F44E-89B6-BC5B-5D72-6EBC9E32EBA7}"/>
              </a:ext>
            </a:extLst>
          </p:cNvPr>
          <p:cNvCxnSpPr>
            <a:cxnSpLocks/>
            <a:stCxn id="4" idx="1"/>
            <a:endCxn id="30" idx="3"/>
          </p:cNvCxnSpPr>
          <p:nvPr/>
        </p:nvCxnSpPr>
        <p:spPr>
          <a:xfrm flipH="1" flipV="1">
            <a:off x="7839240" y="6089377"/>
            <a:ext cx="181714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ángulo 66">
            <a:extLst>
              <a:ext uri="{FF2B5EF4-FFF2-40B4-BE49-F238E27FC236}">
                <a16:creationId xmlns:a16="http://schemas.microsoft.com/office/drawing/2014/main" id="{840C8899-C288-B593-D04A-E7D626F06553}"/>
              </a:ext>
            </a:extLst>
          </p:cNvPr>
          <p:cNvSpPr/>
          <p:nvPr/>
        </p:nvSpPr>
        <p:spPr>
          <a:xfrm>
            <a:off x="6723240" y="5233912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ND Aumento de Monedero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2A7F106A-C77E-6DF6-E869-B700E322EA4D}"/>
              </a:ext>
            </a:extLst>
          </p:cNvPr>
          <p:cNvSpPr txBox="1"/>
          <p:nvPr/>
        </p:nvSpPr>
        <p:spPr>
          <a:xfrm>
            <a:off x="4605999" y="528470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SD32</a:t>
            </a:r>
          </a:p>
        </p:txBody>
      </p:sp>
      <p:cxnSp>
        <p:nvCxnSpPr>
          <p:cNvPr id="84" name="Conector angular 83">
            <a:extLst>
              <a:ext uri="{FF2B5EF4-FFF2-40B4-BE49-F238E27FC236}">
                <a16:creationId xmlns:a16="http://schemas.microsoft.com/office/drawing/2014/main" id="{A38C178F-E978-6D55-14F5-1021341862BA}"/>
              </a:ext>
            </a:extLst>
          </p:cNvPr>
          <p:cNvCxnSpPr>
            <a:stCxn id="17" idx="3"/>
            <a:endCxn id="71" idx="1"/>
          </p:cNvCxnSpPr>
          <p:nvPr/>
        </p:nvCxnSpPr>
        <p:spPr>
          <a:xfrm>
            <a:off x="1908771" y="2369518"/>
            <a:ext cx="2697228" cy="3080791"/>
          </a:xfrm>
          <a:prstGeom prst="bentConnector3">
            <a:avLst>
              <a:gd name="adj1" fmla="val 86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52CEA87-40FA-D1A6-636E-E58C25E00544}"/>
              </a:ext>
            </a:extLst>
          </p:cNvPr>
          <p:cNvCxnSpPr>
            <a:stCxn id="71" idx="3"/>
            <a:endCxn id="67" idx="1"/>
          </p:cNvCxnSpPr>
          <p:nvPr/>
        </p:nvCxnSpPr>
        <p:spPr>
          <a:xfrm flipV="1">
            <a:off x="5685999" y="5448112"/>
            <a:ext cx="1037241" cy="2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4E9CB98D-835C-6057-0D38-81228EFFFBCF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676560" y="2197849"/>
            <a:ext cx="1046680" cy="6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9107999" y="3696312"/>
            <a:ext cx="834803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3CDF9C9E-F9A6-B39B-4A61-51D26CE354C9}"/>
              </a:ext>
            </a:extLst>
          </p:cNvPr>
          <p:cNvSpPr txBox="1"/>
          <p:nvPr/>
        </p:nvSpPr>
        <p:spPr>
          <a:xfrm>
            <a:off x="9937468" y="3442443"/>
            <a:ext cx="17592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actualiza en asiento contable el folio, fecha u otros campos del </a:t>
            </a:r>
            <a:r>
              <a:rPr lang="es-ES_tradnl" sz="800" err="1">
                <a:latin typeface="Arial Nova" panose="020B0504020202020204" pitchFamily="34" charset="0"/>
              </a:rPr>
              <a:t>Credilana</a:t>
            </a:r>
            <a:endParaRPr lang="es-ES_tradnl" sz="800">
              <a:latin typeface="Arial Nova" panose="020B0504020202020204" pitchFamily="34" charset="0"/>
            </a:endParaRPr>
          </a:p>
          <a:p>
            <a:r>
              <a:rPr lang="es-ES_tradnl" sz="800">
                <a:latin typeface="Arial Nova" panose="020B0504020202020204" pitchFamily="34" charset="0"/>
              </a:rPr>
              <a:t>*Se actualiza campo asignación con el folio de la N Crédito creada en S4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4040062-F28D-95BB-E0EE-F7B7CB333E94}"/>
              </a:ext>
            </a:extLst>
          </p:cNvPr>
          <p:cNvSpPr txBox="1"/>
          <p:nvPr/>
        </p:nvSpPr>
        <p:spPr>
          <a:xfrm>
            <a:off x="6709730" y="4087366"/>
            <a:ext cx="22176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/>
              </a:rPr>
              <a:t>*</a:t>
            </a:r>
            <a:r>
              <a:rPr lang="es-ES_tradnl" sz="800">
                <a:latin typeface="Arial Nova"/>
              </a:rPr>
              <a:t>Identificar documento:</a:t>
            </a:r>
          </a:p>
          <a:p>
            <a:r>
              <a:rPr lang="es-ES_tradnl" sz="800">
                <a:solidFill>
                  <a:srgbClr val="0070C0"/>
                </a:solidFill>
                <a:latin typeface="Arial Nova"/>
              </a:rPr>
              <a:t>*No afecta estado de cuenta de cliente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79D8B7-CD5B-604D-04D7-A00AAEF3372F}"/>
              </a:ext>
            </a:extLst>
          </p:cNvPr>
          <p:cNvSpPr txBox="1"/>
          <p:nvPr/>
        </p:nvSpPr>
        <p:spPr>
          <a:xfrm>
            <a:off x="149168" y="6618998"/>
            <a:ext cx="52518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i="1"/>
              <a:t>Nota: Este escenario describe integraciones compatibles con la nube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1151E8-9154-2EA2-3EC6-4A7DC091E572}"/>
              </a:ext>
            </a:extLst>
          </p:cNvPr>
          <p:cNvSpPr txBox="1"/>
          <p:nvPr/>
        </p:nvSpPr>
        <p:spPr>
          <a:xfrm>
            <a:off x="7832559" y="5296420"/>
            <a:ext cx="1293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*No aplica el escenario: "Disminución de monedero"</a:t>
            </a:r>
          </a:p>
        </p:txBody>
      </p:sp>
      <p:sp>
        <p:nvSpPr>
          <p:cNvPr id="11" name="Paralelogramo 12">
            <a:extLst>
              <a:ext uri="{FF2B5EF4-FFF2-40B4-BE49-F238E27FC236}">
                <a16:creationId xmlns:a16="http://schemas.microsoft.com/office/drawing/2014/main" id="{7AF46374-9C1C-75C8-5806-82F5A2970486}"/>
              </a:ext>
            </a:extLst>
          </p:cNvPr>
          <p:cNvSpPr/>
          <p:nvPr/>
        </p:nvSpPr>
        <p:spPr>
          <a:xfrm>
            <a:off x="7655172" y="1457066"/>
            <a:ext cx="1148586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9" name="Paralelogramo 12">
            <a:extLst>
              <a:ext uri="{FF2B5EF4-FFF2-40B4-BE49-F238E27FC236}">
                <a16:creationId xmlns:a16="http://schemas.microsoft.com/office/drawing/2014/main" id="{09934540-0061-10EE-652F-50B6B15A661E}"/>
              </a:ext>
            </a:extLst>
          </p:cNvPr>
          <p:cNvSpPr/>
          <p:nvPr/>
        </p:nvSpPr>
        <p:spPr>
          <a:xfrm>
            <a:off x="7655172" y="1976157"/>
            <a:ext cx="1090531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27" name="Paralelogramo 12">
            <a:extLst>
              <a:ext uri="{FF2B5EF4-FFF2-40B4-BE49-F238E27FC236}">
                <a16:creationId xmlns:a16="http://schemas.microsoft.com/office/drawing/2014/main" id="{BA94D74E-0E1E-FBA6-23FE-0B52977F9991}"/>
              </a:ext>
            </a:extLst>
          </p:cNvPr>
          <p:cNvSpPr/>
          <p:nvPr/>
        </p:nvSpPr>
        <p:spPr>
          <a:xfrm>
            <a:off x="7655172" y="2483847"/>
            <a:ext cx="1073702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33" name="Paralelogramo 12">
            <a:extLst>
              <a:ext uri="{FF2B5EF4-FFF2-40B4-BE49-F238E27FC236}">
                <a16:creationId xmlns:a16="http://schemas.microsoft.com/office/drawing/2014/main" id="{148A676C-9421-2AF7-EFDC-B5C00914078C}"/>
              </a:ext>
            </a:extLst>
          </p:cNvPr>
          <p:cNvSpPr/>
          <p:nvPr/>
        </p:nvSpPr>
        <p:spPr>
          <a:xfrm>
            <a:off x="7655172" y="2991868"/>
            <a:ext cx="1073702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cxnSp>
        <p:nvCxnSpPr>
          <p:cNvPr id="116" name="115 Conector recto de flecha"/>
          <p:cNvCxnSpPr>
            <a:stCxn id="98" idx="3"/>
            <a:endCxn id="112" idx="1"/>
          </p:cNvCxnSpPr>
          <p:nvPr/>
        </p:nvCxnSpPr>
        <p:spPr>
          <a:xfrm flipV="1">
            <a:off x="7839240" y="3861912"/>
            <a:ext cx="1268759" cy="3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9125763" y="2412600"/>
            <a:ext cx="834803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123" name="122 Conector angular"/>
          <p:cNvCxnSpPr>
            <a:stCxn id="24" idx="2"/>
            <a:endCxn id="120" idx="2"/>
          </p:cNvCxnSpPr>
          <p:nvPr/>
        </p:nvCxnSpPr>
        <p:spPr>
          <a:xfrm rot="5400000" flipH="1" flipV="1">
            <a:off x="8065771" y="1959268"/>
            <a:ext cx="692862" cy="2261925"/>
          </a:xfrm>
          <a:prstGeom prst="bentConnector3">
            <a:avLst>
              <a:gd name="adj1" fmla="val -329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9957951" y="2352138"/>
            <a:ext cx="1424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CE55417C-36E8-A9FC-C7A5-61CDB17C7AF8}"/>
              </a:ext>
            </a:extLst>
          </p:cNvPr>
          <p:cNvCxnSpPr>
            <a:cxnSpLocks/>
            <a:stCxn id="35" idx="3"/>
            <a:endCxn id="30" idx="1"/>
          </p:cNvCxnSpPr>
          <p:nvPr/>
        </p:nvCxnSpPr>
        <p:spPr>
          <a:xfrm>
            <a:off x="5676560" y="6082221"/>
            <a:ext cx="1046680" cy="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118">
            <a:extLst>
              <a:ext uri="{FF2B5EF4-FFF2-40B4-BE49-F238E27FC236}">
                <a16:creationId xmlns:a16="http://schemas.microsoft.com/office/drawing/2014/main" id="{F69FB25A-EA37-DBA5-7071-D480CEBA6CFF}"/>
              </a:ext>
            </a:extLst>
          </p:cNvPr>
          <p:cNvSpPr txBox="1"/>
          <p:nvPr/>
        </p:nvSpPr>
        <p:spPr>
          <a:xfrm>
            <a:off x="11039226" y="596064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422557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57B62-A762-AE0B-AA15-DFE708A8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644770E-1E20-3AA8-B055-FBAE9D8A6AEA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22C37BC-E2E0-E93B-3312-4978548C432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9AC4950-7FA9-F516-842A-7CD75356B861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DA758D8-9ACD-F5C1-029D-8C283DC93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0A31AD9-E5C0-438D-36E9-4DBF16DDADA7}"/>
              </a:ext>
            </a:extLst>
          </p:cNvPr>
          <p:cNvSpPr/>
          <p:nvPr/>
        </p:nvSpPr>
        <p:spPr>
          <a:xfrm>
            <a:off x="142800" y="1270518"/>
            <a:ext cx="2041601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B301B0-6078-D0C2-317A-4A6466832074}"/>
              </a:ext>
            </a:extLst>
          </p:cNvPr>
          <p:cNvSpPr/>
          <p:nvPr/>
        </p:nvSpPr>
        <p:spPr>
          <a:xfrm>
            <a:off x="6077549" y="1270518"/>
            <a:ext cx="929308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8E50CC-6C0C-323E-9648-0D4302C71FCA}"/>
              </a:ext>
            </a:extLst>
          </p:cNvPr>
          <p:cNvSpPr/>
          <p:nvPr/>
        </p:nvSpPr>
        <p:spPr>
          <a:xfrm>
            <a:off x="7123814" y="1270518"/>
            <a:ext cx="4915227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95F9FB7-1801-BCE4-400D-44D71F725B2D}"/>
              </a:ext>
            </a:extLst>
          </p:cNvPr>
          <p:cNvSpPr/>
          <p:nvPr/>
        </p:nvSpPr>
        <p:spPr>
          <a:xfrm>
            <a:off x="2306319" y="1270518"/>
            <a:ext cx="1620689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3BBCA88-7E33-A14D-0A83-617F76FF1587}"/>
              </a:ext>
            </a:extLst>
          </p:cNvPr>
          <p:cNvSpPr/>
          <p:nvPr/>
        </p:nvSpPr>
        <p:spPr>
          <a:xfrm>
            <a:off x="383365" y="2053681"/>
            <a:ext cx="160332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8CFF887-0D73-4BED-4B82-70C2598F1D50}"/>
              </a:ext>
            </a:extLst>
          </p:cNvPr>
          <p:cNvSpPr txBox="1"/>
          <p:nvPr/>
        </p:nvSpPr>
        <p:spPr>
          <a:xfrm>
            <a:off x="4649230" y="429382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5E3BE87-4688-AFC7-5B33-34B0FC8C1EA3}"/>
              </a:ext>
            </a:extLst>
          </p:cNvPr>
          <p:cNvSpPr txBox="1"/>
          <p:nvPr/>
        </p:nvSpPr>
        <p:spPr>
          <a:xfrm>
            <a:off x="4649230" y="269016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791BE4FE-F371-4A2C-BBB9-1F0B1F2A0181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1986690" y="2336462"/>
            <a:ext cx="2662540" cy="2122967"/>
          </a:xfrm>
          <a:prstGeom prst="bentConnector3">
            <a:avLst>
              <a:gd name="adj1" fmla="val 87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EED375F-80E1-AA38-82D6-28E80B23B933}"/>
              </a:ext>
            </a:extLst>
          </p:cNvPr>
          <p:cNvSpPr txBox="1"/>
          <p:nvPr/>
        </p:nvSpPr>
        <p:spPr>
          <a:xfrm>
            <a:off x="6077548" y="891586"/>
            <a:ext cx="596149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11DF193C-A8C6-C600-84F3-7F46B8333409}"/>
              </a:ext>
            </a:extLst>
          </p:cNvPr>
          <p:cNvSpPr/>
          <p:nvPr/>
        </p:nvSpPr>
        <p:spPr>
          <a:xfrm>
            <a:off x="7687880" y="2634831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95A643C5-7B13-FA9C-7F02-EAAEA3D01432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 flipV="1">
            <a:off x="5729230" y="2850831"/>
            <a:ext cx="1958650" cy="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2B7D6E4-71B9-E365-4FC3-6496429C07D8}"/>
              </a:ext>
            </a:extLst>
          </p:cNvPr>
          <p:cNvSpPr txBox="1"/>
          <p:nvPr/>
        </p:nvSpPr>
        <p:spPr>
          <a:xfrm>
            <a:off x="142799" y="891586"/>
            <a:ext cx="2041601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B8804B94-C0B8-8DBE-D988-756E936068BF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986690" y="2336462"/>
            <a:ext cx="2662540" cy="519303"/>
          </a:xfrm>
          <a:prstGeom prst="bentConnector3">
            <a:avLst>
              <a:gd name="adj1" fmla="val 873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9AF0AD9-06B2-215C-5544-2A12AF3F6322}"/>
              </a:ext>
            </a:extLst>
          </p:cNvPr>
          <p:cNvSpPr/>
          <p:nvPr/>
        </p:nvSpPr>
        <p:spPr>
          <a:xfrm>
            <a:off x="924440" y="323577"/>
            <a:ext cx="904518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Seguros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79F4E0AD-4836-B8BF-F1B6-C481A526284C}"/>
              </a:ext>
            </a:extLst>
          </p:cNvPr>
          <p:cNvSpPr/>
          <p:nvPr/>
        </p:nvSpPr>
        <p:spPr>
          <a:xfrm>
            <a:off x="10742454" y="5792025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ZSE_SPLITS</a:t>
            </a:r>
          </a:p>
        </p:txBody>
      </p:sp>
      <p:cxnSp>
        <p:nvCxnSpPr>
          <p:cNvPr id="37" name="Conector: angular 12">
            <a:extLst>
              <a:ext uri="{FF2B5EF4-FFF2-40B4-BE49-F238E27FC236}">
                <a16:creationId xmlns:a16="http://schemas.microsoft.com/office/drawing/2014/main" id="{3E0AE5CC-88EA-04ED-60CA-872818A6581C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 flipV="1">
            <a:off x="3357739" y="5998384"/>
            <a:ext cx="6294095" cy="3475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C229E4F2-9788-29EE-3CE4-1A28022351FA}"/>
              </a:ext>
            </a:extLst>
          </p:cNvPr>
          <p:cNvSpPr txBox="1"/>
          <p:nvPr/>
        </p:nvSpPr>
        <p:spPr>
          <a:xfrm>
            <a:off x="9651834" y="5818384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B47A0A91-9540-1946-AEAC-3056A333FB95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 flipV="1">
            <a:off x="10524525" y="5998348"/>
            <a:ext cx="269510" cy="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24B4CF53-E8FA-6A2E-DB69-8BDF6AF67A47}"/>
              </a:ext>
            </a:extLst>
          </p:cNvPr>
          <p:cNvSpPr/>
          <p:nvPr/>
        </p:nvSpPr>
        <p:spPr>
          <a:xfrm>
            <a:off x="10662554" y="4026372"/>
            <a:ext cx="1260202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D33482C6-2372-7D60-2493-EAA63363B64A}"/>
              </a:ext>
            </a:extLst>
          </p:cNvPr>
          <p:cNvSpPr/>
          <p:nvPr/>
        </p:nvSpPr>
        <p:spPr>
          <a:xfrm>
            <a:off x="10662554" y="4544159"/>
            <a:ext cx="1260202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31E94724-EA7A-09F3-6AAA-CE8451489209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 flipV="1">
            <a:off x="5729230" y="4232695"/>
            <a:ext cx="4984905" cy="226734"/>
          </a:xfrm>
          <a:prstGeom prst="bentConnector3">
            <a:avLst>
              <a:gd name="adj1" fmla="val 91171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FE3434CC-69D4-83FD-DB45-C1C323F55B36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5729230" y="4459429"/>
            <a:ext cx="4985871" cy="294917"/>
          </a:xfrm>
          <a:prstGeom prst="bentConnector3">
            <a:avLst>
              <a:gd name="adj1" fmla="val 91163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661DA8E-DD41-F1D6-E3BD-F473B6F3813B}"/>
              </a:ext>
            </a:extLst>
          </p:cNvPr>
          <p:cNvSpPr/>
          <p:nvPr/>
        </p:nvSpPr>
        <p:spPr>
          <a:xfrm>
            <a:off x="7687880" y="3144604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1DDA02F-80FE-347B-4119-F04CEEC113E7}"/>
              </a:ext>
            </a:extLst>
          </p:cNvPr>
          <p:cNvSpPr txBox="1"/>
          <p:nvPr/>
        </p:nvSpPr>
        <p:spPr>
          <a:xfrm>
            <a:off x="4649230" y="321293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90E3E3A1-3557-E868-4C4D-F17178403008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5729230" y="3360604"/>
            <a:ext cx="1958650" cy="1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ACAC507-C866-C8E1-E223-B12525D78BE3}"/>
              </a:ext>
            </a:extLst>
          </p:cNvPr>
          <p:cNvSpPr txBox="1"/>
          <p:nvPr/>
        </p:nvSpPr>
        <p:spPr>
          <a:xfrm>
            <a:off x="194771" y="403556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8E278060-7F8B-2D58-BBDB-2DB2A26DC8C3}"/>
              </a:ext>
            </a:extLst>
          </p:cNvPr>
          <p:cNvSpPr/>
          <p:nvPr/>
        </p:nvSpPr>
        <p:spPr>
          <a:xfrm>
            <a:off x="690222" y="3198073"/>
            <a:ext cx="1004047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: angular 12">
            <a:extLst>
              <a:ext uri="{FF2B5EF4-FFF2-40B4-BE49-F238E27FC236}">
                <a16:creationId xmlns:a16="http://schemas.microsoft.com/office/drawing/2014/main" id="{E57D05FB-3B5F-3B39-1DF2-6D624660B090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1986690" y="2336462"/>
            <a:ext cx="2662540" cy="1042072"/>
          </a:xfrm>
          <a:prstGeom prst="bentConnector3">
            <a:avLst>
              <a:gd name="adj1" fmla="val 873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B8DD984-95E2-21EF-E92F-14940791E721}"/>
              </a:ext>
            </a:extLst>
          </p:cNvPr>
          <p:cNvSpPr/>
          <p:nvPr/>
        </p:nvSpPr>
        <p:spPr>
          <a:xfrm>
            <a:off x="4032851" y="1270518"/>
            <a:ext cx="1909273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8D1E20C-C381-C695-2AC1-C2AF18EB78ED}"/>
              </a:ext>
            </a:extLst>
          </p:cNvPr>
          <p:cNvSpPr txBox="1"/>
          <p:nvPr/>
        </p:nvSpPr>
        <p:spPr>
          <a:xfrm>
            <a:off x="2870791" y="5378552"/>
            <a:ext cx="11270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CEE8B1-372E-7DC5-EFE6-CBC6BD30E14F}"/>
              </a:ext>
            </a:extLst>
          </p:cNvPr>
          <p:cNvSpPr txBox="1"/>
          <p:nvPr/>
        </p:nvSpPr>
        <p:spPr>
          <a:xfrm>
            <a:off x="4032851" y="891586"/>
            <a:ext cx="1891728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8EF46F-989D-FAC3-EFA2-A1924CDE4B90}"/>
              </a:ext>
            </a:extLst>
          </p:cNvPr>
          <p:cNvSpPr txBox="1"/>
          <p:nvPr/>
        </p:nvSpPr>
        <p:spPr>
          <a:xfrm>
            <a:off x="2306321" y="891586"/>
            <a:ext cx="1622154" cy="2664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FD375D-97BC-5528-3654-0DA5018A6E83}"/>
              </a:ext>
            </a:extLst>
          </p:cNvPr>
          <p:cNvSpPr txBox="1"/>
          <p:nvPr/>
        </p:nvSpPr>
        <p:spPr>
          <a:xfrm>
            <a:off x="152960" y="149735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FCD218C-3044-5DA9-FE49-102F2C6EEC4A}"/>
              </a:ext>
            </a:extLst>
          </p:cNvPr>
          <p:cNvSpPr/>
          <p:nvPr/>
        </p:nvSpPr>
        <p:spPr>
          <a:xfrm>
            <a:off x="2380230" y="5839859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26680B96-C59F-3D45-0B65-0B946AEB7204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986690" y="2336462"/>
            <a:ext cx="882295" cy="35033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FBA9DCD-F90A-3179-9B1E-0BE8DC5E7A47}"/>
              </a:ext>
            </a:extLst>
          </p:cNvPr>
          <p:cNvSpPr/>
          <p:nvPr/>
        </p:nvSpPr>
        <p:spPr>
          <a:xfrm>
            <a:off x="7687880" y="1606760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832FDE87-6051-E567-AF22-338F7B8DB59E}"/>
              </a:ext>
            </a:extLst>
          </p:cNvPr>
          <p:cNvSpPr/>
          <p:nvPr/>
        </p:nvSpPr>
        <p:spPr>
          <a:xfrm>
            <a:off x="7687880" y="2127932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255DAC09-D334-7B70-43B7-4E12F19E9DB5}"/>
              </a:ext>
            </a:extLst>
          </p:cNvPr>
          <p:cNvSpPr txBox="1"/>
          <p:nvPr/>
        </p:nvSpPr>
        <p:spPr>
          <a:xfrm>
            <a:off x="4649230" y="166021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3A75E31C-E492-C712-7295-7A6CD54A994D}"/>
              </a:ext>
            </a:extLst>
          </p:cNvPr>
          <p:cNvSpPr txBox="1"/>
          <p:nvPr/>
        </p:nvSpPr>
        <p:spPr>
          <a:xfrm>
            <a:off x="4649230" y="217219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FEB5AF22-F21A-91ED-EFE2-AD58789FE1FF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>
            <a:off x="1986690" y="2336462"/>
            <a:ext cx="2662540" cy="13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95818D33-37D4-0917-0CB7-6909C8EFC1EA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986690" y="1825815"/>
            <a:ext cx="2662540" cy="510647"/>
          </a:xfrm>
          <a:prstGeom prst="bentConnector3">
            <a:avLst>
              <a:gd name="adj1" fmla="val 873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928AA056-8F48-8075-2BE4-BF27ABFA3D2E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 flipV="1">
            <a:off x="5729230" y="1822760"/>
            <a:ext cx="1958650" cy="30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angular 98">
            <a:extLst>
              <a:ext uri="{FF2B5EF4-FFF2-40B4-BE49-F238E27FC236}">
                <a16:creationId xmlns:a16="http://schemas.microsoft.com/office/drawing/2014/main" id="{9CC85259-23D5-6C9C-E962-AEA6DF4967E2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729230" y="2337791"/>
            <a:ext cx="1958650" cy="61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E2F92CD7-EDEF-A6D4-36D0-6EB1B14EC86A}"/>
              </a:ext>
            </a:extLst>
          </p:cNvPr>
          <p:cNvSpPr/>
          <p:nvPr/>
        </p:nvSpPr>
        <p:spPr>
          <a:xfrm>
            <a:off x="8443120" y="5098721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Recolección de datos para impresión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AEB1A10-B24C-4881-C9A4-20345FD21BD8}"/>
              </a:ext>
            </a:extLst>
          </p:cNvPr>
          <p:cNvSpPr txBox="1"/>
          <p:nvPr/>
        </p:nvSpPr>
        <p:spPr>
          <a:xfrm>
            <a:off x="4623859" y="514912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N-SD-CON-04</a:t>
            </a:r>
          </a:p>
        </p:txBody>
      </p:sp>
      <p:sp>
        <p:nvSpPr>
          <p:cNvPr id="34" name="CuadroTexto 118">
            <a:extLst>
              <a:ext uri="{FF2B5EF4-FFF2-40B4-BE49-F238E27FC236}">
                <a16:creationId xmlns:a16="http://schemas.microsoft.com/office/drawing/2014/main" id="{F00C84E2-E20B-7806-0694-7553EE277418}"/>
              </a:ext>
            </a:extLst>
          </p:cNvPr>
          <p:cNvSpPr txBox="1"/>
          <p:nvPr/>
        </p:nvSpPr>
        <p:spPr>
          <a:xfrm>
            <a:off x="10099767" y="5135889"/>
            <a:ext cx="1017427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4A35716-DCB3-A3FC-DAE3-8BA213973FE6}"/>
              </a:ext>
            </a:extLst>
          </p:cNvPr>
          <p:cNvCxnSpPr>
            <a:stCxn id="34" idx="1"/>
            <a:endCxn id="8" idx="3"/>
          </p:cNvCxnSpPr>
          <p:nvPr/>
        </p:nvCxnSpPr>
        <p:spPr>
          <a:xfrm flipH="1" flipV="1">
            <a:off x="9559120" y="5314721"/>
            <a:ext cx="540647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54CF7283-518F-FE86-417A-773FADD44C8B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1986690" y="2336462"/>
            <a:ext cx="2637169" cy="2978259"/>
          </a:xfrm>
          <a:prstGeom prst="bentConnector3">
            <a:avLst>
              <a:gd name="adj1" fmla="val 8828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23C4C51-0097-C6F4-1591-1FC0F817AF76}"/>
              </a:ext>
            </a:extLst>
          </p:cNvPr>
          <p:cNvCxnSpPr>
            <a:stCxn id="29" idx="3"/>
            <a:endCxn id="8" idx="1"/>
          </p:cNvCxnSpPr>
          <p:nvPr/>
        </p:nvCxnSpPr>
        <p:spPr>
          <a:xfrm>
            <a:off x="5703859" y="5314721"/>
            <a:ext cx="2739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36805BB3-9372-DAFC-FF06-03722FAD9656}"/>
              </a:ext>
            </a:extLst>
          </p:cNvPr>
          <p:cNvCxnSpPr>
            <a:stCxn id="17" idx="2"/>
            <a:endCxn id="22" idx="1"/>
          </p:cNvCxnSpPr>
          <p:nvPr/>
        </p:nvCxnSpPr>
        <p:spPr>
          <a:xfrm>
            <a:off x="1185028" y="2619243"/>
            <a:ext cx="7218" cy="5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8007BF5-12EF-00C7-2C24-EF599D82B7E6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9" name="Paralelogramo 12">
            <a:extLst>
              <a:ext uri="{FF2B5EF4-FFF2-40B4-BE49-F238E27FC236}">
                <a16:creationId xmlns:a16="http://schemas.microsoft.com/office/drawing/2014/main" id="{3C235D6C-1228-B6DA-3775-5BA0579897A6}"/>
              </a:ext>
            </a:extLst>
          </p:cNvPr>
          <p:cNvSpPr/>
          <p:nvPr/>
        </p:nvSpPr>
        <p:spPr>
          <a:xfrm>
            <a:off x="8597895" y="1566250"/>
            <a:ext cx="1120233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1" name="Paralelogramo 12">
            <a:extLst>
              <a:ext uri="{FF2B5EF4-FFF2-40B4-BE49-F238E27FC236}">
                <a16:creationId xmlns:a16="http://schemas.microsoft.com/office/drawing/2014/main" id="{F4F693C2-B31A-77C1-AAC6-854CFBB8E8F8}"/>
              </a:ext>
            </a:extLst>
          </p:cNvPr>
          <p:cNvSpPr/>
          <p:nvPr/>
        </p:nvSpPr>
        <p:spPr>
          <a:xfrm>
            <a:off x="8597895" y="2085341"/>
            <a:ext cx="1077702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9F8A3CF4-C41D-5255-8091-A04E4ADEAFCA}"/>
              </a:ext>
            </a:extLst>
          </p:cNvPr>
          <p:cNvSpPr/>
          <p:nvPr/>
        </p:nvSpPr>
        <p:spPr>
          <a:xfrm>
            <a:off x="8597895" y="2593031"/>
            <a:ext cx="1098968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9" name="Paralelogramo 12">
            <a:extLst>
              <a:ext uri="{FF2B5EF4-FFF2-40B4-BE49-F238E27FC236}">
                <a16:creationId xmlns:a16="http://schemas.microsoft.com/office/drawing/2014/main" id="{B5D239F1-3064-E79D-FED7-7D9CCAE86ECA}"/>
              </a:ext>
            </a:extLst>
          </p:cNvPr>
          <p:cNvSpPr/>
          <p:nvPr/>
        </p:nvSpPr>
        <p:spPr>
          <a:xfrm>
            <a:off x="8597895" y="3101052"/>
            <a:ext cx="1109600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61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318160" y="2529558"/>
            <a:ext cx="1079942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2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182786" y="2054425"/>
            <a:ext cx="1424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66" name="65 Conector angular"/>
          <p:cNvCxnSpPr>
            <a:stCxn id="24" idx="2"/>
            <a:endCxn id="61" idx="2"/>
          </p:cNvCxnSpPr>
          <p:nvPr/>
        </p:nvCxnSpPr>
        <p:spPr>
          <a:xfrm rot="5400000" flipH="1" flipV="1">
            <a:off x="9194082" y="1912555"/>
            <a:ext cx="715846" cy="2612251"/>
          </a:xfrm>
          <a:prstGeom prst="bentConnector3">
            <a:avLst>
              <a:gd name="adj1" fmla="val -3193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118">
            <a:extLst>
              <a:ext uri="{FF2B5EF4-FFF2-40B4-BE49-F238E27FC236}">
                <a16:creationId xmlns:a16="http://schemas.microsoft.com/office/drawing/2014/main" id="{8E1DF5D1-D141-2EFE-B930-9135E57BD4D9}"/>
              </a:ext>
            </a:extLst>
          </p:cNvPr>
          <p:cNvSpPr txBox="1"/>
          <p:nvPr/>
        </p:nvSpPr>
        <p:spPr>
          <a:xfrm>
            <a:off x="11117194" y="560196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8444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61D3-9815-32DF-C104-8D3EA79C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09B813E2-F6A4-57DE-6AA5-6B7EB5F4A03A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BA33E93-59E0-9687-6069-F61B8670B2F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2E1495B-80DA-4170-C46D-F9FED858D84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9B007AA-736A-152C-1C53-2B264992F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B3910E7-6821-5791-A4DA-35280C3FAC21}"/>
              </a:ext>
            </a:extLst>
          </p:cNvPr>
          <p:cNvSpPr/>
          <p:nvPr/>
        </p:nvSpPr>
        <p:spPr>
          <a:xfrm>
            <a:off x="142800" y="1260358"/>
            <a:ext cx="188920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0D498D-2EB4-F080-7E3C-9995443356C5}"/>
              </a:ext>
            </a:extLst>
          </p:cNvPr>
          <p:cNvSpPr/>
          <p:nvPr/>
        </p:nvSpPr>
        <p:spPr>
          <a:xfrm>
            <a:off x="5875781" y="1260358"/>
            <a:ext cx="897160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647239C-A033-A91C-D16B-43BEE65ED7E0}"/>
              </a:ext>
            </a:extLst>
          </p:cNvPr>
          <p:cNvSpPr/>
          <p:nvPr/>
        </p:nvSpPr>
        <p:spPr>
          <a:xfrm>
            <a:off x="6924676" y="1260358"/>
            <a:ext cx="5114366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75C8BB-7A7E-A5A4-9505-5B9D3C50FF6B}"/>
              </a:ext>
            </a:extLst>
          </p:cNvPr>
          <p:cNvSpPr/>
          <p:nvPr/>
        </p:nvSpPr>
        <p:spPr>
          <a:xfrm>
            <a:off x="2146961" y="1260358"/>
            <a:ext cx="1636738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20635C-CBE2-5154-D615-224F5ADB7B76}"/>
              </a:ext>
            </a:extLst>
          </p:cNvPr>
          <p:cNvSpPr/>
          <p:nvPr/>
        </p:nvSpPr>
        <p:spPr>
          <a:xfrm>
            <a:off x="383365" y="2053681"/>
            <a:ext cx="141473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919B2E7-C30D-CA48-9EE3-8C2288D86853}"/>
              </a:ext>
            </a:extLst>
          </p:cNvPr>
          <p:cNvSpPr txBox="1"/>
          <p:nvPr/>
        </p:nvSpPr>
        <p:spPr>
          <a:xfrm>
            <a:off x="4407117" y="5292597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4C0959B-A471-361C-3678-C68CC42E691F}"/>
              </a:ext>
            </a:extLst>
          </p:cNvPr>
          <p:cNvSpPr txBox="1"/>
          <p:nvPr/>
        </p:nvSpPr>
        <p:spPr>
          <a:xfrm>
            <a:off x="4407117" y="268907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EF3DE96F-6948-11D2-12E5-B72F6E0CB072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1798096" y="2336462"/>
            <a:ext cx="2609021" cy="31217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9F53ACC-26A3-CF74-4538-35A129C6A014}"/>
              </a:ext>
            </a:extLst>
          </p:cNvPr>
          <p:cNvSpPr txBox="1"/>
          <p:nvPr/>
        </p:nvSpPr>
        <p:spPr>
          <a:xfrm>
            <a:off x="5866478" y="871394"/>
            <a:ext cx="619001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BC3E1F69-DF11-7294-3DCE-3EADB2CE03E0}"/>
              </a:ext>
            </a:extLst>
          </p:cNvPr>
          <p:cNvSpPr/>
          <p:nvPr/>
        </p:nvSpPr>
        <p:spPr>
          <a:xfrm>
            <a:off x="7383332" y="2684536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8019D24F-A92B-2007-E215-6695C5F0B9F4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>
            <a:off x="5487117" y="2854670"/>
            <a:ext cx="1896215" cy="9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4B7D00F-193E-6C64-F496-1AC769AB9A3E}"/>
              </a:ext>
            </a:extLst>
          </p:cNvPr>
          <p:cNvSpPr txBox="1"/>
          <p:nvPr/>
        </p:nvSpPr>
        <p:spPr>
          <a:xfrm>
            <a:off x="142799" y="881426"/>
            <a:ext cx="1889201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D0566BC1-7553-4059-6E77-10D00B0D2A1A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798096" y="2336462"/>
            <a:ext cx="2609021" cy="518208"/>
          </a:xfrm>
          <a:prstGeom prst="bentConnector3">
            <a:avLst>
              <a:gd name="adj1" fmla="val 8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790DCB1-F62A-C1FC-B111-A603B5220059}"/>
              </a:ext>
            </a:extLst>
          </p:cNvPr>
          <p:cNvSpPr/>
          <p:nvPr/>
        </p:nvSpPr>
        <p:spPr>
          <a:xfrm>
            <a:off x="924440" y="323577"/>
            <a:ext cx="904518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C9FFC62C-9322-9D08-109C-43B90CD44D03}"/>
              </a:ext>
            </a:extLst>
          </p:cNvPr>
          <p:cNvSpPr/>
          <p:nvPr/>
        </p:nvSpPr>
        <p:spPr>
          <a:xfrm>
            <a:off x="10742454" y="6249225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D6C4B6C7-F59A-A96D-52D0-F7C4EA32AF71}"/>
              </a:ext>
            </a:extLst>
          </p:cNvPr>
          <p:cNvSpPr txBox="1"/>
          <p:nvPr/>
        </p:nvSpPr>
        <p:spPr>
          <a:xfrm>
            <a:off x="9651834" y="6275584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B898D3E7-807B-7B07-4D47-436609F9E6E9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 flipV="1">
            <a:off x="10524525" y="6455548"/>
            <a:ext cx="269510" cy="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65685664-715C-A562-1B12-DF737430CE2C}"/>
              </a:ext>
            </a:extLst>
          </p:cNvPr>
          <p:cNvSpPr/>
          <p:nvPr/>
        </p:nvSpPr>
        <p:spPr>
          <a:xfrm>
            <a:off x="10794035" y="5206000"/>
            <a:ext cx="1171424" cy="32178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528307C2-2D03-3BA8-0F60-C0A2FF236DC1}"/>
              </a:ext>
            </a:extLst>
          </p:cNvPr>
          <p:cNvSpPr/>
          <p:nvPr/>
        </p:nvSpPr>
        <p:spPr>
          <a:xfrm>
            <a:off x="10705257" y="5645038"/>
            <a:ext cx="1166837" cy="321748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7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DB106718-0C89-8C66-016B-1DD6A6AD7A5A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 flipV="1">
            <a:off x="5487117" y="5366892"/>
            <a:ext cx="5347141" cy="91305"/>
          </a:xfrm>
          <a:prstGeom prst="bentConnector3">
            <a:avLst>
              <a:gd name="adj1" fmla="val 88833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886D0D57-5CB5-D3EB-07A7-9A59A7F732D5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5487117" y="5458197"/>
            <a:ext cx="5258359" cy="347715"/>
          </a:xfrm>
          <a:prstGeom prst="bentConnector3">
            <a:avLst>
              <a:gd name="adj1" fmla="val 90575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A58D855-2DB0-B783-4916-172D26E93710}"/>
              </a:ext>
            </a:extLst>
          </p:cNvPr>
          <p:cNvSpPr txBox="1"/>
          <p:nvPr/>
        </p:nvSpPr>
        <p:spPr>
          <a:xfrm>
            <a:off x="194771" y="403556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7E47A3D2-FA2A-713B-45C2-719353118A6A}"/>
              </a:ext>
            </a:extLst>
          </p:cNvPr>
          <p:cNvSpPr/>
          <p:nvPr/>
        </p:nvSpPr>
        <p:spPr>
          <a:xfrm>
            <a:off x="639422" y="3198073"/>
            <a:ext cx="893923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E1525058-04B6-646B-82B0-74343DC23F34}"/>
              </a:ext>
            </a:extLst>
          </p:cNvPr>
          <p:cNvSpPr/>
          <p:nvPr/>
        </p:nvSpPr>
        <p:spPr>
          <a:xfrm>
            <a:off x="3900563" y="1260358"/>
            <a:ext cx="1818042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B66B6F-EA5F-F104-6B55-6DC39C7874BB}"/>
              </a:ext>
            </a:extLst>
          </p:cNvPr>
          <p:cNvSpPr txBox="1"/>
          <p:nvPr/>
        </p:nvSpPr>
        <p:spPr>
          <a:xfrm>
            <a:off x="2730854" y="5634565"/>
            <a:ext cx="888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2D00E2-F609-0384-B309-16ABA5A31257}"/>
              </a:ext>
            </a:extLst>
          </p:cNvPr>
          <p:cNvSpPr txBox="1"/>
          <p:nvPr/>
        </p:nvSpPr>
        <p:spPr>
          <a:xfrm>
            <a:off x="3900563" y="881426"/>
            <a:ext cx="1801335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847773-0C56-B0FB-93A0-E7329FC054F9}"/>
              </a:ext>
            </a:extLst>
          </p:cNvPr>
          <p:cNvSpPr txBox="1"/>
          <p:nvPr/>
        </p:nvSpPr>
        <p:spPr>
          <a:xfrm>
            <a:off x="2143760" y="881426"/>
            <a:ext cx="164308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E0FFE1C2-D906-3CB8-CA69-CF191219B375}"/>
              </a:ext>
            </a:extLst>
          </p:cNvPr>
          <p:cNvSpPr/>
          <p:nvPr/>
        </p:nvSpPr>
        <p:spPr>
          <a:xfrm>
            <a:off x="8406300" y="2639505"/>
            <a:ext cx="1091597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BB3CCA-87EB-C808-C2AE-F0E05AFA50FF}"/>
              </a:ext>
            </a:extLst>
          </p:cNvPr>
          <p:cNvSpPr txBox="1"/>
          <p:nvPr/>
        </p:nvSpPr>
        <p:spPr>
          <a:xfrm>
            <a:off x="152960" y="149735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B78DCD4-114A-8647-04D8-EFF19D57EA25}"/>
              </a:ext>
            </a:extLst>
          </p:cNvPr>
          <p:cNvSpPr/>
          <p:nvPr/>
        </p:nvSpPr>
        <p:spPr>
          <a:xfrm>
            <a:off x="2197350" y="6297059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3B26506C-6010-D25F-4265-AC7A7ECD842E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798096" y="2336462"/>
            <a:ext cx="888009" cy="39605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001CB953-63DC-BB6A-4E0D-E9D097B76811}"/>
              </a:ext>
            </a:extLst>
          </p:cNvPr>
          <p:cNvSpPr/>
          <p:nvPr/>
        </p:nvSpPr>
        <p:spPr>
          <a:xfrm>
            <a:off x="7383332" y="1677880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2FEDF707-4FE5-D745-64D8-61B24DB7EDB6}"/>
              </a:ext>
            </a:extLst>
          </p:cNvPr>
          <p:cNvSpPr/>
          <p:nvPr/>
        </p:nvSpPr>
        <p:spPr>
          <a:xfrm>
            <a:off x="7383332" y="2168572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72C26A86-7A41-0A2B-FF54-DA2A4786CCC1}"/>
              </a:ext>
            </a:extLst>
          </p:cNvPr>
          <p:cNvSpPr txBox="1"/>
          <p:nvPr/>
        </p:nvSpPr>
        <p:spPr>
          <a:xfrm>
            <a:off x="4407117" y="169069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1D00FB7C-C827-74E6-122F-5527CB8BA589}"/>
              </a:ext>
            </a:extLst>
          </p:cNvPr>
          <p:cNvSpPr txBox="1"/>
          <p:nvPr/>
        </p:nvSpPr>
        <p:spPr>
          <a:xfrm>
            <a:off x="4407117" y="218235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7C2C0F0A-0F0B-2D13-B726-462BCDE7E2FF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>
            <a:off x="1798096" y="2336462"/>
            <a:ext cx="2609021" cy="11489"/>
          </a:xfrm>
          <a:prstGeom prst="bentConnector3">
            <a:avLst>
              <a:gd name="adj1" fmla="val 881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4D415843-3E5E-89AA-EADB-C10305ADB13B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798096" y="1856295"/>
            <a:ext cx="2609021" cy="480167"/>
          </a:xfrm>
          <a:prstGeom prst="bentConnector3">
            <a:avLst>
              <a:gd name="adj1" fmla="val 8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3552ACA4-7FE8-AA9D-5FAB-882E6F1D9C8E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>
            <a:off x="5487117" y="1856295"/>
            <a:ext cx="1896215" cy="15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ralelogramo 26">
            <a:extLst>
              <a:ext uri="{FF2B5EF4-FFF2-40B4-BE49-F238E27FC236}">
                <a16:creationId xmlns:a16="http://schemas.microsoft.com/office/drawing/2014/main" id="{94E7110D-811A-37CC-E1EC-8724A68E9EC9}"/>
              </a:ext>
            </a:extLst>
          </p:cNvPr>
          <p:cNvSpPr/>
          <p:nvPr/>
        </p:nvSpPr>
        <p:spPr>
          <a:xfrm>
            <a:off x="8406300" y="2125104"/>
            <a:ext cx="1091597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BFF4F07C-5C82-CBC4-EFB1-A1AE3494723B}"/>
              </a:ext>
            </a:extLst>
          </p:cNvPr>
          <p:cNvSpPr/>
          <p:nvPr/>
        </p:nvSpPr>
        <p:spPr>
          <a:xfrm>
            <a:off x="8427397" y="1607229"/>
            <a:ext cx="1091597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E96139-DA85-D241-7CA5-3F6077D97064}"/>
              </a:ext>
            </a:extLst>
          </p:cNvPr>
          <p:cNvSpPr txBox="1"/>
          <p:nvPr/>
        </p:nvSpPr>
        <p:spPr>
          <a:xfrm>
            <a:off x="4407117" y="323609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B5E9672-A2D1-C493-0F5F-E5D0B12C8811}"/>
              </a:ext>
            </a:extLst>
          </p:cNvPr>
          <p:cNvSpPr txBox="1"/>
          <p:nvPr/>
        </p:nvSpPr>
        <p:spPr>
          <a:xfrm>
            <a:off x="4407117" y="474627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7918D9-12F2-AE22-783C-D38923670C1A}"/>
              </a:ext>
            </a:extLst>
          </p:cNvPr>
          <p:cNvSpPr/>
          <p:nvPr/>
        </p:nvSpPr>
        <p:spPr>
          <a:xfrm>
            <a:off x="9667278" y="4718557"/>
            <a:ext cx="1079854" cy="433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Actualizar Reporte Dcto. ZZZ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0D3CFF6-F7CA-7ECB-C523-81523FD0F1ED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5487117" y="4911878"/>
            <a:ext cx="4180161" cy="2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7F52160-2E57-20A8-87FD-0AD73475839D}"/>
              </a:ext>
            </a:extLst>
          </p:cNvPr>
          <p:cNvCxnSpPr>
            <a:stCxn id="23" idx="3"/>
            <a:endCxn id="68" idx="1"/>
          </p:cNvCxnSpPr>
          <p:nvPr/>
        </p:nvCxnSpPr>
        <p:spPr>
          <a:xfrm flipV="1">
            <a:off x="3174859" y="6455584"/>
            <a:ext cx="6476975" cy="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>
            <a:extLst>
              <a:ext uri="{FF2B5EF4-FFF2-40B4-BE49-F238E27FC236}">
                <a16:creationId xmlns:a16="http://schemas.microsoft.com/office/drawing/2014/main" id="{F17F25AF-9FAE-206E-5BEE-6091FD1F9FFD}"/>
              </a:ext>
            </a:extLst>
          </p:cNvPr>
          <p:cNvGrpSpPr/>
          <p:nvPr/>
        </p:nvGrpSpPr>
        <p:grpSpPr>
          <a:xfrm>
            <a:off x="7375516" y="3266935"/>
            <a:ext cx="1350848" cy="920397"/>
            <a:chOff x="8421557" y="3441226"/>
            <a:chExt cx="1350848" cy="92039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4520E32-8FBF-E76D-D050-01AA70F87AF6}"/>
                </a:ext>
              </a:extLst>
            </p:cNvPr>
            <p:cNvSpPr/>
            <p:nvPr/>
          </p:nvSpPr>
          <p:spPr>
            <a:xfrm>
              <a:off x="8421557" y="3441226"/>
              <a:ext cx="1080000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Entrega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35A3E218-3CEF-3C1B-DF96-0990503AB68C}"/>
                </a:ext>
              </a:extLst>
            </p:cNvPr>
            <p:cNvSpPr/>
            <p:nvPr/>
          </p:nvSpPr>
          <p:spPr>
            <a:xfrm>
              <a:off x="8556981" y="3676505"/>
              <a:ext cx="1080000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Salida Mercancías</a:t>
              </a:r>
            </a:p>
          </p:txBody>
        </p:sp>
        <p:sp>
          <p:nvSpPr>
            <p:cNvPr id="35" name="Diagrama de flujo: documento 13">
              <a:extLst>
                <a:ext uri="{FF2B5EF4-FFF2-40B4-BE49-F238E27FC236}">
                  <a16:creationId xmlns:a16="http://schemas.microsoft.com/office/drawing/2014/main" id="{B527EFEA-0673-CCC7-520C-344879FCC1CA}"/>
                </a:ext>
              </a:extLst>
            </p:cNvPr>
            <p:cNvSpPr/>
            <p:nvPr/>
          </p:nvSpPr>
          <p:spPr>
            <a:xfrm>
              <a:off x="8921610" y="3971068"/>
              <a:ext cx="850795" cy="390555"/>
            </a:xfrm>
            <a:prstGeom prst="flowChartDocumen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Factura CFDI</a:t>
              </a:r>
            </a:p>
          </p:txBody>
        </p:sp>
      </p:grp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984DB1E-7138-AC9D-73C4-9E3AD1CC4C19}"/>
              </a:ext>
            </a:extLst>
          </p:cNvPr>
          <p:cNvCxnSpPr>
            <a:stCxn id="8" idx="3"/>
            <a:endCxn id="40" idx="1"/>
          </p:cNvCxnSpPr>
          <p:nvPr/>
        </p:nvCxnSpPr>
        <p:spPr>
          <a:xfrm>
            <a:off x="5487117" y="3401691"/>
            <a:ext cx="1888399" cy="2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D234FF56-F791-ADF8-E0BA-436D4259D5B0}"/>
              </a:ext>
            </a:extLst>
          </p:cNvPr>
          <p:cNvSpPr/>
          <p:nvPr/>
        </p:nvSpPr>
        <p:spPr>
          <a:xfrm>
            <a:off x="8347678" y="3121416"/>
            <a:ext cx="1091597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5CB34ACF-6084-A99A-3BE6-8B1C8ED1CDC1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1798096" y="2336462"/>
            <a:ext cx="2609021" cy="25754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83642A4-0471-9C13-19B4-45E50C9FCA8B}"/>
              </a:ext>
            </a:extLst>
          </p:cNvPr>
          <p:cNvSpPr txBox="1"/>
          <p:nvPr/>
        </p:nvSpPr>
        <p:spPr>
          <a:xfrm>
            <a:off x="4407117" y="427381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43DE90E8-170D-895D-C3FE-D00BEB3E640F}"/>
              </a:ext>
            </a:extLst>
          </p:cNvPr>
          <p:cNvCxnSpPr>
            <a:stCxn id="17" idx="2"/>
            <a:endCxn id="22" idx="1"/>
          </p:cNvCxnSpPr>
          <p:nvPr/>
        </p:nvCxnSpPr>
        <p:spPr>
          <a:xfrm flipH="1">
            <a:off x="1086384" y="2619243"/>
            <a:ext cx="4347" cy="5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6EEA7A99-882E-9778-A784-BA3439F567E8}"/>
              </a:ext>
            </a:extLst>
          </p:cNvPr>
          <p:cNvSpPr/>
          <p:nvPr/>
        </p:nvSpPr>
        <p:spPr>
          <a:xfrm>
            <a:off x="8421557" y="4262759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7C081F83-27A8-8E67-ABFA-687C3EF3A51D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487117" y="2347951"/>
            <a:ext cx="1896215" cy="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angular 104">
            <a:extLst>
              <a:ext uri="{FF2B5EF4-FFF2-40B4-BE49-F238E27FC236}">
                <a16:creationId xmlns:a16="http://schemas.microsoft.com/office/drawing/2014/main" id="{BFF465E0-C9B6-7108-301E-A5F589624D82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>
            <a:off x="1798096" y="2336462"/>
            <a:ext cx="2153819" cy="1560989"/>
          </a:xfrm>
          <a:prstGeom prst="bentConnector3">
            <a:avLst>
              <a:gd name="adj1" fmla="val 60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angular 110">
            <a:extLst>
              <a:ext uri="{FF2B5EF4-FFF2-40B4-BE49-F238E27FC236}">
                <a16:creationId xmlns:a16="http://schemas.microsoft.com/office/drawing/2014/main" id="{C7F48DB7-D19A-02C0-CE15-7301D13F6A34}"/>
              </a:ext>
            </a:extLst>
          </p:cNvPr>
          <p:cNvCxnSpPr>
            <a:stCxn id="4" idx="3"/>
            <a:endCxn id="56" idx="1"/>
          </p:cNvCxnSpPr>
          <p:nvPr/>
        </p:nvCxnSpPr>
        <p:spPr>
          <a:xfrm>
            <a:off x="5487117" y="4439418"/>
            <a:ext cx="2934440" cy="33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mbo 8">
            <a:extLst>
              <a:ext uri="{FF2B5EF4-FFF2-40B4-BE49-F238E27FC236}">
                <a16:creationId xmlns:a16="http://schemas.microsoft.com/office/drawing/2014/main" id="{F7C44877-F646-660D-775D-E28948C49D3E}"/>
              </a:ext>
            </a:extLst>
          </p:cNvPr>
          <p:cNvSpPr/>
          <p:nvPr/>
        </p:nvSpPr>
        <p:spPr>
          <a:xfrm>
            <a:off x="3951915" y="3761090"/>
            <a:ext cx="269174" cy="27272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angular 104">
            <a:extLst>
              <a:ext uri="{FF2B5EF4-FFF2-40B4-BE49-F238E27FC236}">
                <a16:creationId xmlns:a16="http://schemas.microsoft.com/office/drawing/2014/main" id="{575096C8-4322-A12B-DFBA-21E2D9B0F7CA}"/>
              </a:ext>
            </a:extLst>
          </p:cNvPr>
          <p:cNvCxnSpPr>
            <a:cxnSpLocks/>
            <a:stCxn id="9" idx="2"/>
            <a:endCxn id="4" idx="1"/>
          </p:cNvCxnSpPr>
          <p:nvPr/>
        </p:nvCxnSpPr>
        <p:spPr>
          <a:xfrm rot="16200000" flipH="1">
            <a:off x="4044006" y="4076306"/>
            <a:ext cx="405607" cy="3206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104">
            <a:extLst>
              <a:ext uri="{FF2B5EF4-FFF2-40B4-BE49-F238E27FC236}">
                <a16:creationId xmlns:a16="http://schemas.microsoft.com/office/drawing/2014/main" id="{CD0649BC-461D-FD8D-9560-FDCE48DAC2A3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5400000" flipH="1" flipV="1">
            <a:off x="4067110" y="3421084"/>
            <a:ext cx="359399" cy="3206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BDB06F3F-6765-FE4F-F117-EB16249B8CD3}"/>
              </a:ext>
            </a:extLst>
          </p:cNvPr>
          <p:cNvSpPr/>
          <p:nvPr/>
        </p:nvSpPr>
        <p:spPr>
          <a:xfrm>
            <a:off x="9385903" y="4198982"/>
            <a:ext cx="1091597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69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289585" y="2577183"/>
            <a:ext cx="1079942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71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154211" y="2102050"/>
            <a:ext cx="1424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81" name="80 Conector angular"/>
          <p:cNvCxnSpPr>
            <a:stCxn id="35" idx="3"/>
            <a:endCxn id="69" idx="2"/>
          </p:cNvCxnSpPr>
          <p:nvPr/>
        </p:nvCxnSpPr>
        <p:spPr>
          <a:xfrm flipV="1">
            <a:off x="8726364" y="2908383"/>
            <a:ext cx="2103192" cy="108367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>
            <a:endCxn id="56" idx="0"/>
          </p:cNvCxnSpPr>
          <p:nvPr/>
        </p:nvCxnSpPr>
        <p:spPr>
          <a:xfrm rot="5400000">
            <a:off x="8844924" y="4125608"/>
            <a:ext cx="271784" cy="2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118">
            <a:extLst>
              <a:ext uri="{FF2B5EF4-FFF2-40B4-BE49-F238E27FC236}">
                <a16:creationId xmlns:a16="http://schemas.microsoft.com/office/drawing/2014/main" id="{4C0B34C9-5B45-BE34-79BF-A97D0DD81E40}"/>
              </a:ext>
            </a:extLst>
          </p:cNvPr>
          <p:cNvSpPr txBox="1"/>
          <p:nvPr/>
        </p:nvSpPr>
        <p:spPr>
          <a:xfrm>
            <a:off x="11039226" y="606821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298931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066E-6B9A-6B96-ABDD-E6DEB2C1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0B497D58-DEA0-F9D9-22AB-32C953F8F0BE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E51B766-F53B-5D56-D518-C8B14EDCC2A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A4CF8E1-CF7B-7780-16F3-A39D7E0813E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353C5E8-650A-26E4-662E-9C7325EF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5ABFF71-E2A8-B75B-C00B-6C784F7ECA50}"/>
              </a:ext>
            </a:extLst>
          </p:cNvPr>
          <p:cNvSpPr/>
          <p:nvPr/>
        </p:nvSpPr>
        <p:spPr>
          <a:xfrm>
            <a:off x="142800" y="1260358"/>
            <a:ext cx="188920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CC0AF4-64F1-AA62-ECD6-1DEF1C6E3056}"/>
              </a:ext>
            </a:extLst>
          </p:cNvPr>
          <p:cNvSpPr/>
          <p:nvPr/>
        </p:nvSpPr>
        <p:spPr>
          <a:xfrm>
            <a:off x="5875780" y="1260358"/>
            <a:ext cx="134678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2E56A8-4050-621F-B11A-FF8943796DD2}"/>
              </a:ext>
            </a:extLst>
          </p:cNvPr>
          <p:cNvSpPr/>
          <p:nvPr/>
        </p:nvSpPr>
        <p:spPr>
          <a:xfrm>
            <a:off x="7379736" y="1260358"/>
            <a:ext cx="4659305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58FD1E-821F-0A9A-BB34-A1C1355838F6}"/>
              </a:ext>
            </a:extLst>
          </p:cNvPr>
          <p:cNvSpPr/>
          <p:nvPr/>
        </p:nvSpPr>
        <p:spPr>
          <a:xfrm>
            <a:off x="2146961" y="1260358"/>
            <a:ext cx="1636738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B907BC-E754-7A5E-9FCE-65ACD762916A}"/>
              </a:ext>
            </a:extLst>
          </p:cNvPr>
          <p:cNvSpPr/>
          <p:nvPr/>
        </p:nvSpPr>
        <p:spPr>
          <a:xfrm>
            <a:off x="383365" y="2053681"/>
            <a:ext cx="141473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57BDE64-6C3B-3A5E-9A4F-D1838A3BA6D4}"/>
              </a:ext>
            </a:extLst>
          </p:cNvPr>
          <p:cNvSpPr txBox="1"/>
          <p:nvPr/>
        </p:nvSpPr>
        <p:spPr>
          <a:xfrm>
            <a:off x="5866478" y="871394"/>
            <a:ext cx="619001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059247-72D5-40FA-1AA4-E009260300A6}"/>
              </a:ext>
            </a:extLst>
          </p:cNvPr>
          <p:cNvSpPr txBox="1"/>
          <p:nvPr/>
        </p:nvSpPr>
        <p:spPr>
          <a:xfrm>
            <a:off x="142799" y="881426"/>
            <a:ext cx="1889201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842253A-9A53-D152-5AE4-2F00BC3B2F5C}"/>
              </a:ext>
            </a:extLst>
          </p:cNvPr>
          <p:cNvSpPr/>
          <p:nvPr/>
        </p:nvSpPr>
        <p:spPr>
          <a:xfrm>
            <a:off x="924441" y="323577"/>
            <a:ext cx="427320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90CE94F2-92CD-E126-5561-B5F211AA3DC9}"/>
              </a:ext>
            </a:extLst>
          </p:cNvPr>
          <p:cNvSpPr/>
          <p:nvPr/>
        </p:nvSpPr>
        <p:spPr>
          <a:xfrm>
            <a:off x="10358864" y="4472659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4699B1A4-DB2E-F60B-7A20-888A45749F50}"/>
              </a:ext>
            </a:extLst>
          </p:cNvPr>
          <p:cNvSpPr txBox="1"/>
          <p:nvPr/>
        </p:nvSpPr>
        <p:spPr>
          <a:xfrm>
            <a:off x="7960013" y="4505485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84A473-0B61-BEB5-3023-ED31709DE928}"/>
              </a:ext>
            </a:extLst>
          </p:cNvPr>
          <p:cNvSpPr txBox="1"/>
          <p:nvPr/>
        </p:nvSpPr>
        <p:spPr>
          <a:xfrm>
            <a:off x="194771" y="403556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0F490325-1445-8027-2E9B-3A253931F242}"/>
              </a:ext>
            </a:extLst>
          </p:cNvPr>
          <p:cNvSpPr/>
          <p:nvPr/>
        </p:nvSpPr>
        <p:spPr>
          <a:xfrm>
            <a:off x="639422" y="3198073"/>
            <a:ext cx="893923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4CF5848-49CD-87D9-251A-4624206240B4}"/>
              </a:ext>
            </a:extLst>
          </p:cNvPr>
          <p:cNvSpPr/>
          <p:nvPr/>
        </p:nvSpPr>
        <p:spPr>
          <a:xfrm>
            <a:off x="3900563" y="1260358"/>
            <a:ext cx="1818042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9CA943-E38B-4483-E5BE-A3401939C615}"/>
              </a:ext>
            </a:extLst>
          </p:cNvPr>
          <p:cNvSpPr txBox="1"/>
          <p:nvPr/>
        </p:nvSpPr>
        <p:spPr>
          <a:xfrm>
            <a:off x="2692665" y="3720090"/>
            <a:ext cx="888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688291-F2DB-A0F6-33AE-C5922DCB3A3A}"/>
              </a:ext>
            </a:extLst>
          </p:cNvPr>
          <p:cNvSpPr txBox="1"/>
          <p:nvPr/>
        </p:nvSpPr>
        <p:spPr>
          <a:xfrm>
            <a:off x="3900563" y="881426"/>
            <a:ext cx="1801335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EA40C30-0477-E85C-566B-B8E483EEA3D8}"/>
              </a:ext>
            </a:extLst>
          </p:cNvPr>
          <p:cNvSpPr txBox="1"/>
          <p:nvPr/>
        </p:nvSpPr>
        <p:spPr>
          <a:xfrm>
            <a:off x="2143760" y="881426"/>
            <a:ext cx="164308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D4209C-4179-A3E2-FFD1-0290D8201871}"/>
              </a:ext>
            </a:extLst>
          </p:cNvPr>
          <p:cNvSpPr txBox="1"/>
          <p:nvPr/>
        </p:nvSpPr>
        <p:spPr>
          <a:xfrm>
            <a:off x="152960" y="149735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54575D-AC63-43F6-6DD4-B3EE9F2BCE24}"/>
              </a:ext>
            </a:extLst>
          </p:cNvPr>
          <p:cNvSpPr/>
          <p:nvPr/>
        </p:nvSpPr>
        <p:spPr>
          <a:xfrm>
            <a:off x="2206144" y="4527142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8B292453-65BD-98E8-ABC9-7EF14FE972FB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798096" y="2336462"/>
            <a:ext cx="896803" cy="21906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44F280C-ADEE-B2B5-43AC-76ECA8377D7B}"/>
              </a:ext>
            </a:extLst>
          </p:cNvPr>
          <p:cNvCxnSpPr>
            <a:stCxn id="17" idx="2"/>
            <a:endCxn id="22" idx="1"/>
          </p:cNvCxnSpPr>
          <p:nvPr/>
        </p:nvCxnSpPr>
        <p:spPr>
          <a:xfrm flipH="1">
            <a:off x="1086384" y="2619243"/>
            <a:ext cx="4347" cy="5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4B8698F7-63B7-85FB-62A6-5A8A4DB4751E}"/>
              </a:ext>
            </a:extLst>
          </p:cNvPr>
          <p:cNvSpPr/>
          <p:nvPr/>
        </p:nvSpPr>
        <p:spPr>
          <a:xfrm>
            <a:off x="8516363" y="1851894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NC Disminución de Monedero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82FA074-865A-E43F-6225-577203BF99B7}"/>
              </a:ext>
            </a:extLst>
          </p:cNvPr>
          <p:cNvSpPr/>
          <p:nvPr/>
        </p:nvSpPr>
        <p:spPr>
          <a:xfrm>
            <a:off x="8516363" y="2292943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ND Aumento de Monedero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4BA6D70-911C-CE3E-06E5-37C5B7E8DC84}"/>
              </a:ext>
            </a:extLst>
          </p:cNvPr>
          <p:cNvSpPr txBox="1"/>
          <p:nvPr/>
        </p:nvSpPr>
        <p:spPr>
          <a:xfrm>
            <a:off x="4344905" y="186688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SD20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7A52927-CF79-6708-C241-5A99A2CBB51B}"/>
              </a:ext>
            </a:extLst>
          </p:cNvPr>
          <p:cNvSpPr txBox="1"/>
          <p:nvPr/>
        </p:nvSpPr>
        <p:spPr>
          <a:xfrm>
            <a:off x="4344905" y="233343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SD32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0925383A-E754-2463-B11F-89604A496643}"/>
              </a:ext>
            </a:extLst>
          </p:cNvPr>
          <p:cNvCxnSpPr>
            <a:stCxn id="17" idx="3"/>
            <a:endCxn id="52" idx="1"/>
          </p:cNvCxnSpPr>
          <p:nvPr/>
        </p:nvCxnSpPr>
        <p:spPr>
          <a:xfrm flipV="1">
            <a:off x="1798096" y="2032482"/>
            <a:ext cx="2546809" cy="30398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r 65">
            <a:extLst>
              <a:ext uri="{FF2B5EF4-FFF2-40B4-BE49-F238E27FC236}">
                <a16:creationId xmlns:a16="http://schemas.microsoft.com/office/drawing/2014/main" id="{33430177-4CDF-4108-A281-3EEC40AB80E0}"/>
              </a:ext>
            </a:extLst>
          </p:cNvPr>
          <p:cNvCxnSpPr>
            <a:cxnSpLocks/>
            <a:stCxn id="17" idx="3"/>
            <a:endCxn id="53" idx="1"/>
          </p:cNvCxnSpPr>
          <p:nvPr/>
        </p:nvCxnSpPr>
        <p:spPr>
          <a:xfrm>
            <a:off x="1798096" y="2336462"/>
            <a:ext cx="2546809" cy="16257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DC483543-0363-6334-F222-D4B2EF91EE1B}"/>
              </a:ext>
            </a:extLst>
          </p:cNvPr>
          <p:cNvCxnSpPr>
            <a:stCxn id="52" idx="3"/>
            <a:endCxn id="50" idx="1"/>
          </p:cNvCxnSpPr>
          <p:nvPr/>
        </p:nvCxnSpPr>
        <p:spPr>
          <a:xfrm flipV="1">
            <a:off x="5424905" y="2031894"/>
            <a:ext cx="3091458" cy="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D1B3E878-09F1-2F90-50FD-C45C93ADD9CB}"/>
              </a:ext>
            </a:extLst>
          </p:cNvPr>
          <p:cNvCxnSpPr>
            <a:stCxn id="53" idx="3"/>
            <a:endCxn id="51" idx="1"/>
          </p:cNvCxnSpPr>
          <p:nvPr/>
        </p:nvCxnSpPr>
        <p:spPr>
          <a:xfrm flipV="1">
            <a:off x="5424905" y="2472943"/>
            <a:ext cx="3091458" cy="2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1FD1E72E-96BB-B3B6-363E-E2B549E4A77D}"/>
              </a:ext>
            </a:extLst>
          </p:cNvPr>
          <p:cNvSpPr/>
          <p:nvPr/>
        </p:nvSpPr>
        <p:spPr>
          <a:xfrm>
            <a:off x="8516363" y="2741763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de Crédito CFDI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A3D0A39-D7E0-08ED-13BC-E09635D8CAED}"/>
              </a:ext>
            </a:extLst>
          </p:cNvPr>
          <p:cNvSpPr txBox="1"/>
          <p:nvPr/>
        </p:nvSpPr>
        <p:spPr>
          <a:xfrm>
            <a:off x="4344905" y="276193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50DAAA88-1CB1-3C08-3D36-56816DA0FE70}"/>
              </a:ext>
            </a:extLst>
          </p:cNvPr>
          <p:cNvCxnSpPr>
            <a:stCxn id="145" idx="3"/>
            <a:endCxn id="144" idx="1"/>
          </p:cNvCxnSpPr>
          <p:nvPr/>
        </p:nvCxnSpPr>
        <p:spPr>
          <a:xfrm flipV="1">
            <a:off x="5424905" y="2921763"/>
            <a:ext cx="3091458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angular 148">
            <a:extLst>
              <a:ext uri="{FF2B5EF4-FFF2-40B4-BE49-F238E27FC236}">
                <a16:creationId xmlns:a16="http://schemas.microsoft.com/office/drawing/2014/main" id="{0B457F95-7881-547F-6725-F92367596AA2}"/>
              </a:ext>
            </a:extLst>
          </p:cNvPr>
          <p:cNvCxnSpPr>
            <a:stCxn id="17" idx="3"/>
            <a:endCxn id="145" idx="1"/>
          </p:cNvCxnSpPr>
          <p:nvPr/>
        </p:nvCxnSpPr>
        <p:spPr>
          <a:xfrm>
            <a:off x="1798096" y="2336462"/>
            <a:ext cx="2546809" cy="59107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98F839C-22EE-0ADD-3610-65D3B0DC312F}"/>
              </a:ext>
            </a:extLst>
          </p:cNvPr>
          <p:cNvSpPr txBox="1"/>
          <p:nvPr/>
        </p:nvSpPr>
        <p:spPr>
          <a:xfrm>
            <a:off x="8826705" y="4769460"/>
            <a:ext cx="1672277" cy="4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solidFill>
                  <a:srgbClr val="000000"/>
                </a:solidFill>
                <a:latin typeface="Arial Nova" panose="020B0504020202020204" pitchFamily="34" charset="0"/>
              </a:rPr>
              <a:t>Actualización por disminución prorrateada de saldo de parcialidades (monedero)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D1EEDD3-23FE-6DBC-2629-A5D9A893CDF2}"/>
              </a:ext>
            </a:extLst>
          </p:cNvPr>
          <p:cNvCxnSpPr>
            <a:stCxn id="23" idx="3"/>
            <a:endCxn id="68" idx="1"/>
          </p:cNvCxnSpPr>
          <p:nvPr/>
        </p:nvCxnSpPr>
        <p:spPr>
          <a:xfrm flipV="1">
            <a:off x="3183653" y="4685485"/>
            <a:ext cx="4776360" cy="3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4882897A-2909-0B8C-CFF9-80C046B85ECE}"/>
              </a:ext>
            </a:extLst>
          </p:cNvPr>
          <p:cNvCxnSpPr>
            <a:stCxn id="68" idx="3"/>
            <a:endCxn id="36" idx="5"/>
          </p:cNvCxnSpPr>
          <p:nvPr/>
        </p:nvCxnSpPr>
        <p:spPr>
          <a:xfrm flipV="1">
            <a:off x="8832704" y="4678982"/>
            <a:ext cx="1577741" cy="6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638A547-AFE1-6663-DBFC-CB3DE376F17F}"/>
              </a:ext>
            </a:extLst>
          </p:cNvPr>
          <p:cNvSpPr txBox="1"/>
          <p:nvPr/>
        </p:nvSpPr>
        <p:spPr>
          <a:xfrm>
            <a:off x="9919197" y="1805230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NC Disminución de Monedero no contabiliza, no afecta ZSplits ni tampoco se timbra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637D4C-B5F8-E62A-8E6D-F8DF8F3AC967}"/>
              </a:ext>
            </a:extLst>
          </p:cNvPr>
          <p:cNvSpPr txBox="1"/>
          <p:nvPr/>
        </p:nvSpPr>
        <p:spPr>
          <a:xfrm>
            <a:off x="9919197" y="2236941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ND Aumento de Monedero no contabiliza, no afecta ZSplits ni tampoco se timbra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FC8FCB-594C-0E12-BAE3-D78DF5681C30}"/>
              </a:ext>
            </a:extLst>
          </p:cNvPr>
          <p:cNvSpPr/>
          <p:nvPr/>
        </p:nvSpPr>
        <p:spPr>
          <a:xfrm>
            <a:off x="8516363" y="3386396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Recolección de datos para impresión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9F8B95-ED35-7735-23EE-7618E2500E51}"/>
              </a:ext>
            </a:extLst>
          </p:cNvPr>
          <p:cNvSpPr txBox="1"/>
          <p:nvPr/>
        </p:nvSpPr>
        <p:spPr>
          <a:xfrm>
            <a:off x="4380326" y="342900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N-SD-CON-04</a:t>
            </a:r>
          </a:p>
        </p:txBody>
      </p:sp>
      <p:sp>
        <p:nvSpPr>
          <p:cNvPr id="19" name="CuadroTexto 118">
            <a:extLst>
              <a:ext uri="{FF2B5EF4-FFF2-40B4-BE49-F238E27FC236}">
                <a16:creationId xmlns:a16="http://schemas.microsoft.com/office/drawing/2014/main" id="{55C7DEFB-2546-77B2-2523-32023964894D}"/>
              </a:ext>
            </a:extLst>
          </p:cNvPr>
          <p:cNvSpPr txBox="1"/>
          <p:nvPr/>
        </p:nvSpPr>
        <p:spPr>
          <a:xfrm>
            <a:off x="10194573" y="3423564"/>
            <a:ext cx="1017427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D1F05BC2-585C-26AA-B6ED-555DAC9B39E3}"/>
              </a:ext>
            </a:extLst>
          </p:cNvPr>
          <p:cNvCxnSpPr>
            <a:stCxn id="17" idx="3"/>
            <a:endCxn id="13" idx="1"/>
          </p:cNvCxnSpPr>
          <p:nvPr/>
        </p:nvCxnSpPr>
        <p:spPr>
          <a:xfrm>
            <a:off x="1798096" y="2336462"/>
            <a:ext cx="2582230" cy="1258138"/>
          </a:xfrm>
          <a:prstGeom prst="bentConnector3">
            <a:avLst>
              <a:gd name="adj1" fmla="val 3446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693615E-47FA-6260-F865-26615C13BE08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5460326" y="3594600"/>
            <a:ext cx="3056037" cy="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926BF85-1E46-533D-E25B-669FC993E086}"/>
              </a:ext>
            </a:extLst>
          </p:cNvPr>
          <p:cNvCxnSpPr>
            <a:stCxn id="19" idx="1"/>
            <a:endCxn id="9" idx="3"/>
          </p:cNvCxnSpPr>
          <p:nvPr/>
        </p:nvCxnSpPr>
        <p:spPr>
          <a:xfrm flipH="1" flipV="1">
            <a:off x="9632363" y="3602396"/>
            <a:ext cx="562210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118">
            <a:extLst>
              <a:ext uri="{FF2B5EF4-FFF2-40B4-BE49-F238E27FC236}">
                <a16:creationId xmlns:a16="http://schemas.microsoft.com/office/drawing/2014/main" id="{9D44ADC9-8593-A151-A16B-2CE8B99A2FCA}"/>
              </a:ext>
            </a:extLst>
          </p:cNvPr>
          <p:cNvSpPr txBox="1"/>
          <p:nvPr/>
        </p:nvSpPr>
        <p:spPr>
          <a:xfrm>
            <a:off x="10664015" y="4293878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363101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2BCC-5F7E-8C2B-6959-B919D0DA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D4ED3A14-53EE-729E-F047-D9A0EC21B327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F90901C-0820-AF0D-0ABF-8E76036E5F2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7861431-C2B3-B517-DB65-C3F7A07EF14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3357C43-EED1-E006-90A6-9C04D0A9D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0FD500B-D0AC-66C1-EFB7-8F47D9E6616B}"/>
              </a:ext>
            </a:extLst>
          </p:cNvPr>
          <p:cNvSpPr/>
          <p:nvPr/>
        </p:nvSpPr>
        <p:spPr>
          <a:xfrm>
            <a:off x="142800" y="1260358"/>
            <a:ext cx="188920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8C9A9AF-275E-C94E-D30B-A9CD26743662}"/>
              </a:ext>
            </a:extLst>
          </p:cNvPr>
          <p:cNvSpPr/>
          <p:nvPr/>
        </p:nvSpPr>
        <p:spPr>
          <a:xfrm>
            <a:off x="5628248" y="1260358"/>
            <a:ext cx="1291676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4B9953-F467-2F6B-E3D0-5D790C545055}"/>
              </a:ext>
            </a:extLst>
          </p:cNvPr>
          <p:cNvSpPr/>
          <p:nvPr/>
        </p:nvSpPr>
        <p:spPr>
          <a:xfrm>
            <a:off x="7073495" y="1260358"/>
            <a:ext cx="4965547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82C78BC-8AEF-49E7-67D9-412F0F8F3BCE}"/>
              </a:ext>
            </a:extLst>
          </p:cNvPr>
          <p:cNvSpPr/>
          <p:nvPr/>
        </p:nvSpPr>
        <p:spPr>
          <a:xfrm>
            <a:off x="2146961" y="1260358"/>
            <a:ext cx="1636738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DEF80C1-E08A-733E-C652-B90EF13CE1DB}"/>
              </a:ext>
            </a:extLst>
          </p:cNvPr>
          <p:cNvSpPr/>
          <p:nvPr/>
        </p:nvSpPr>
        <p:spPr>
          <a:xfrm>
            <a:off x="383365" y="2053681"/>
            <a:ext cx="141473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1A2BEA2-196D-ED74-AA50-0481495A15C0}"/>
              </a:ext>
            </a:extLst>
          </p:cNvPr>
          <p:cNvSpPr txBox="1"/>
          <p:nvPr/>
        </p:nvSpPr>
        <p:spPr>
          <a:xfrm>
            <a:off x="4236904" y="561745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CF7B038-F86D-EC2C-A7DF-DB629E527FF1}"/>
              </a:ext>
            </a:extLst>
          </p:cNvPr>
          <p:cNvSpPr txBox="1"/>
          <p:nvPr/>
        </p:nvSpPr>
        <p:spPr>
          <a:xfrm>
            <a:off x="4236904" y="242166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5DEDA8E7-E31E-7908-C342-9C9D5AB22C02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1798096" y="2336462"/>
            <a:ext cx="2438808" cy="34465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1E3C243-6875-D1FF-F53E-65D21E6AF4B9}"/>
              </a:ext>
            </a:extLst>
          </p:cNvPr>
          <p:cNvSpPr txBox="1"/>
          <p:nvPr/>
        </p:nvSpPr>
        <p:spPr>
          <a:xfrm>
            <a:off x="5626925" y="871394"/>
            <a:ext cx="6429565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396BD81E-EBD5-BA12-CB87-3024D9651692}"/>
              </a:ext>
            </a:extLst>
          </p:cNvPr>
          <p:cNvSpPr/>
          <p:nvPr/>
        </p:nvSpPr>
        <p:spPr>
          <a:xfrm>
            <a:off x="8349796" y="2417130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9C80E550-22BD-2EE4-84D1-305B49ADD206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>
            <a:off x="5316904" y="2587264"/>
            <a:ext cx="3032892" cy="9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172257B-2E86-9048-BB80-54A5E7E132E0}"/>
              </a:ext>
            </a:extLst>
          </p:cNvPr>
          <p:cNvSpPr txBox="1"/>
          <p:nvPr/>
        </p:nvSpPr>
        <p:spPr>
          <a:xfrm>
            <a:off x="142799" y="881426"/>
            <a:ext cx="1889201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C8AFF51E-7A00-63F1-CB6F-8BC4B9648911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798096" y="2336462"/>
            <a:ext cx="2438808" cy="2508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AC7DBE3-E162-8F7B-C4E9-98D07F2BE598}"/>
              </a:ext>
            </a:extLst>
          </p:cNvPr>
          <p:cNvSpPr/>
          <p:nvPr/>
        </p:nvSpPr>
        <p:spPr>
          <a:xfrm>
            <a:off x="924440" y="323577"/>
            <a:ext cx="6298121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 con Enganche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00CCCE5F-213E-7C3D-8A83-6664F4BCD3E0}"/>
              </a:ext>
            </a:extLst>
          </p:cNvPr>
          <p:cNvSpPr/>
          <p:nvPr/>
        </p:nvSpPr>
        <p:spPr>
          <a:xfrm>
            <a:off x="10742454" y="6249225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B2D3CE0F-C086-FCF1-1839-EA5A814AC2CF}"/>
              </a:ext>
            </a:extLst>
          </p:cNvPr>
          <p:cNvSpPr txBox="1"/>
          <p:nvPr/>
        </p:nvSpPr>
        <p:spPr>
          <a:xfrm>
            <a:off x="9651834" y="6275584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715D3FAA-7AC3-FCBB-8BD3-D8D7FD3116CA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 flipV="1">
            <a:off x="10524525" y="6455548"/>
            <a:ext cx="269510" cy="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F159917F-7BA9-36DE-9A1B-8349187FE18E}"/>
              </a:ext>
            </a:extLst>
          </p:cNvPr>
          <p:cNvSpPr/>
          <p:nvPr/>
        </p:nvSpPr>
        <p:spPr>
          <a:xfrm>
            <a:off x="8544124" y="5506293"/>
            <a:ext cx="1171424" cy="32178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2BCC1776-9064-BD76-88D8-2EDDFD547A30}"/>
              </a:ext>
            </a:extLst>
          </p:cNvPr>
          <p:cNvSpPr/>
          <p:nvPr/>
        </p:nvSpPr>
        <p:spPr>
          <a:xfrm>
            <a:off x="8455346" y="5897706"/>
            <a:ext cx="1166837" cy="321748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7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1B0FE690-613D-BB1D-E4E2-148084369BB2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 flipV="1">
            <a:off x="5316904" y="5667185"/>
            <a:ext cx="3267443" cy="115867"/>
          </a:xfrm>
          <a:prstGeom prst="bentConnector3">
            <a:avLst>
              <a:gd name="adj1" fmla="val 5000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32145E91-4634-CF52-A666-D7C5537627F4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5316904" y="5783052"/>
            <a:ext cx="3178661" cy="275528"/>
          </a:xfrm>
          <a:prstGeom prst="bentConnector3">
            <a:avLst>
              <a:gd name="adj1" fmla="val 5000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8681C1-ED3E-50C6-4FAE-D6499CE362D6}"/>
              </a:ext>
            </a:extLst>
          </p:cNvPr>
          <p:cNvSpPr txBox="1"/>
          <p:nvPr/>
        </p:nvSpPr>
        <p:spPr>
          <a:xfrm>
            <a:off x="194771" y="403556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123EF395-9659-0844-95AA-D30FB1C59A6D}"/>
              </a:ext>
            </a:extLst>
          </p:cNvPr>
          <p:cNvSpPr/>
          <p:nvPr/>
        </p:nvSpPr>
        <p:spPr>
          <a:xfrm>
            <a:off x="639422" y="3198073"/>
            <a:ext cx="893923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796D1DC-5E26-7347-3476-22362C021DD5}"/>
              </a:ext>
            </a:extLst>
          </p:cNvPr>
          <p:cNvSpPr/>
          <p:nvPr/>
        </p:nvSpPr>
        <p:spPr>
          <a:xfrm>
            <a:off x="3900563" y="1260358"/>
            <a:ext cx="1612642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FC67FF-C537-5220-CAA5-FB69B6A6668A}"/>
              </a:ext>
            </a:extLst>
          </p:cNvPr>
          <p:cNvSpPr txBox="1"/>
          <p:nvPr/>
        </p:nvSpPr>
        <p:spPr>
          <a:xfrm>
            <a:off x="2691539" y="5783213"/>
            <a:ext cx="11025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03E428-6C86-27C7-9BBA-3F48E46A0B36}"/>
              </a:ext>
            </a:extLst>
          </p:cNvPr>
          <p:cNvSpPr txBox="1"/>
          <p:nvPr/>
        </p:nvSpPr>
        <p:spPr>
          <a:xfrm>
            <a:off x="3900564" y="881426"/>
            <a:ext cx="1612642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3EEE6A-091C-2B0C-FB59-B48B803B0C0C}"/>
              </a:ext>
            </a:extLst>
          </p:cNvPr>
          <p:cNvSpPr txBox="1"/>
          <p:nvPr/>
        </p:nvSpPr>
        <p:spPr>
          <a:xfrm>
            <a:off x="2143760" y="881426"/>
            <a:ext cx="164308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20A95822-A54B-5036-626D-474B65CF3333}"/>
              </a:ext>
            </a:extLst>
          </p:cNvPr>
          <p:cNvSpPr/>
          <p:nvPr/>
        </p:nvSpPr>
        <p:spPr>
          <a:xfrm>
            <a:off x="9380580" y="2372099"/>
            <a:ext cx="1114723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53633-B572-0261-D5FC-1FB8CB520AFE}"/>
              </a:ext>
            </a:extLst>
          </p:cNvPr>
          <p:cNvSpPr txBox="1"/>
          <p:nvPr/>
        </p:nvSpPr>
        <p:spPr>
          <a:xfrm>
            <a:off x="152960" y="149735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605CE79-9A3D-948B-1311-FDA034D44FEE}"/>
              </a:ext>
            </a:extLst>
          </p:cNvPr>
          <p:cNvSpPr/>
          <p:nvPr/>
        </p:nvSpPr>
        <p:spPr>
          <a:xfrm>
            <a:off x="2197350" y="6297059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63EB00FD-78B3-3FA1-5E13-3987F9A0CE55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798096" y="2336462"/>
            <a:ext cx="888009" cy="39605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F0E4A61D-2AD0-FFFC-104E-CEB5E7CBC336}"/>
              </a:ext>
            </a:extLst>
          </p:cNvPr>
          <p:cNvSpPr/>
          <p:nvPr/>
        </p:nvSpPr>
        <p:spPr>
          <a:xfrm>
            <a:off x="8349796" y="1548490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09C1CBA-4A16-2EBC-25DF-126A7358B6C5}"/>
              </a:ext>
            </a:extLst>
          </p:cNvPr>
          <p:cNvSpPr/>
          <p:nvPr/>
        </p:nvSpPr>
        <p:spPr>
          <a:xfrm>
            <a:off x="8349796" y="1970174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7C7997BA-231E-818E-80E5-A5153438505E}"/>
              </a:ext>
            </a:extLst>
          </p:cNvPr>
          <p:cNvSpPr txBox="1"/>
          <p:nvPr/>
        </p:nvSpPr>
        <p:spPr>
          <a:xfrm>
            <a:off x="4236904" y="1561305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EF37322C-2511-067F-CAA6-44B4C15B3A1B}"/>
              </a:ext>
            </a:extLst>
          </p:cNvPr>
          <p:cNvSpPr txBox="1"/>
          <p:nvPr/>
        </p:nvSpPr>
        <p:spPr>
          <a:xfrm>
            <a:off x="4236904" y="198395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548A8DDD-ED1C-BB1A-8355-EFB29A816833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 flipV="1">
            <a:off x="1798096" y="2149553"/>
            <a:ext cx="2438808" cy="1869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77D772EA-00AE-3F30-8A9E-50B3210E915A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798096" y="1726905"/>
            <a:ext cx="2438808" cy="6095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EAFB1551-4324-0B78-0A21-765075595842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>
            <a:off x="5316904" y="1726905"/>
            <a:ext cx="3032892" cy="15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ralelogramo 26">
            <a:extLst>
              <a:ext uri="{FF2B5EF4-FFF2-40B4-BE49-F238E27FC236}">
                <a16:creationId xmlns:a16="http://schemas.microsoft.com/office/drawing/2014/main" id="{61C363CD-3309-386D-185F-34B43CD2F2DE}"/>
              </a:ext>
            </a:extLst>
          </p:cNvPr>
          <p:cNvSpPr/>
          <p:nvPr/>
        </p:nvSpPr>
        <p:spPr>
          <a:xfrm>
            <a:off x="9380580" y="1926706"/>
            <a:ext cx="1114723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15E71D38-4D9B-5044-B349-53729AEF8F78}"/>
              </a:ext>
            </a:extLst>
          </p:cNvPr>
          <p:cNvSpPr/>
          <p:nvPr/>
        </p:nvSpPr>
        <p:spPr>
          <a:xfrm>
            <a:off x="9401677" y="1477839"/>
            <a:ext cx="1114723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F8ECF9-060E-7DC7-C53B-958515BF2F11}"/>
              </a:ext>
            </a:extLst>
          </p:cNvPr>
          <p:cNvSpPr txBox="1"/>
          <p:nvPr/>
        </p:nvSpPr>
        <p:spPr>
          <a:xfrm>
            <a:off x="4236904" y="293418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C1F2DD5-FB4E-DEC9-4C46-AD4CC1D00836}"/>
              </a:ext>
            </a:extLst>
          </p:cNvPr>
          <p:cNvSpPr txBox="1"/>
          <p:nvPr/>
        </p:nvSpPr>
        <p:spPr>
          <a:xfrm>
            <a:off x="4236904" y="519145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SD34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44D5950-D0B6-68DB-49A3-A54C4AC64942}"/>
              </a:ext>
            </a:extLst>
          </p:cNvPr>
          <p:cNvSpPr/>
          <p:nvPr/>
        </p:nvSpPr>
        <p:spPr>
          <a:xfrm>
            <a:off x="9833468" y="5163730"/>
            <a:ext cx="1079854" cy="433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Actualizar Reporte Dcto. ZZZ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A58D999-2C93-E9DB-C93F-360A4E8EFCDA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5316904" y="5357051"/>
            <a:ext cx="4516564" cy="2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C2BDDAD6-991E-E4F7-686E-0122CE050109}"/>
              </a:ext>
            </a:extLst>
          </p:cNvPr>
          <p:cNvCxnSpPr>
            <a:stCxn id="23" idx="3"/>
            <a:endCxn id="68" idx="1"/>
          </p:cNvCxnSpPr>
          <p:nvPr/>
        </p:nvCxnSpPr>
        <p:spPr>
          <a:xfrm flipV="1">
            <a:off x="3174859" y="6455584"/>
            <a:ext cx="6476975" cy="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>
            <a:extLst>
              <a:ext uri="{FF2B5EF4-FFF2-40B4-BE49-F238E27FC236}">
                <a16:creationId xmlns:a16="http://schemas.microsoft.com/office/drawing/2014/main" id="{B3649692-8D91-6792-2A89-82A982B0EEF0}"/>
              </a:ext>
            </a:extLst>
          </p:cNvPr>
          <p:cNvGrpSpPr/>
          <p:nvPr/>
        </p:nvGrpSpPr>
        <p:grpSpPr>
          <a:xfrm>
            <a:off x="8349796" y="2965025"/>
            <a:ext cx="1350848" cy="920397"/>
            <a:chOff x="8421557" y="3441226"/>
            <a:chExt cx="1350848" cy="92039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59F3EC1-A947-F235-26DF-37C34C7797B2}"/>
                </a:ext>
              </a:extLst>
            </p:cNvPr>
            <p:cNvSpPr/>
            <p:nvPr/>
          </p:nvSpPr>
          <p:spPr>
            <a:xfrm>
              <a:off x="8421557" y="3441226"/>
              <a:ext cx="1080000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Entrega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A7EE202-DBA5-A961-FBC3-67FE70F40871}"/>
                </a:ext>
              </a:extLst>
            </p:cNvPr>
            <p:cNvSpPr/>
            <p:nvPr/>
          </p:nvSpPr>
          <p:spPr>
            <a:xfrm>
              <a:off x="8556981" y="3676505"/>
              <a:ext cx="1080000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Salida Mercancías</a:t>
              </a:r>
            </a:p>
          </p:txBody>
        </p:sp>
        <p:sp>
          <p:nvSpPr>
            <p:cNvPr id="35" name="Diagrama de flujo: documento 13">
              <a:extLst>
                <a:ext uri="{FF2B5EF4-FFF2-40B4-BE49-F238E27FC236}">
                  <a16:creationId xmlns:a16="http://schemas.microsoft.com/office/drawing/2014/main" id="{93680DB7-CACE-C7DD-2684-F326D0A637C7}"/>
                </a:ext>
              </a:extLst>
            </p:cNvPr>
            <p:cNvSpPr/>
            <p:nvPr/>
          </p:nvSpPr>
          <p:spPr>
            <a:xfrm>
              <a:off x="8921610" y="3971068"/>
              <a:ext cx="850795" cy="390555"/>
            </a:xfrm>
            <a:prstGeom prst="flowChartDocumen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Factura CFDI</a:t>
              </a:r>
            </a:p>
          </p:txBody>
        </p:sp>
      </p:grp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4505C16F-9767-3B59-DA30-E966AAE65C08}"/>
              </a:ext>
            </a:extLst>
          </p:cNvPr>
          <p:cNvCxnSpPr>
            <a:stCxn id="8" idx="3"/>
            <a:endCxn id="40" idx="1"/>
          </p:cNvCxnSpPr>
          <p:nvPr/>
        </p:nvCxnSpPr>
        <p:spPr>
          <a:xfrm>
            <a:off x="5316904" y="3099781"/>
            <a:ext cx="3032892" cy="2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DC38187E-5CE0-0CAE-DE5C-AA3DBC710958}"/>
              </a:ext>
            </a:extLst>
          </p:cNvPr>
          <p:cNvSpPr/>
          <p:nvPr/>
        </p:nvSpPr>
        <p:spPr>
          <a:xfrm>
            <a:off x="9321958" y="2819506"/>
            <a:ext cx="1114723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3E2309A9-D772-B37A-1456-0557F93396C7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1798096" y="2336462"/>
            <a:ext cx="2438808" cy="30205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21A1282E-99ED-B9F7-5D8D-C9385BEA303D}"/>
              </a:ext>
            </a:extLst>
          </p:cNvPr>
          <p:cNvSpPr txBox="1"/>
          <p:nvPr/>
        </p:nvSpPr>
        <p:spPr>
          <a:xfrm>
            <a:off x="4236904" y="427381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3400FB8B-FA02-2DFD-BB18-5F7613D28E10}"/>
              </a:ext>
            </a:extLst>
          </p:cNvPr>
          <p:cNvCxnSpPr>
            <a:stCxn id="17" idx="2"/>
            <a:endCxn id="22" idx="1"/>
          </p:cNvCxnSpPr>
          <p:nvPr/>
        </p:nvCxnSpPr>
        <p:spPr>
          <a:xfrm flipH="1">
            <a:off x="1086384" y="2619243"/>
            <a:ext cx="4347" cy="5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32A24A1-13E0-8803-1E71-2CC7EFF74873}"/>
              </a:ext>
            </a:extLst>
          </p:cNvPr>
          <p:cNvSpPr/>
          <p:nvPr/>
        </p:nvSpPr>
        <p:spPr>
          <a:xfrm>
            <a:off x="9003287" y="4262759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E97533F9-70DB-AA4C-CAB3-13D439616205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316904" y="2149553"/>
            <a:ext cx="3032892" cy="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angular 104">
            <a:extLst>
              <a:ext uri="{FF2B5EF4-FFF2-40B4-BE49-F238E27FC236}">
                <a16:creationId xmlns:a16="http://schemas.microsoft.com/office/drawing/2014/main" id="{5F70F920-39C3-9484-7A48-FFE236D3800D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>
            <a:off x="1798096" y="2336462"/>
            <a:ext cx="2153819" cy="12845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angular 110">
            <a:extLst>
              <a:ext uri="{FF2B5EF4-FFF2-40B4-BE49-F238E27FC236}">
                <a16:creationId xmlns:a16="http://schemas.microsoft.com/office/drawing/2014/main" id="{7EDC936C-4EBC-9332-1701-457E9181806C}"/>
              </a:ext>
            </a:extLst>
          </p:cNvPr>
          <p:cNvCxnSpPr>
            <a:stCxn id="4" idx="3"/>
            <a:endCxn id="56" idx="1"/>
          </p:cNvCxnSpPr>
          <p:nvPr/>
        </p:nvCxnSpPr>
        <p:spPr>
          <a:xfrm>
            <a:off x="5316904" y="4439418"/>
            <a:ext cx="3686383" cy="33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mbo 8">
            <a:extLst>
              <a:ext uri="{FF2B5EF4-FFF2-40B4-BE49-F238E27FC236}">
                <a16:creationId xmlns:a16="http://schemas.microsoft.com/office/drawing/2014/main" id="{D7BFA8F1-0082-A41F-CF25-7967A03C176E}"/>
              </a:ext>
            </a:extLst>
          </p:cNvPr>
          <p:cNvSpPr/>
          <p:nvPr/>
        </p:nvSpPr>
        <p:spPr>
          <a:xfrm>
            <a:off x="3951915" y="3484638"/>
            <a:ext cx="269174" cy="27272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angular 104">
            <a:extLst>
              <a:ext uri="{FF2B5EF4-FFF2-40B4-BE49-F238E27FC236}">
                <a16:creationId xmlns:a16="http://schemas.microsoft.com/office/drawing/2014/main" id="{25D67EF3-5593-DF1C-F026-EF53F794C078}"/>
              </a:ext>
            </a:extLst>
          </p:cNvPr>
          <p:cNvCxnSpPr>
            <a:cxnSpLocks/>
            <a:stCxn id="9" idx="2"/>
            <a:endCxn id="4" idx="1"/>
          </p:cNvCxnSpPr>
          <p:nvPr/>
        </p:nvCxnSpPr>
        <p:spPr>
          <a:xfrm rot="16200000" flipH="1">
            <a:off x="3820674" y="4023187"/>
            <a:ext cx="682059" cy="1504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104">
            <a:extLst>
              <a:ext uri="{FF2B5EF4-FFF2-40B4-BE49-F238E27FC236}">
                <a16:creationId xmlns:a16="http://schemas.microsoft.com/office/drawing/2014/main" id="{238F71C0-406B-CE39-6CE4-904BD819704F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5400000" flipH="1" flipV="1">
            <a:off x="3969275" y="3217009"/>
            <a:ext cx="384857" cy="1504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52DDD071-619D-77B5-1389-D06808AF3E14}"/>
              </a:ext>
            </a:extLst>
          </p:cNvPr>
          <p:cNvSpPr/>
          <p:nvPr/>
        </p:nvSpPr>
        <p:spPr>
          <a:xfrm>
            <a:off x="10090990" y="4223513"/>
            <a:ext cx="1114723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31F7BDC-F9F2-25F3-2718-0DC36BD67198}"/>
              </a:ext>
            </a:extLst>
          </p:cNvPr>
          <p:cNvSpPr txBox="1"/>
          <p:nvPr/>
        </p:nvSpPr>
        <p:spPr>
          <a:xfrm>
            <a:off x="5778630" y="3456586"/>
            <a:ext cx="1054568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PV01_CO03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D85E7F0-251E-200E-2384-FA59145E6487}"/>
              </a:ext>
            </a:extLst>
          </p:cNvPr>
          <p:cNvSpPr/>
          <p:nvPr/>
        </p:nvSpPr>
        <p:spPr>
          <a:xfrm>
            <a:off x="7711611" y="3699142"/>
            <a:ext cx="1080000" cy="441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(Enganche)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3805B77-6557-5CDE-EF12-1D5E6095A861}"/>
              </a:ext>
            </a:extLst>
          </p:cNvPr>
          <p:cNvSpPr txBox="1"/>
          <p:nvPr/>
        </p:nvSpPr>
        <p:spPr>
          <a:xfrm>
            <a:off x="7160095" y="3233581"/>
            <a:ext cx="587796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3392CA1-9C0C-3FA2-C24E-310735CEBB59}"/>
              </a:ext>
            </a:extLst>
          </p:cNvPr>
          <p:cNvSpPr txBox="1"/>
          <p:nvPr/>
        </p:nvSpPr>
        <p:spPr>
          <a:xfrm>
            <a:off x="7554568" y="4156040"/>
            <a:ext cx="1419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*Debe estar referenciado al pedido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2DFE464-B068-0CD8-D55F-120FA2AE00FF}"/>
              </a:ext>
            </a:extLst>
          </p:cNvPr>
          <p:cNvSpPr txBox="1"/>
          <p:nvPr/>
        </p:nvSpPr>
        <p:spPr>
          <a:xfrm>
            <a:off x="7284066" y="4881530"/>
            <a:ext cx="2558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Actualizar el número de la factura en el campo de asignación. Se utilizará en la compensación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7D69D78-8FFC-6B4C-53FD-602739827C05}"/>
              </a:ext>
            </a:extLst>
          </p:cNvPr>
          <p:cNvSpPr txBox="1"/>
          <p:nvPr/>
        </p:nvSpPr>
        <p:spPr>
          <a:xfrm>
            <a:off x="4236904" y="472960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SD43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5F232B9-FE9A-15A6-A022-A57D13F07846}"/>
              </a:ext>
            </a:extLst>
          </p:cNvPr>
          <p:cNvSpPr/>
          <p:nvPr/>
        </p:nvSpPr>
        <p:spPr>
          <a:xfrm>
            <a:off x="9968892" y="4706502"/>
            <a:ext cx="108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(Enganche)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97A5B208-5F20-F8F6-50A6-348E2157C41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V="1">
            <a:off x="5316904" y="4886502"/>
            <a:ext cx="4651988" cy="5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r 76">
            <a:extLst>
              <a:ext uri="{FF2B5EF4-FFF2-40B4-BE49-F238E27FC236}">
                <a16:creationId xmlns:a16="http://schemas.microsoft.com/office/drawing/2014/main" id="{9ADCF5FD-8ED6-2A92-8024-CDD96900B772}"/>
              </a:ext>
            </a:extLst>
          </p:cNvPr>
          <p:cNvCxnSpPr>
            <a:stCxn id="17" idx="3"/>
            <a:endCxn id="41" idx="1"/>
          </p:cNvCxnSpPr>
          <p:nvPr/>
        </p:nvCxnSpPr>
        <p:spPr>
          <a:xfrm>
            <a:off x="1798096" y="2336462"/>
            <a:ext cx="2438808" cy="25551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720905" y="3043009"/>
            <a:ext cx="1079942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99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602785" y="2567876"/>
            <a:ext cx="1362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101" name="100 Conector angular"/>
          <p:cNvCxnSpPr>
            <a:stCxn id="35" idx="3"/>
            <a:endCxn id="97" idx="2"/>
          </p:cNvCxnSpPr>
          <p:nvPr/>
        </p:nvCxnSpPr>
        <p:spPr>
          <a:xfrm flipV="1">
            <a:off x="9700644" y="3374209"/>
            <a:ext cx="1560232" cy="3159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"/>
          <p:cNvCxnSpPr/>
          <p:nvPr/>
        </p:nvCxnSpPr>
        <p:spPr>
          <a:xfrm rot="5400000">
            <a:off x="9665899" y="3981090"/>
            <a:ext cx="577969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118">
            <a:extLst>
              <a:ext uri="{FF2B5EF4-FFF2-40B4-BE49-F238E27FC236}">
                <a16:creationId xmlns:a16="http://schemas.microsoft.com/office/drawing/2014/main" id="{FD4B792E-7E05-2FF2-976F-3926CDBAEF10}"/>
              </a:ext>
            </a:extLst>
          </p:cNvPr>
          <p:cNvSpPr txBox="1"/>
          <p:nvPr/>
        </p:nvSpPr>
        <p:spPr>
          <a:xfrm>
            <a:off x="10997704" y="606325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6DA44022-F467-24FF-D842-219F6C74ECEE}"/>
              </a:ext>
            </a:extLst>
          </p:cNvPr>
          <p:cNvCxnSpPr>
            <a:cxnSpLocks/>
            <a:stCxn id="9" idx="3"/>
            <a:endCxn id="24" idx="1"/>
          </p:cNvCxnSpPr>
          <p:nvPr/>
        </p:nvCxnSpPr>
        <p:spPr>
          <a:xfrm flipV="1">
            <a:off x="4221089" y="3618586"/>
            <a:ext cx="1557541" cy="24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>
            <a:extLst>
              <a:ext uri="{FF2B5EF4-FFF2-40B4-BE49-F238E27FC236}">
                <a16:creationId xmlns:a16="http://schemas.microsoft.com/office/drawing/2014/main" id="{DE014022-9AB2-F600-6738-1B7CEFE42950}"/>
              </a:ext>
            </a:extLst>
          </p:cNvPr>
          <p:cNvCxnSpPr>
            <a:stCxn id="24" idx="3"/>
            <a:endCxn id="34" idx="1"/>
          </p:cNvCxnSpPr>
          <p:nvPr/>
        </p:nvCxnSpPr>
        <p:spPr>
          <a:xfrm flipV="1">
            <a:off x="6833198" y="3395581"/>
            <a:ext cx="326897" cy="2230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7CB4EF6D-FB05-ADC4-9006-0695A2B5706F}"/>
              </a:ext>
            </a:extLst>
          </p:cNvPr>
          <p:cNvCxnSpPr>
            <a:stCxn id="34" idx="2"/>
            <a:endCxn id="25" idx="1"/>
          </p:cNvCxnSpPr>
          <p:nvPr/>
        </p:nvCxnSpPr>
        <p:spPr>
          <a:xfrm rot="16200000" flipH="1">
            <a:off x="7401638" y="3609936"/>
            <a:ext cx="362329" cy="2576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2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066E-6B9A-6B96-ABDD-E6DEB2C1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16">
            <a:extLst>
              <a:ext uri="{FF2B5EF4-FFF2-40B4-BE49-F238E27FC236}">
                <a16:creationId xmlns:a16="http://schemas.microsoft.com/office/drawing/2014/main" id="{0B497D58-DEA0-F9D9-22AB-32C953F8F0BE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E51B766-F53B-5D56-D518-C8B14EDCC2A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A4CF8E1-CF7B-7780-16F3-A39D7E0813E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353C5E8-650A-26E4-662E-9C7325EF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5ABFF71-E2A8-B75B-C00B-6C784F7ECA50}"/>
              </a:ext>
            </a:extLst>
          </p:cNvPr>
          <p:cNvSpPr/>
          <p:nvPr/>
        </p:nvSpPr>
        <p:spPr>
          <a:xfrm>
            <a:off x="142800" y="1260358"/>
            <a:ext cx="188920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CC0AF4-64F1-AA62-ECD6-1DEF1C6E3056}"/>
              </a:ext>
            </a:extLst>
          </p:cNvPr>
          <p:cNvSpPr/>
          <p:nvPr/>
        </p:nvSpPr>
        <p:spPr>
          <a:xfrm>
            <a:off x="5875780" y="1260358"/>
            <a:ext cx="1346781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2E56A8-4050-621F-B11A-FF8943796DD2}"/>
              </a:ext>
            </a:extLst>
          </p:cNvPr>
          <p:cNvSpPr/>
          <p:nvPr/>
        </p:nvSpPr>
        <p:spPr>
          <a:xfrm>
            <a:off x="7379736" y="1260358"/>
            <a:ext cx="4659305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58FD1E-821F-0A9A-BB34-A1C1355838F6}"/>
              </a:ext>
            </a:extLst>
          </p:cNvPr>
          <p:cNvSpPr/>
          <p:nvPr/>
        </p:nvSpPr>
        <p:spPr>
          <a:xfrm>
            <a:off x="2146961" y="1260358"/>
            <a:ext cx="1636738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B907BC-E754-7A5E-9FCE-65ACD762916A}"/>
              </a:ext>
            </a:extLst>
          </p:cNvPr>
          <p:cNvSpPr/>
          <p:nvPr/>
        </p:nvSpPr>
        <p:spPr>
          <a:xfrm>
            <a:off x="383365" y="2053681"/>
            <a:ext cx="141473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57BDE64-6C3B-3A5E-9A4F-D1838A3BA6D4}"/>
              </a:ext>
            </a:extLst>
          </p:cNvPr>
          <p:cNvSpPr txBox="1"/>
          <p:nvPr/>
        </p:nvSpPr>
        <p:spPr>
          <a:xfrm>
            <a:off x="5866478" y="871394"/>
            <a:ext cx="619001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059247-72D5-40FA-1AA4-E009260300A6}"/>
              </a:ext>
            </a:extLst>
          </p:cNvPr>
          <p:cNvSpPr txBox="1"/>
          <p:nvPr/>
        </p:nvSpPr>
        <p:spPr>
          <a:xfrm>
            <a:off x="142799" y="881426"/>
            <a:ext cx="1889201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842253A-9A53-D152-5AE4-2F00BC3B2F5C}"/>
              </a:ext>
            </a:extLst>
          </p:cNvPr>
          <p:cNvSpPr/>
          <p:nvPr/>
        </p:nvSpPr>
        <p:spPr>
          <a:xfrm>
            <a:off x="924440" y="323577"/>
            <a:ext cx="877135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 con Enganche (continuación)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90CE94F2-92CD-E126-5561-B5F211AA3DC9}"/>
              </a:ext>
            </a:extLst>
          </p:cNvPr>
          <p:cNvSpPr/>
          <p:nvPr/>
        </p:nvSpPr>
        <p:spPr>
          <a:xfrm>
            <a:off x="10358864" y="4472659"/>
            <a:ext cx="116683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4699B1A4-DB2E-F60B-7A20-888A45749F50}"/>
              </a:ext>
            </a:extLst>
          </p:cNvPr>
          <p:cNvSpPr txBox="1"/>
          <p:nvPr/>
        </p:nvSpPr>
        <p:spPr>
          <a:xfrm>
            <a:off x="7960013" y="4505485"/>
            <a:ext cx="872691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84A473-0B61-BEB5-3023-ED31709DE928}"/>
              </a:ext>
            </a:extLst>
          </p:cNvPr>
          <p:cNvSpPr txBox="1"/>
          <p:nvPr/>
        </p:nvSpPr>
        <p:spPr>
          <a:xfrm>
            <a:off x="194771" y="403556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0F490325-1445-8027-2E9B-3A253931F242}"/>
              </a:ext>
            </a:extLst>
          </p:cNvPr>
          <p:cNvSpPr/>
          <p:nvPr/>
        </p:nvSpPr>
        <p:spPr>
          <a:xfrm>
            <a:off x="639422" y="3198073"/>
            <a:ext cx="893923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4CF5848-49CD-87D9-251A-4624206240B4}"/>
              </a:ext>
            </a:extLst>
          </p:cNvPr>
          <p:cNvSpPr/>
          <p:nvPr/>
        </p:nvSpPr>
        <p:spPr>
          <a:xfrm>
            <a:off x="3900563" y="1260358"/>
            <a:ext cx="1818042" cy="54597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688291-F2DB-A0F6-33AE-C5922DCB3A3A}"/>
              </a:ext>
            </a:extLst>
          </p:cNvPr>
          <p:cNvSpPr txBox="1"/>
          <p:nvPr/>
        </p:nvSpPr>
        <p:spPr>
          <a:xfrm>
            <a:off x="3900563" y="881426"/>
            <a:ext cx="1801335" cy="2664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EA40C30-0477-E85C-566B-B8E483EEA3D8}"/>
              </a:ext>
            </a:extLst>
          </p:cNvPr>
          <p:cNvSpPr txBox="1"/>
          <p:nvPr/>
        </p:nvSpPr>
        <p:spPr>
          <a:xfrm>
            <a:off x="2143760" y="881426"/>
            <a:ext cx="164308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D4209C-4179-A3E2-FFD1-0290D8201871}"/>
              </a:ext>
            </a:extLst>
          </p:cNvPr>
          <p:cNvSpPr txBox="1"/>
          <p:nvPr/>
        </p:nvSpPr>
        <p:spPr>
          <a:xfrm>
            <a:off x="152960" y="149735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54575D-AC63-43F6-6DD4-B3EE9F2BCE24}"/>
              </a:ext>
            </a:extLst>
          </p:cNvPr>
          <p:cNvSpPr/>
          <p:nvPr/>
        </p:nvSpPr>
        <p:spPr>
          <a:xfrm>
            <a:off x="2206144" y="4527142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8B292453-65BD-98E8-ABC9-7EF14FE972FB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798096" y="2336462"/>
            <a:ext cx="896803" cy="21906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44F280C-ADEE-B2B5-43AC-76ECA8377D7B}"/>
              </a:ext>
            </a:extLst>
          </p:cNvPr>
          <p:cNvCxnSpPr>
            <a:stCxn id="17" idx="2"/>
            <a:endCxn id="22" idx="1"/>
          </p:cNvCxnSpPr>
          <p:nvPr/>
        </p:nvCxnSpPr>
        <p:spPr>
          <a:xfrm flipH="1">
            <a:off x="1086384" y="2619243"/>
            <a:ext cx="4347" cy="57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4B8698F7-63B7-85FB-62A6-5A8A4DB4751E}"/>
              </a:ext>
            </a:extLst>
          </p:cNvPr>
          <p:cNvSpPr/>
          <p:nvPr/>
        </p:nvSpPr>
        <p:spPr>
          <a:xfrm>
            <a:off x="8516363" y="1851894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NC Disminución de Monedero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82FA074-865A-E43F-6225-577203BF99B7}"/>
              </a:ext>
            </a:extLst>
          </p:cNvPr>
          <p:cNvSpPr/>
          <p:nvPr/>
        </p:nvSpPr>
        <p:spPr>
          <a:xfrm>
            <a:off x="8516363" y="2292943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ND Aumento de Monedero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4BA6D70-911C-CE3E-06E5-37C5B7E8DC84}"/>
              </a:ext>
            </a:extLst>
          </p:cNvPr>
          <p:cNvSpPr txBox="1"/>
          <p:nvPr/>
        </p:nvSpPr>
        <p:spPr>
          <a:xfrm>
            <a:off x="4344905" y="186688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SD20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7A52927-CF79-6708-C241-5A99A2CBB51B}"/>
              </a:ext>
            </a:extLst>
          </p:cNvPr>
          <p:cNvSpPr txBox="1"/>
          <p:nvPr/>
        </p:nvSpPr>
        <p:spPr>
          <a:xfrm>
            <a:off x="4344905" y="233343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SD32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0925383A-E754-2463-B11F-89604A496643}"/>
              </a:ext>
            </a:extLst>
          </p:cNvPr>
          <p:cNvCxnSpPr>
            <a:stCxn id="17" idx="3"/>
            <a:endCxn id="52" idx="1"/>
          </p:cNvCxnSpPr>
          <p:nvPr/>
        </p:nvCxnSpPr>
        <p:spPr>
          <a:xfrm flipV="1">
            <a:off x="1798096" y="2032482"/>
            <a:ext cx="2546809" cy="30398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angular 65">
            <a:extLst>
              <a:ext uri="{FF2B5EF4-FFF2-40B4-BE49-F238E27FC236}">
                <a16:creationId xmlns:a16="http://schemas.microsoft.com/office/drawing/2014/main" id="{33430177-4CDF-4108-A281-3EEC40AB80E0}"/>
              </a:ext>
            </a:extLst>
          </p:cNvPr>
          <p:cNvCxnSpPr>
            <a:cxnSpLocks/>
            <a:stCxn id="17" idx="3"/>
            <a:endCxn id="53" idx="1"/>
          </p:cNvCxnSpPr>
          <p:nvPr/>
        </p:nvCxnSpPr>
        <p:spPr>
          <a:xfrm>
            <a:off x="1798096" y="2336462"/>
            <a:ext cx="2546809" cy="16257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DC483543-0363-6334-F222-D4B2EF91EE1B}"/>
              </a:ext>
            </a:extLst>
          </p:cNvPr>
          <p:cNvCxnSpPr>
            <a:stCxn id="52" idx="3"/>
            <a:endCxn id="50" idx="1"/>
          </p:cNvCxnSpPr>
          <p:nvPr/>
        </p:nvCxnSpPr>
        <p:spPr>
          <a:xfrm flipV="1">
            <a:off x="5424905" y="2031894"/>
            <a:ext cx="3091458" cy="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D1B3E878-09F1-2F90-50FD-C45C93ADD9CB}"/>
              </a:ext>
            </a:extLst>
          </p:cNvPr>
          <p:cNvCxnSpPr>
            <a:stCxn id="53" idx="3"/>
            <a:endCxn id="51" idx="1"/>
          </p:cNvCxnSpPr>
          <p:nvPr/>
        </p:nvCxnSpPr>
        <p:spPr>
          <a:xfrm flipV="1">
            <a:off x="5424905" y="2472943"/>
            <a:ext cx="3091458" cy="2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1FD1E72E-96BB-B3B6-363E-E2B549E4A77D}"/>
              </a:ext>
            </a:extLst>
          </p:cNvPr>
          <p:cNvSpPr/>
          <p:nvPr/>
        </p:nvSpPr>
        <p:spPr>
          <a:xfrm>
            <a:off x="8516363" y="2741763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de Crédito CFDI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A3D0A39-D7E0-08ED-13BC-E09635D8CAED}"/>
              </a:ext>
            </a:extLst>
          </p:cNvPr>
          <p:cNvSpPr txBox="1"/>
          <p:nvPr/>
        </p:nvSpPr>
        <p:spPr>
          <a:xfrm>
            <a:off x="4344905" y="2761932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50DAAA88-1CB1-3C08-3D36-56816DA0FE70}"/>
              </a:ext>
            </a:extLst>
          </p:cNvPr>
          <p:cNvCxnSpPr>
            <a:stCxn id="145" idx="3"/>
            <a:endCxn id="144" idx="1"/>
          </p:cNvCxnSpPr>
          <p:nvPr/>
        </p:nvCxnSpPr>
        <p:spPr>
          <a:xfrm flipV="1">
            <a:off x="5424905" y="2921763"/>
            <a:ext cx="3091458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angular 148">
            <a:extLst>
              <a:ext uri="{FF2B5EF4-FFF2-40B4-BE49-F238E27FC236}">
                <a16:creationId xmlns:a16="http://schemas.microsoft.com/office/drawing/2014/main" id="{0B457F95-7881-547F-6725-F92367596AA2}"/>
              </a:ext>
            </a:extLst>
          </p:cNvPr>
          <p:cNvCxnSpPr>
            <a:stCxn id="17" idx="3"/>
            <a:endCxn id="145" idx="1"/>
          </p:cNvCxnSpPr>
          <p:nvPr/>
        </p:nvCxnSpPr>
        <p:spPr>
          <a:xfrm>
            <a:off x="1798096" y="2336462"/>
            <a:ext cx="2546809" cy="591070"/>
          </a:xfrm>
          <a:prstGeom prst="bentConnector3">
            <a:avLst>
              <a:gd name="adj1" fmla="val 878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98F839C-22EE-0ADD-3610-65D3B0DC312F}"/>
              </a:ext>
            </a:extLst>
          </p:cNvPr>
          <p:cNvSpPr txBox="1"/>
          <p:nvPr/>
        </p:nvSpPr>
        <p:spPr>
          <a:xfrm>
            <a:off x="8826706" y="4769460"/>
            <a:ext cx="1491002" cy="4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solidFill>
                  <a:srgbClr val="000000"/>
                </a:solidFill>
                <a:latin typeface="Arial Nova" panose="020B0504020202020204" pitchFamily="34" charset="0"/>
              </a:rPr>
              <a:t>Actualización por disminución prorrateada de saldo de parcialidades (monedero)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D1EEDD3-23FE-6DBC-2629-A5D9A893CDF2}"/>
              </a:ext>
            </a:extLst>
          </p:cNvPr>
          <p:cNvCxnSpPr>
            <a:stCxn id="23" idx="3"/>
            <a:endCxn id="68" idx="1"/>
          </p:cNvCxnSpPr>
          <p:nvPr/>
        </p:nvCxnSpPr>
        <p:spPr>
          <a:xfrm flipV="1">
            <a:off x="3183653" y="4685485"/>
            <a:ext cx="4776360" cy="3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4882897A-2909-0B8C-CFF9-80C046B85ECE}"/>
              </a:ext>
            </a:extLst>
          </p:cNvPr>
          <p:cNvCxnSpPr>
            <a:stCxn id="68" idx="3"/>
            <a:endCxn id="36" idx="5"/>
          </p:cNvCxnSpPr>
          <p:nvPr/>
        </p:nvCxnSpPr>
        <p:spPr>
          <a:xfrm flipV="1">
            <a:off x="8832704" y="4678982"/>
            <a:ext cx="1577741" cy="6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638A547-AFE1-6663-DBFC-CB3DE376F17F}"/>
              </a:ext>
            </a:extLst>
          </p:cNvPr>
          <p:cNvSpPr txBox="1"/>
          <p:nvPr/>
        </p:nvSpPr>
        <p:spPr>
          <a:xfrm>
            <a:off x="9919197" y="1805230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NC Disminución de Monedero no contabiliza, no afecta ZSplits ni tampoco se timbra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637D4C-B5F8-E62A-8E6D-F8DF8F3AC967}"/>
              </a:ext>
            </a:extLst>
          </p:cNvPr>
          <p:cNvSpPr txBox="1"/>
          <p:nvPr/>
        </p:nvSpPr>
        <p:spPr>
          <a:xfrm>
            <a:off x="9919197" y="2236941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ND Aumento de Monedero no contabiliza, no afecta ZSplits ni tampoco se timbra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FC8FCB-594C-0E12-BAE3-D78DF5681C30}"/>
              </a:ext>
            </a:extLst>
          </p:cNvPr>
          <p:cNvSpPr/>
          <p:nvPr/>
        </p:nvSpPr>
        <p:spPr>
          <a:xfrm>
            <a:off x="8516363" y="3386396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Recolección de datos para impresión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9F8B95-ED35-7735-23EE-7618E2500E51}"/>
              </a:ext>
            </a:extLst>
          </p:cNvPr>
          <p:cNvSpPr txBox="1"/>
          <p:nvPr/>
        </p:nvSpPr>
        <p:spPr>
          <a:xfrm>
            <a:off x="4380326" y="342900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N-SD-CON-04</a:t>
            </a:r>
          </a:p>
        </p:txBody>
      </p:sp>
      <p:sp>
        <p:nvSpPr>
          <p:cNvPr id="19" name="CuadroTexto 118">
            <a:extLst>
              <a:ext uri="{FF2B5EF4-FFF2-40B4-BE49-F238E27FC236}">
                <a16:creationId xmlns:a16="http://schemas.microsoft.com/office/drawing/2014/main" id="{55C7DEFB-2546-77B2-2523-32023964894D}"/>
              </a:ext>
            </a:extLst>
          </p:cNvPr>
          <p:cNvSpPr txBox="1"/>
          <p:nvPr/>
        </p:nvSpPr>
        <p:spPr>
          <a:xfrm>
            <a:off x="10194573" y="3423564"/>
            <a:ext cx="1017427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D1F05BC2-585C-26AA-B6ED-555DAC9B39E3}"/>
              </a:ext>
            </a:extLst>
          </p:cNvPr>
          <p:cNvCxnSpPr>
            <a:stCxn id="17" idx="3"/>
            <a:endCxn id="13" idx="1"/>
          </p:cNvCxnSpPr>
          <p:nvPr/>
        </p:nvCxnSpPr>
        <p:spPr>
          <a:xfrm>
            <a:off x="1798096" y="2336462"/>
            <a:ext cx="2582230" cy="1258138"/>
          </a:xfrm>
          <a:prstGeom prst="bentConnector3">
            <a:avLst>
              <a:gd name="adj1" fmla="val 3446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693615E-47FA-6260-F865-26615C13BE08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5460326" y="3594600"/>
            <a:ext cx="3056037" cy="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926BF85-1E46-533D-E25B-669FC993E086}"/>
              </a:ext>
            </a:extLst>
          </p:cNvPr>
          <p:cNvCxnSpPr>
            <a:stCxn id="19" idx="1"/>
            <a:endCxn id="9" idx="3"/>
          </p:cNvCxnSpPr>
          <p:nvPr/>
        </p:nvCxnSpPr>
        <p:spPr>
          <a:xfrm flipH="1" flipV="1">
            <a:off x="9632363" y="3602396"/>
            <a:ext cx="562210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D1D2996A-D8E2-69B2-1ACC-FC3C7D1D8C41}"/>
              </a:ext>
            </a:extLst>
          </p:cNvPr>
          <p:cNvSpPr txBox="1"/>
          <p:nvPr/>
        </p:nvSpPr>
        <p:spPr>
          <a:xfrm>
            <a:off x="10718305" y="431114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3539807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8266-1FDA-B5AB-E40C-254442B8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BEE905A4-82D3-7C95-A7DA-40694DEE991D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DE846DC-5785-ADA0-2ADB-37E4955D25E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F668664-E234-5523-425C-CEB939043C1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C44CE9A-EC03-E4DB-BC16-4109DBB36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13EBDF6-C306-B05F-2C80-58E6E1959E73}"/>
              </a:ext>
            </a:extLst>
          </p:cNvPr>
          <p:cNvSpPr/>
          <p:nvPr/>
        </p:nvSpPr>
        <p:spPr>
          <a:xfrm>
            <a:off x="142800" y="1412759"/>
            <a:ext cx="1528317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9EEAA6-4551-556E-4EB4-FFF2332D9A8D}"/>
              </a:ext>
            </a:extLst>
          </p:cNvPr>
          <p:cNvSpPr/>
          <p:nvPr/>
        </p:nvSpPr>
        <p:spPr>
          <a:xfrm>
            <a:off x="6077549" y="1412759"/>
            <a:ext cx="1399864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264BB7-F1BC-8188-983A-8A0D9FAABCDB}"/>
              </a:ext>
            </a:extLst>
          </p:cNvPr>
          <p:cNvSpPr/>
          <p:nvPr/>
        </p:nvSpPr>
        <p:spPr>
          <a:xfrm>
            <a:off x="7560067" y="1412759"/>
            <a:ext cx="4478974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4932D6-AA71-1CAB-7910-6985CBF7E382}"/>
              </a:ext>
            </a:extLst>
          </p:cNvPr>
          <p:cNvSpPr/>
          <p:nvPr/>
        </p:nvSpPr>
        <p:spPr>
          <a:xfrm>
            <a:off x="1779362" y="1412759"/>
            <a:ext cx="2263818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A72080-0BB4-5A6A-3F69-0A6C6E552C76}"/>
              </a:ext>
            </a:extLst>
          </p:cNvPr>
          <p:cNvSpPr/>
          <p:nvPr/>
        </p:nvSpPr>
        <p:spPr>
          <a:xfrm>
            <a:off x="383366" y="2195921"/>
            <a:ext cx="10768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8659A79-F24E-1829-CE8A-BDDBF4B09B0E}"/>
              </a:ext>
            </a:extLst>
          </p:cNvPr>
          <p:cNvSpPr txBox="1"/>
          <p:nvPr/>
        </p:nvSpPr>
        <p:spPr>
          <a:xfrm>
            <a:off x="4678814" y="2561461"/>
            <a:ext cx="1008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69C5BD4-1F61-978C-7E1D-77F48AE4A25B}"/>
              </a:ext>
            </a:extLst>
          </p:cNvPr>
          <p:cNvSpPr txBox="1"/>
          <p:nvPr/>
        </p:nvSpPr>
        <p:spPr>
          <a:xfrm>
            <a:off x="6077548" y="891586"/>
            <a:ext cx="5961492" cy="43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9089B674-2B8D-CACF-4744-3E0E80A9F5C3}"/>
              </a:ext>
            </a:extLst>
          </p:cNvPr>
          <p:cNvSpPr/>
          <p:nvPr/>
        </p:nvSpPr>
        <p:spPr>
          <a:xfrm>
            <a:off x="7813018" y="2550970"/>
            <a:ext cx="1116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8E8C215-BC5C-6CC2-314D-9BD6DB5544FF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 flipV="1">
            <a:off x="5686814" y="2712970"/>
            <a:ext cx="2126204" cy="1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8227A3-B751-4D8C-CBF7-F2466106B04B}"/>
              </a:ext>
            </a:extLst>
          </p:cNvPr>
          <p:cNvSpPr txBox="1"/>
          <p:nvPr/>
        </p:nvSpPr>
        <p:spPr>
          <a:xfrm>
            <a:off x="142800" y="994066"/>
            <a:ext cx="1528317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D974C047-277C-F2FB-BDA3-C8A27D6FA8CD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1460166" y="2478702"/>
            <a:ext cx="3218648" cy="2447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DDDC27-8D69-EB93-AD10-D66611954472}"/>
              </a:ext>
            </a:extLst>
          </p:cNvPr>
          <p:cNvSpPr txBox="1"/>
          <p:nvPr/>
        </p:nvSpPr>
        <p:spPr>
          <a:xfrm>
            <a:off x="132873" y="6266333"/>
            <a:ext cx="4391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800" i="1">
                <a:latin typeface="Arial Nova" panose="020B0504020202020204" pitchFamily="34" charset="0"/>
              </a:rPr>
              <a:t>Este escenario describe integraciones compatibles con la nube</a:t>
            </a:r>
            <a:endParaRPr lang="es-ES" sz="800" i="1"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i="1">
                <a:latin typeface="Arial Nova" panose="020B0504020202020204" pitchFamily="34" charset="0"/>
              </a:rPr>
              <a:t>La ND Disminución de Monedero no contabiliza, no afecta ZSplits ni tampoco se timbra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3E88BA56-E4C8-0697-4274-202EA9C2A187}"/>
              </a:ext>
            </a:extLst>
          </p:cNvPr>
          <p:cNvSpPr/>
          <p:nvPr/>
        </p:nvSpPr>
        <p:spPr>
          <a:xfrm>
            <a:off x="924440" y="323577"/>
            <a:ext cx="680651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 con Despacho CeDis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A3FBEF07-528B-689A-5761-7B089F0E1776}"/>
              </a:ext>
            </a:extLst>
          </p:cNvPr>
          <p:cNvSpPr/>
          <p:nvPr/>
        </p:nvSpPr>
        <p:spPr>
          <a:xfrm>
            <a:off x="9254975" y="5803371"/>
            <a:ext cx="1078059" cy="350359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FAB21C69-5D64-9200-7141-21A09457CBF2}"/>
              </a:ext>
            </a:extLst>
          </p:cNvPr>
          <p:cNvSpPr txBox="1"/>
          <p:nvPr/>
        </p:nvSpPr>
        <p:spPr>
          <a:xfrm>
            <a:off x="7789459" y="5820852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9C0C4-87EC-DB83-D3B5-57DEFA5E327A}"/>
              </a:ext>
            </a:extLst>
          </p:cNvPr>
          <p:cNvSpPr txBox="1"/>
          <p:nvPr/>
        </p:nvSpPr>
        <p:spPr>
          <a:xfrm>
            <a:off x="316379" y="3979038"/>
            <a:ext cx="1293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99002F29-D63F-573D-2681-CB86FBA2BEB8}"/>
              </a:ext>
            </a:extLst>
          </p:cNvPr>
          <p:cNvSpPr/>
          <p:nvPr/>
        </p:nvSpPr>
        <p:spPr>
          <a:xfrm>
            <a:off x="308668" y="3494400"/>
            <a:ext cx="572765" cy="331385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AE6A4158-1FBE-5D36-757D-8094051424B4}"/>
              </a:ext>
            </a:extLst>
          </p:cNvPr>
          <p:cNvSpPr/>
          <p:nvPr/>
        </p:nvSpPr>
        <p:spPr>
          <a:xfrm>
            <a:off x="4165273" y="1412759"/>
            <a:ext cx="1776851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EB5866-CFB3-26DB-7F93-EA26A8B264A0}"/>
              </a:ext>
            </a:extLst>
          </p:cNvPr>
          <p:cNvSpPr txBox="1"/>
          <p:nvPr/>
        </p:nvSpPr>
        <p:spPr>
          <a:xfrm>
            <a:off x="1773747" y="5230860"/>
            <a:ext cx="870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7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700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E7224B4-F5D3-991C-9313-0803FE6D28CA}"/>
              </a:ext>
            </a:extLst>
          </p:cNvPr>
          <p:cNvSpPr txBox="1"/>
          <p:nvPr/>
        </p:nvSpPr>
        <p:spPr>
          <a:xfrm>
            <a:off x="4181601" y="891586"/>
            <a:ext cx="1760523" cy="432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9B41C8-5B13-5662-DEA3-B06436C75666}"/>
              </a:ext>
            </a:extLst>
          </p:cNvPr>
          <p:cNvSpPr txBox="1"/>
          <p:nvPr/>
        </p:nvSpPr>
        <p:spPr>
          <a:xfrm>
            <a:off x="1778408" y="976781"/>
            <a:ext cx="2272597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98EC6986-8C3D-DBB1-17B6-DFF6306CDE4E}"/>
              </a:ext>
            </a:extLst>
          </p:cNvPr>
          <p:cNvSpPr/>
          <p:nvPr/>
        </p:nvSpPr>
        <p:spPr>
          <a:xfrm>
            <a:off x="8750622" y="2451765"/>
            <a:ext cx="1116000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A05725-8A81-4162-7DE9-B0CF1E5DCFBE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C6CA61A-DF12-755B-1058-D06947DAD1AA}"/>
              </a:ext>
            </a:extLst>
          </p:cNvPr>
          <p:cNvSpPr/>
          <p:nvPr/>
        </p:nvSpPr>
        <p:spPr>
          <a:xfrm>
            <a:off x="2121665" y="5795717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B3EF58D9-FC03-EF76-474A-7A1C7DFE0A5E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1460166" y="2478702"/>
            <a:ext cx="1150254" cy="33170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D16AC99-525B-6815-F073-AEBD42CDAA3B}"/>
              </a:ext>
            </a:extLst>
          </p:cNvPr>
          <p:cNvSpPr/>
          <p:nvPr/>
        </p:nvSpPr>
        <p:spPr>
          <a:xfrm>
            <a:off x="7813018" y="1785338"/>
            <a:ext cx="1116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B91101F0-2076-FA5E-3287-D65CE9186C2A}"/>
              </a:ext>
            </a:extLst>
          </p:cNvPr>
          <p:cNvSpPr/>
          <p:nvPr/>
        </p:nvSpPr>
        <p:spPr>
          <a:xfrm>
            <a:off x="7813018" y="2179957"/>
            <a:ext cx="1116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2233157-9BEB-4132-A36D-A38457F03805}"/>
              </a:ext>
            </a:extLst>
          </p:cNvPr>
          <p:cNvSpPr txBox="1"/>
          <p:nvPr/>
        </p:nvSpPr>
        <p:spPr>
          <a:xfrm>
            <a:off x="4678814" y="1785526"/>
            <a:ext cx="1008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4B5DCDC2-DA0A-A0BD-C2D2-6454484ABEBE}"/>
              </a:ext>
            </a:extLst>
          </p:cNvPr>
          <p:cNvSpPr txBox="1"/>
          <p:nvPr/>
        </p:nvSpPr>
        <p:spPr>
          <a:xfrm>
            <a:off x="4678814" y="2179826"/>
            <a:ext cx="1008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SD04</a:t>
            </a:r>
          </a:p>
        </p:txBody>
      </p: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232ABAD7-EA03-C58E-B145-B998DF9E9D06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 flipV="1">
            <a:off x="1460166" y="2341826"/>
            <a:ext cx="3218648" cy="1368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6B55E638-9ABB-4555-28D6-5C812A206559}"/>
              </a:ext>
            </a:extLst>
          </p:cNvPr>
          <p:cNvCxnSpPr>
            <a:cxnSpLocks/>
            <a:stCxn id="17" idx="3"/>
            <a:endCxn id="86" idx="1"/>
          </p:cNvCxnSpPr>
          <p:nvPr/>
        </p:nvCxnSpPr>
        <p:spPr>
          <a:xfrm flipV="1">
            <a:off x="1460166" y="1947526"/>
            <a:ext cx="3218648" cy="5311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angular 95">
            <a:extLst>
              <a:ext uri="{FF2B5EF4-FFF2-40B4-BE49-F238E27FC236}">
                <a16:creationId xmlns:a16="http://schemas.microsoft.com/office/drawing/2014/main" id="{37469C99-2988-4AA4-29AE-C95F77F6736A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 flipV="1">
            <a:off x="5686814" y="1947338"/>
            <a:ext cx="2126204" cy="1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angular 98">
            <a:extLst>
              <a:ext uri="{FF2B5EF4-FFF2-40B4-BE49-F238E27FC236}">
                <a16:creationId xmlns:a16="http://schemas.microsoft.com/office/drawing/2014/main" id="{6D87431D-8F2E-6DEE-08E3-ABC5BC94794E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5686814" y="2341826"/>
            <a:ext cx="2126204" cy="1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0ABA7987-B04E-6DE7-E5F3-9D3D4CB4ACAF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>
            <a:off x="3099174" y="5957717"/>
            <a:ext cx="4690285" cy="25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grama de flujo: documento 13">
            <a:extLst>
              <a:ext uri="{FF2B5EF4-FFF2-40B4-BE49-F238E27FC236}">
                <a16:creationId xmlns:a16="http://schemas.microsoft.com/office/drawing/2014/main" id="{161C2915-554A-8FA3-63A6-AB9F3E8C8C54}"/>
              </a:ext>
            </a:extLst>
          </p:cNvPr>
          <p:cNvSpPr/>
          <p:nvPr/>
        </p:nvSpPr>
        <p:spPr>
          <a:xfrm>
            <a:off x="10767579" y="4904820"/>
            <a:ext cx="1080000" cy="480725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 CFDI</a:t>
            </a:r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087136E-1E49-7636-A2A1-1692E4CB6AAC}"/>
              </a:ext>
            </a:extLst>
          </p:cNvPr>
          <p:cNvSpPr/>
          <p:nvPr/>
        </p:nvSpPr>
        <p:spPr>
          <a:xfrm>
            <a:off x="8750622" y="2017826"/>
            <a:ext cx="1116000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D356E991-BE50-EDE4-0F91-85282497C773}"/>
              </a:ext>
            </a:extLst>
          </p:cNvPr>
          <p:cNvSpPr/>
          <p:nvPr/>
        </p:nvSpPr>
        <p:spPr>
          <a:xfrm>
            <a:off x="8750622" y="1558089"/>
            <a:ext cx="1116000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EE2CDFF3-39D6-49C8-3CE3-69DA05DF267C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 flipV="1">
            <a:off x="8869459" y="5978551"/>
            <a:ext cx="429311" cy="4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118">
            <a:extLst>
              <a:ext uri="{FF2B5EF4-FFF2-40B4-BE49-F238E27FC236}">
                <a16:creationId xmlns:a16="http://schemas.microsoft.com/office/drawing/2014/main" id="{ED866A02-3365-8187-649D-BCAC2DD88432}"/>
              </a:ext>
            </a:extLst>
          </p:cNvPr>
          <p:cNvSpPr txBox="1"/>
          <p:nvPr/>
        </p:nvSpPr>
        <p:spPr>
          <a:xfrm>
            <a:off x="10801984" y="5605770"/>
            <a:ext cx="1008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D-SD-CON-04  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BA08431-F121-0CFF-F909-FF2B65C5686F}"/>
              </a:ext>
            </a:extLst>
          </p:cNvPr>
          <p:cNvSpPr txBox="1"/>
          <p:nvPr/>
        </p:nvSpPr>
        <p:spPr>
          <a:xfrm>
            <a:off x="10377578" y="1837426"/>
            <a:ext cx="1387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/>
              <a:t>Despacho (Proceso manual)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6818232-58C7-D7D1-FA46-63160B67A3AE}"/>
              </a:ext>
            </a:extLst>
          </p:cNvPr>
          <p:cNvSpPr txBox="1"/>
          <p:nvPr/>
        </p:nvSpPr>
        <p:spPr>
          <a:xfrm>
            <a:off x="2870264" y="4689260"/>
            <a:ext cx="1008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MAVI02</a:t>
            </a:r>
          </a:p>
        </p:txBody>
      </p:sp>
      <p:cxnSp>
        <p:nvCxnSpPr>
          <p:cNvPr id="38" name="Conector angular 64">
            <a:extLst>
              <a:ext uri="{FF2B5EF4-FFF2-40B4-BE49-F238E27FC236}">
                <a16:creationId xmlns:a16="http://schemas.microsoft.com/office/drawing/2014/main" id="{B579410D-1E1F-5EB1-7A83-3A3CADD6F950}"/>
              </a:ext>
            </a:extLst>
          </p:cNvPr>
          <p:cNvCxnSpPr>
            <a:cxnSpLocks/>
            <a:stCxn id="55" idx="2"/>
            <a:endCxn id="35" idx="0"/>
          </p:cNvCxnSpPr>
          <p:nvPr/>
        </p:nvCxnSpPr>
        <p:spPr>
          <a:xfrm rot="5400000">
            <a:off x="11183491" y="4780732"/>
            <a:ext cx="248176" cy="15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o 56">
            <a:extLst>
              <a:ext uri="{FF2B5EF4-FFF2-40B4-BE49-F238E27FC236}">
                <a16:creationId xmlns:a16="http://schemas.microsoft.com/office/drawing/2014/main" id="{16D89620-15CE-9BE0-6A83-0A05B4CAB9F0}"/>
              </a:ext>
            </a:extLst>
          </p:cNvPr>
          <p:cNvGrpSpPr/>
          <p:nvPr/>
        </p:nvGrpSpPr>
        <p:grpSpPr>
          <a:xfrm>
            <a:off x="10771123" y="2258451"/>
            <a:ext cx="1231622" cy="538302"/>
            <a:chOff x="10771123" y="2258451"/>
            <a:chExt cx="1231622" cy="538302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41BB04FF-57D0-A098-5768-309899E73469}"/>
                </a:ext>
              </a:extLst>
            </p:cNvPr>
            <p:cNvSpPr/>
            <p:nvPr/>
          </p:nvSpPr>
          <p:spPr>
            <a:xfrm>
              <a:off x="10771123" y="2258451"/>
              <a:ext cx="1080000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Entrega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19DF1765-E78A-AA33-BD3B-67B68F0361CC}"/>
                </a:ext>
              </a:extLst>
            </p:cNvPr>
            <p:cNvSpPr/>
            <p:nvPr/>
          </p:nvSpPr>
          <p:spPr>
            <a:xfrm>
              <a:off x="11300229" y="2485712"/>
              <a:ext cx="702516" cy="31104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900" b="1">
                  <a:solidFill>
                    <a:schemeClr val="tx1"/>
                  </a:solidFill>
                  <a:latin typeface="Arial Nova" panose="020B0504020202020204" pitchFamily="34" charset="0"/>
                </a:rPr>
                <a:t>Picking</a:t>
              </a:r>
            </a:p>
          </p:txBody>
        </p:sp>
      </p:grp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9D44750-18FE-E9E9-59CE-0D388BDE7997}"/>
              </a:ext>
            </a:extLst>
          </p:cNvPr>
          <p:cNvSpPr/>
          <p:nvPr/>
        </p:nvSpPr>
        <p:spPr>
          <a:xfrm>
            <a:off x="10767579" y="3755060"/>
            <a:ext cx="1080000" cy="311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Transporte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24EC1B6-BE9D-B702-5B95-F80564E9D076}"/>
              </a:ext>
            </a:extLst>
          </p:cNvPr>
          <p:cNvSpPr/>
          <p:nvPr/>
        </p:nvSpPr>
        <p:spPr>
          <a:xfrm>
            <a:off x="10767579" y="4345603"/>
            <a:ext cx="1080000" cy="3110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Salida Mercancías</a:t>
            </a:r>
          </a:p>
        </p:txBody>
      </p:sp>
      <p:sp>
        <p:nvSpPr>
          <p:cNvPr id="11" name="Diamond 3">
            <a:extLst>
              <a:ext uri="{FF2B5EF4-FFF2-40B4-BE49-F238E27FC236}">
                <a16:creationId xmlns:a16="http://schemas.microsoft.com/office/drawing/2014/main" id="{3E72CE6E-185A-BAF0-4A58-F861536186B7}"/>
              </a:ext>
            </a:extLst>
          </p:cNvPr>
          <p:cNvSpPr/>
          <p:nvPr/>
        </p:nvSpPr>
        <p:spPr>
          <a:xfrm>
            <a:off x="9576838" y="4073563"/>
            <a:ext cx="654688" cy="603206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4" name="CuadroTexto 27">
            <a:extLst>
              <a:ext uri="{FF2B5EF4-FFF2-40B4-BE49-F238E27FC236}">
                <a16:creationId xmlns:a16="http://schemas.microsoft.com/office/drawing/2014/main" id="{BEDC016C-5E1A-03D5-E365-AED1CC7AC3C7}"/>
              </a:ext>
            </a:extLst>
          </p:cNvPr>
          <p:cNvSpPr txBox="1"/>
          <p:nvPr/>
        </p:nvSpPr>
        <p:spPr>
          <a:xfrm>
            <a:off x="2866653" y="4207829"/>
            <a:ext cx="1008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/>
              </a:rPr>
              <a:t>MAVI01</a:t>
            </a:r>
            <a:endParaRPr lang="es-MX" sz="900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F872CE9-49D6-11CD-987E-589C1584A3D4}"/>
              </a:ext>
            </a:extLst>
          </p:cNvPr>
          <p:cNvSpPr txBox="1"/>
          <p:nvPr/>
        </p:nvSpPr>
        <p:spPr>
          <a:xfrm>
            <a:off x="9655626" y="4197303"/>
            <a:ext cx="555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¿Se cancela?</a:t>
            </a:r>
          </a:p>
        </p:txBody>
      </p:sp>
      <p:cxnSp>
        <p:nvCxnSpPr>
          <p:cNvPr id="66" name="Conector angular 65">
            <a:extLst>
              <a:ext uri="{FF2B5EF4-FFF2-40B4-BE49-F238E27FC236}">
                <a16:creationId xmlns:a16="http://schemas.microsoft.com/office/drawing/2014/main" id="{84354BB9-7A8D-27E8-A665-791E10CDC145}"/>
              </a:ext>
            </a:extLst>
          </p:cNvPr>
          <p:cNvCxnSpPr>
            <a:cxnSpLocks/>
            <a:stCxn id="89" idx="2"/>
            <a:endCxn id="11" idx="0"/>
          </p:cNvCxnSpPr>
          <p:nvPr/>
        </p:nvCxnSpPr>
        <p:spPr>
          <a:xfrm rot="16200000" flipH="1">
            <a:off x="8538304" y="2707684"/>
            <a:ext cx="1198593" cy="1533164"/>
          </a:xfrm>
          <a:prstGeom prst="bentConnector3">
            <a:avLst>
              <a:gd name="adj1" fmla="val 75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226ED96-01A2-1275-51BA-33636BA47A67}"/>
              </a:ext>
            </a:extLst>
          </p:cNvPr>
          <p:cNvSpPr txBox="1"/>
          <p:nvPr/>
        </p:nvSpPr>
        <p:spPr>
          <a:xfrm>
            <a:off x="10094743" y="4162114"/>
            <a:ext cx="3435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NO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D2273F3D-33FA-52C2-8F31-CB0549E71D02}"/>
              </a:ext>
            </a:extLst>
          </p:cNvPr>
          <p:cNvSpPr txBox="1"/>
          <p:nvPr/>
        </p:nvSpPr>
        <p:spPr>
          <a:xfrm>
            <a:off x="9414659" y="4175109"/>
            <a:ext cx="3435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SI</a:t>
            </a:r>
          </a:p>
        </p:txBody>
      </p: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50860273-7EDD-7E91-2A25-5EF20CBEC287}"/>
              </a:ext>
            </a:extLst>
          </p:cNvPr>
          <p:cNvCxnSpPr>
            <a:cxnSpLocks/>
          </p:cNvCxnSpPr>
          <p:nvPr/>
        </p:nvCxnSpPr>
        <p:spPr>
          <a:xfrm rot="5400000">
            <a:off x="240896" y="3139885"/>
            <a:ext cx="698037" cy="1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angular 102">
            <a:extLst>
              <a:ext uri="{FF2B5EF4-FFF2-40B4-BE49-F238E27FC236}">
                <a16:creationId xmlns:a16="http://schemas.microsoft.com/office/drawing/2014/main" id="{FA366DCA-8E83-0A6F-1825-DC2324963F6C}"/>
              </a:ext>
            </a:extLst>
          </p:cNvPr>
          <p:cNvCxnSpPr>
            <a:cxnSpLocks/>
            <a:stCxn id="35" idx="2"/>
            <a:endCxn id="24" idx="0"/>
          </p:cNvCxnSpPr>
          <p:nvPr/>
        </p:nvCxnSpPr>
        <p:spPr>
          <a:xfrm rot="5400000">
            <a:off x="11180779" y="5478970"/>
            <a:ext cx="252006" cy="15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EC3BD8BD-BF16-9DE7-F574-8C6F497F2A88}"/>
              </a:ext>
            </a:extLst>
          </p:cNvPr>
          <p:cNvCxnSpPr>
            <a:cxnSpLocks/>
            <a:stCxn id="11" idx="3"/>
            <a:endCxn id="40" idx="1"/>
          </p:cNvCxnSpPr>
          <p:nvPr/>
        </p:nvCxnSpPr>
        <p:spPr>
          <a:xfrm flipV="1">
            <a:off x="10231526" y="2413972"/>
            <a:ext cx="539597" cy="19611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angular 64">
            <a:extLst>
              <a:ext uri="{FF2B5EF4-FFF2-40B4-BE49-F238E27FC236}">
                <a16:creationId xmlns:a16="http://schemas.microsoft.com/office/drawing/2014/main" id="{B579410D-1E1F-5EB1-7A83-3A3CADD6F950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rot="5400000">
            <a:off x="11167828" y="4205852"/>
            <a:ext cx="279502" cy="15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r 64">
            <a:extLst>
              <a:ext uri="{FF2B5EF4-FFF2-40B4-BE49-F238E27FC236}">
                <a16:creationId xmlns:a16="http://schemas.microsoft.com/office/drawing/2014/main" id="{B579410D-1E1F-5EB1-7A83-3A3CADD6F950}"/>
              </a:ext>
            </a:extLst>
          </p:cNvPr>
          <p:cNvCxnSpPr>
            <a:cxnSpLocks/>
            <a:stCxn id="40" idx="2"/>
            <a:endCxn id="51" idx="0"/>
          </p:cNvCxnSpPr>
          <p:nvPr/>
        </p:nvCxnSpPr>
        <p:spPr>
          <a:xfrm rot="5400000">
            <a:off x="10716567" y="3160504"/>
            <a:ext cx="1185568" cy="3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23">
            <a:extLst>
              <a:ext uri="{FF2B5EF4-FFF2-40B4-BE49-F238E27FC236}">
                <a16:creationId xmlns:a16="http://schemas.microsoft.com/office/drawing/2014/main" id="{C31F7BDC-F9F2-25F3-2718-0DC36BD67198}"/>
              </a:ext>
            </a:extLst>
          </p:cNvPr>
          <p:cNvSpPr txBox="1"/>
          <p:nvPr/>
        </p:nvSpPr>
        <p:spPr>
          <a:xfrm>
            <a:off x="6243101" y="3301931"/>
            <a:ext cx="1054568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PV01_CO03</a:t>
            </a:r>
          </a:p>
        </p:txBody>
      </p:sp>
      <p:sp>
        <p:nvSpPr>
          <p:cNvPr id="116" name="Rectángulo 24">
            <a:extLst>
              <a:ext uri="{FF2B5EF4-FFF2-40B4-BE49-F238E27FC236}">
                <a16:creationId xmlns:a16="http://schemas.microsoft.com/office/drawing/2014/main" id="{7D85E7F0-251E-200E-2384-FA59145E6487}"/>
              </a:ext>
            </a:extLst>
          </p:cNvPr>
          <p:cNvSpPr/>
          <p:nvPr/>
        </p:nvSpPr>
        <p:spPr>
          <a:xfrm>
            <a:off x="8597306" y="3275350"/>
            <a:ext cx="1235083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(Enganche)</a:t>
            </a:r>
          </a:p>
        </p:txBody>
      </p:sp>
      <p:sp>
        <p:nvSpPr>
          <p:cNvPr id="117" name="CuadroTexto 33">
            <a:extLst>
              <a:ext uri="{FF2B5EF4-FFF2-40B4-BE49-F238E27FC236}">
                <a16:creationId xmlns:a16="http://schemas.microsoft.com/office/drawing/2014/main" id="{E3805B77-6557-5CDE-EF12-1D5E6095A861}"/>
              </a:ext>
            </a:extLst>
          </p:cNvPr>
          <p:cNvSpPr txBox="1"/>
          <p:nvPr/>
        </p:nvSpPr>
        <p:spPr>
          <a:xfrm>
            <a:off x="7725146" y="3294656"/>
            <a:ext cx="587796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CO03</a:t>
            </a:r>
          </a:p>
        </p:txBody>
      </p:sp>
      <p:sp>
        <p:nvSpPr>
          <p:cNvPr id="118" name="CuadroTexto 36">
            <a:extLst>
              <a:ext uri="{FF2B5EF4-FFF2-40B4-BE49-F238E27FC236}">
                <a16:creationId xmlns:a16="http://schemas.microsoft.com/office/drawing/2014/main" id="{43392CA1-9C0C-3FA2-C24E-310735CEBB59}"/>
              </a:ext>
            </a:extLst>
          </p:cNvPr>
          <p:cNvSpPr txBox="1"/>
          <p:nvPr/>
        </p:nvSpPr>
        <p:spPr>
          <a:xfrm>
            <a:off x="8484777" y="3614801"/>
            <a:ext cx="12646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*Debe estar referenciado al pedido</a:t>
            </a:r>
          </a:p>
        </p:txBody>
      </p:sp>
      <p:cxnSp>
        <p:nvCxnSpPr>
          <p:cNvPr id="119" name="Conector recto de flecha 59">
            <a:extLst>
              <a:ext uri="{FF2B5EF4-FFF2-40B4-BE49-F238E27FC236}">
                <a16:creationId xmlns:a16="http://schemas.microsoft.com/office/drawing/2014/main" id="{B2C36BAE-E4A1-FC7F-257F-E6677B3A9730}"/>
              </a:ext>
            </a:extLst>
          </p:cNvPr>
          <p:cNvCxnSpPr>
            <a:stCxn id="115" idx="3"/>
            <a:endCxn id="117" idx="1"/>
          </p:cNvCxnSpPr>
          <p:nvPr/>
        </p:nvCxnSpPr>
        <p:spPr>
          <a:xfrm flipV="1">
            <a:off x="7297669" y="3456656"/>
            <a:ext cx="427477" cy="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61">
            <a:extLst>
              <a:ext uri="{FF2B5EF4-FFF2-40B4-BE49-F238E27FC236}">
                <a16:creationId xmlns:a16="http://schemas.microsoft.com/office/drawing/2014/main" id="{98B42BAE-46A1-83E2-05D2-9AA630D1F974}"/>
              </a:ext>
            </a:extLst>
          </p:cNvPr>
          <p:cNvCxnSpPr>
            <a:stCxn id="117" idx="3"/>
            <a:endCxn id="116" idx="1"/>
          </p:cNvCxnSpPr>
          <p:nvPr/>
        </p:nvCxnSpPr>
        <p:spPr>
          <a:xfrm flipV="1">
            <a:off x="8312942" y="3455350"/>
            <a:ext cx="284364" cy="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128 Conector recto de flecha"/>
          <p:cNvCxnSpPr>
            <a:endCxn id="115" idx="1"/>
          </p:cNvCxnSpPr>
          <p:nvPr/>
        </p:nvCxnSpPr>
        <p:spPr>
          <a:xfrm>
            <a:off x="2615304" y="3451713"/>
            <a:ext cx="3627797" cy="12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124 Forma libre"/>
          <p:cNvSpPr/>
          <p:nvPr/>
        </p:nvSpPr>
        <p:spPr>
          <a:xfrm>
            <a:off x="1435395" y="2615609"/>
            <a:ext cx="1446028" cy="1754372"/>
          </a:xfrm>
          <a:custGeom>
            <a:avLst/>
            <a:gdLst>
              <a:gd name="connsiteX0" fmla="*/ 0 w 1446028"/>
              <a:gd name="connsiteY0" fmla="*/ 0 h 1754372"/>
              <a:gd name="connsiteX1" fmla="*/ 659219 w 1446028"/>
              <a:gd name="connsiteY1" fmla="*/ 0 h 1754372"/>
              <a:gd name="connsiteX2" fmla="*/ 659219 w 1446028"/>
              <a:gd name="connsiteY2" fmla="*/ 1754372 h 1754372"/>
              <a:gd name="connsiteX3" fmla="*/ 1446028 w 1446028"/>
              <a:gd name="connsiteY3" fmla="*/ 1754372 h 1754372"/>
              <a:gd name="connsiteX4" fmla="*/ 1446028 w 1446028"/>
              <a:gd name="connsiteY4" fmla="*/ 1754372 h 175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028" h="1754372">
                <a:moveTo>
                  <a:pt x="0" y="0"/>
                </a:moveTo>
                <a:lnTo>
                  <a:pt x="659219" y="0"/>
                </a:lnTo>
                <a:lnTo>
                  <a:pt x="659219" y="1754372"/>
                </a:lnTo>
                <a:lnTo>
                  <a:pt x="1446028" y="1754372"/>
                </a:lnTo>
                <a:lnTo>
                  <a:pt x="1446028" y="1754372"/>
                </a:lnTo>
              </a:path>
            </a:pathLst>
          </a:cu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6" name="125 Forma libre"/>
          <p:cNvSpPr/>
          <p:nvPr/>
        </p:nvSpPr>
        <p:spPr>
          <a:xfrm>
            <a:off x="1449572" y="2629786"/>
            <a:ext cx="1446028" cy="2208028"/>
          </a:xfrm>
          <a:custGeom>
            <a:avLst/>
            <a:gdLst>
              <a:gd name="connsiteX0" fmla="*/ 0 w 1446028"/>
              <a:gd name="connsiteY0" fmla="*/ 0 h 1754372"/>
              <a:gd name="connsiteX1" fmla="*/ 659219 w 1446028"/>
              <a:gd name="connsiteY1" fmla="*/ 0 h 1754372"/>
              <a:gd name="connsiteX2" fmla="*/ 659219 w 1446028"/>
              <a:gd name="connsiteY2" fmla="*/ 1754372 h 1754372"/>
              <a:gd name="connsiteX3" fmla="*/ 1446028 w 1446028"/>
              <a:gd name="connsiteY3" fmla="*/ 1754372 h 1754372"/>
              <a:gd name="connsiteX4" fmla="*/ 1446028 w 1446028"/>
              <a:gd name="connsiteY4" fmla="*/ 1754372 h 175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028" h="1754372">
                <a:moveTo>
                  <a:pt x="0" y="0"/>
                </a:moveTo>
                <a:lnTo>
                  <a:pt x="659219" y="0"/>
                </a:lnTo>
                <a:lnTo>
                  <a:pt x="659219" y="1754372"/>
                </a:lnTo>
                <a:lnTo>
                  <a:pt x="1446028" y="1754372"/>
                </a:lnTo>
                <a:lnTo>
                  <a:pt x="1446028" y="1754372"/>
                </a:lnTo>
              </a:path>
            </a:pathLst>
          </a:cu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7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8977164" y="5273748"/>
            <a:ext cx="1079942" cy="35456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128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7666608" y="5236646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factura creada en S4</a:t>
            </a:r>
          </a:p>
        </p:txBody>
      </p:sp>
      <p:cxnSp>
        <p:nvCxnSpPr>
          <p:cNvPr id="131" name="130 Conector angular"/>
          <p:cNvCxnSpPr>
            <a:stCxn id="35" idx="1"/>
            <a:endCxn id="127" idx="3"/>
          </p:cNvCxnSpPr>
          <p:nvPr/>
        </p:nvCxnSpPr>
        <p:spPr>
          <a:xfrm rot="10800000" flipV="1">
            <a:off x="10057107" y="5145183"/>
            <a:ext cx="710473" cy="3058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27">
            <a:extLst>
              <a:ext uri="{FF2B5EF4-FFF2-40B4-BE49-F238E27FC236}">
                <a16:creationId xmlns:a16="http://schemas.microsoft.com/office/drawing/2014/main" id="{1AF506C1-47D5-13E6-EFDA-9AA400ECBD57}"/>
              </a:ext>
            </a:extLst>
          </p:cNvPr>
          <p:cNvSpPr txBox="1"/>
          <p:nvPr/>
        </p:nvSpPr>
        <p:spPr>
          <a:xfrm>
            <a:off x="7983363" y="4215838"/>
            <a:ext cx="1008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/>
              </a:rPr>
              <a:t>SD02</a:t>
            </a:r>
            <a:endParaRPr lang="es-MX" sz="900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5E4B2BF-50B8-5EFB-C683-EA60E820C4EC}"/>
              </a:ext>
            </a:extLst>
          </p:cNvPr>
          <p:cNvCxnSpPr>
            <a:stCxn id="82" idx="2"/>
            <a:endCxn id="4" idx="3"/>
          </p:cNvCxnSpPr>
          <p:nvPr/>
        </p:nvCxnSpPr>
        <p:spPr>
          <a:xfrm flipH="1">
            <a:off x="8991363" y="4375164"/>
            <a:ext cx="595067" cy="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715C38E-8225-526C-3D62-52EA40478283}"/>
              </a:ext>
            </a:extLst>
          </p:cNvPr>
          <p:cNvCxnSpPr>
            <a:stCxn id="4" idx="1"/>
            <a:endCxn id="34" idx="3"/>
          </p:cNvCxnSpPr>
          <p:nvPr/>
        </p:nvCxnSpPr>
        <p:spPr>
          <a:xfrm flipH="1" flipV="1">
            <a:off x="3874653" y="4369829"/>
            <a:ext cx="4108710" cy="8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27">
            <a:extLst>
              <a:ext uri="{FF2B5EF4-FFF2-40B4-BE49-F238E27FC236}">
                <a16:creationId xmlns:a16="http://schemas.microsoft.com/office/drawing/2014/main" id="{F617E872-4BD3-55B0-D1E5-671F1BB32289}"/>
              </a:ext>
            </a:extLst>
          </p:cNvPr>
          <p:cNvSpPr txBox="1"/>
          <p:nvPr/>
        </p:nvSpPr>
        <p:spPr>
          <a:xfrm>
            <a:off x="7987096" y="4703181"/>
            <a:ext cx="1008000" cy="324000"/>
          </a:xfrm>
          <a:prstGeom prst="rect">
            <a:avLst/>
          </a:prstGeom>
          <a:solidFill>
            <a:srgbClr val="ED7D30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/>
              </a:rPr>
              <a:t>SD49</a:t>
            </a:r>
            <a:endParaRPr lang="es-MX" sz="900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42" name="Conector angular 41">
            <a:extLst>
              <a:ext uri="{FF2B5EF4-FFF2-40B4-BE49-F238E27FC236}">
                <a16:creationId xmlns:a16="http://schemas.microsoft.com/office/drawing/2014/main" id="{815DBEEC-16FC-0DBF-A7B8-4A2DFB1D24CA}"/>
              </a:ext>
            </a:extLst>
          </p:cNvPr>
          <p:cNvCxnSpPr>
            <a:stCxn id="35" idx="1"/>
            <a:endCxn id="39" idx="3"/>
          </p:cNvCxnSpPr>
          <p:nvPr/>
        </p:nvCxnSpPr>
        <p:spPr>
          <a:xfrm rot="10800000">
            <a:off x="8995097" y="4865181"/>
            <a:ext cx="1772483" cy="280002"/>
          </a:xfrm>
          <a:prstGeom prst="bentConnector3">
            <a:avLst>
              <a:gd name="adj1" fmla="val 205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46C182B-9AD7-CAB5-41F8-A36F77253D02}"/>
              </a:ext>
            </a:extLst>
          </p:cNvPr>
          <p:cNvCxnSpPr>
            <a:stCxn id="39" idx="1"/>
            <a:endCxn id="31" idx="3"/>
          </p:cNvCxnSpPr>
          <p:nvPr/>
        </p:nvCxnSpPr>
        <p:spPr>
          <a:xfrm flipH="1" flipV="1">
            <a:off x="3878264" y="4851260"/>
            <a:ext cx="4108832" cy="13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118">
            <a:extLst>
              <a:ext uri="{FF2B5EF4-FFF2-40B4-BE49-F238E27FC236}">
                <a16:creationId xmlns:a16="http://schemas.microsoft.com/office/drawing/2014/main" id="{F4109756-2CCD-B692-F8D2-D58292B46D75}"/>
              </a:ext>
            </a:extLst>
          </p:cNvPr>
          <p:cNvSpPr txBox="1"/>
          <p:nvPr/>
        </p:nvSpPr>
        <p:spPr>
          <a:xfrm>
            <a:off x="9924126" y="564608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233116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EEAB-FF1A-EDE6-2E32-55DEC7C2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A69F437B-CBB2-60B1-3AE1-41ABFDFF08A6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E0CC1A4-6E68-3C47-5812-6A09CB86851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FF5E0CD-17D3-91CC-48AC-C227803B163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0CF14D3-0873-621D-5B53-366747B1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A9DCF83-D12E-EB80-A2CB-118DBCF00FE3}"/>
              </a:ext>
            </a:extLst>
          </p:cNvPr>
          <p:cNvSpPr/>
          <p:nvPr/>
        </p:nvSpPr>
        <p:spPr>
          <a:xfrm>
            <a:off x="142800" y="1412759"/>
            <a:ext cx="2264069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B32352-97C1-C842-F927-FB475DEFE986}"/>
              </a:ext>
            </a:extLst>
          </p:cNvPr>
          <p:cNvSpPr/>
          <p:nvPr/>
        </p:nvSpPr>
        <p:spPr>
          <a:xfrm>
            <a:off x="6077549" y="1412759"/>
            <a:ext cx="1399864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E6F7CD-DE8D-C56B-A001-6EC3FB6D4E2B}"/>
              </a:ext>
            </a:extLst>
          </p:cNvPr>
          <p:cNvSpPr/>
          <p:nvPr/>
        </p:nvSpPr>
        <p:spPr>
          <a:xfrm>
            <a:off x="7560067" y="1412759"/>
            <a:ext cx="4478974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47BE21-D07C-63EE-DA8F-F53CF8EBA56C}"/>
              </a:ext>
            </a:extLst>
          </p:cNvPr>
          <p:cNvSpPr/>
          <p:nvPr/>
        </p:nvSpPr>
        <p:spPr>
          <a:xfrm>
            <a:off x="2540165" y="1412759"/>
            <a:ext cx="1507694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4CE655-5F40-64CD-CC9A-F7EE6933B357}"/>
              </a:ext>
            </a:extLst>
          </p:cNvPr>
          <p:cNvSpPr/>
          <p:nvPr/>
        </p:nvSpPr>
        <p:spPr>
          <a:xfrm>
            <a:off x="383365" y="2195921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AC12FFF6-D278-07D9-9B67-00CB4C5A144F}"/>
              </a:ext>
            </a:extLst>
          </p:cNvPr>
          <p:cNvCxnSpPr>
            <a:cxnSpLocks/>
            <a:stCxn id="17" idx="3"/>
            <a:endCxn id="60" idx="1"/>
          </p:cNvCxnSpPr>
          <p:nvPr/>
        </p:nvCxnSpPr>
        <p:spPr>
          <a:xfrm>
            <a:off x="2183365" y="2478702"/>
            <a:ext cx="2364888" cy="1900242"/>
          </a:xfrm>
          <a:prstGeom prst="bentConnector3">
            <a:avLst>
              <a:gd name="adj1" fmla="val 9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B18277A-E5F0-36F8-5C74-30F00CF085FF}"/>
              </a:ext>
            </a:extLst>
          </p:cNvPr>
          <p:cNvSpPr txBox="1"/>
          <p:nvPr/>
        </p:nvSpPr>
        <p:spPr>
          <a:xfrm>
            <a:off x="6077548" y="891586"/>
            <a:ext cx="5961492" cy="43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1540C12-6797-FCC1-741C-C3E6749D3B4B}"/>
              </a:ext>
            </a:extLst>
          </p:cNvPr>
          <p:cNvSpPr txBox="1"/>
          <p:nvPr/>
        </p:nvSpPr>
        <p:spPr>
          <a:xfrm>
            <a:off x="142799" y="891586"/>
            <a:ext cx="2264069" cy="4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4567390-68DF-A74A-122C-CB427485CB58}"/>
              </a:ext>
            </a:extLst>
          </p:cNvPr>
          <p:cNvSpPr txBox="1"/>
          <p:nvPr/>
        </p:nvSpPr>
        <p:spPr>
          <a:xfrm>
            <a:off x="132873" y="6266333"/>
            <a:ext cx="6636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800" i="1">
                <a:latin typeface="Arial Nova" panose="020B0504020202020204" pitchFamily="34" charset="0"/>
              </a:rPr>
              <a:t>Este escenario describe integraciones compatibles con la nube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i="1">
                <a:latin typeface="Arial Nova" panose="020B0504020202020204" pitchFamily="34" charset="0"/>
              </a:rPr>
              <a:t>La ND Disminución de Monedero no contabiliza, no afecta ZSplits ni tampoco se timbra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03B577F-A4D1-1D99-FB53-77E618A3A226}"/>
              </a:ext>
            </a:extLst>
          </p:cNvPr>
          <p:cNvSpPr/>
          <p:nvPr/>
        </p:nvSpPr>
        <p:spPr>
          <a:xfrm>
            <a:off x="924440" y="323577"/>
            <a:ext cx="963608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Venta Mercaderías con Despacho CeDis (continuación)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796B1458-1C75-4FE0-F340-63F8825A8E93}"/>
              </a:ext>
            </a:extLst>
          </p:cNvPr>
          <p:cNvSpPr/>
          <p:nvPr/>
        </p:nvSpPr>
        <p:spPr>
          <a:xfrm>
            <a:off x="10819082" y="5499152"/>
            <a:ext cx="1078059" cy="350359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652408B1-4DAC-7A72-61DC-67159F47C247}"/>
              </a:ext>
            </a:extLst>
          </p:cNvPr>
          <p:cNvSpPr txBox="1"/>
          <p:nvPr/>
        </p:nvSpPr>
        <p:spPr>
          <a:xfrm>
            <a:off x="9651835" y="5508552"/>
            <a:ext cx="905037" cy="331532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1CC3FC7-3D55-C4E5-3098-8120BEE0367F}"/>
              </a:ext>
            </a:extLst>
          </p:cNvPr>
          <p:cNvSpPr txBox="1"/>
          <p:nvPr/>
        </p:nvSpPr>
        <p:spPr>
          <a:xfrm>
            <a:off x="194771" y="417780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64F5AB1A-3971-2919-8CBA-E8F9461FB7E0}"/>
              </a:ext>
            </a:extLst>
          </p:cNvPr>
          <p:cNvSpPr/>
          <p:nvPr/>
        </p:nvSpPr>
        <p:spPr>
          <a:xfrm>
            <a:off x="659742" y="3340313"/>
            <a:ext cx="1249029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: angular 12">
            <a:extLst>
              <a:ext uri="{FF2B5EF4-FFF2-40B4-BE49-F238E27FC236}">
                <a16:creationId xmlns:a16="http://schemas.microsoft.com/office/drawing/2014/main" id="{DAA95208-35F7-E2E1-9E0D-92011568238B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16200000" flipH="1">
            <a:off x="994396" y="3050452"/>
            <a:ext cx="578830" cy="8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288075-DD1D-34A8-EEB7-1D18EF6BB9F1}"/>
              </a:ext>
            </a:extLst>
          </p:cNvPr>
          <p:cNvSpPr/>
          <p:nvPr/>
        </p:nvSpPr>
        <p:spPr>
          <a:xfrm>
            <a:off x="4165273" y="1412759"/>
            <a:ext cx="1776851" cy="480160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8A832F-001B-9B8B-DA98-0A01637DFD70}"/>
              </a:ext>
            </a:extLst>
          </p:cNvPr>
          <p:cNvSpPr txBox="1"/>
          <p:nvPr/>
        </p:nvSpPr>
        <p:spPr>
          <a:xfrm>
            <a:off x="4181601" y="891586"/>
            <a:ext cx="1760523" cy="432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B383C90-7A6A-B613-B13C-75D60DE16BE4}"/>
              </a:ext>
            </a:extLst>
          </p:cNvPr>
          <p:cNvSpPr txBox="1"/>
          <p:nvPr/>
        </p:nvSpPr>
        <p:spPr>
          <a:xfrm>
            <a:off x="2537464" y="891586"/>
            <a:ext cx="1513541" cy="432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2A6085-913E-BCDC-22EE-B3831ABD4473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552C58F-391C-5E51-0593-00609DA7F3DB}"/>
              </a:ext>
            </a:extLst>
          </p:cNvPr>
          <p:cNvSpPr/>
          <p:nvPr/>
        </p:nvSpPr>
        <p:spPr>
          <a:xfrm>
            <a:off x="2624680" y="5541446"/>
            <a:ext cx="977509" cy="3240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EBE8B38E-423F-D568-F3D2-0CBCAEC1CB54}"/>
              </a:ext>
            </a:extLst>
          </p:cNvPr>
          <p:cNvCxnSpPr>
            <a:stCxn id="17" idx="3"/>
            <a:endCxn id="23" idx="0"/>
          </p:cNvCxnSpPr>
          <p:nvPr/>
        </p:nvCxnSpPr>
        <p:spPr>
          <a:xfrm>
            <a:off x="2183365" y="2478702"/>
            <a:ext cx="930070" cy="30627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1D0C7B5-80A5-823F-9676-40A4FC241E8F}"/>
              </a:ext>
            </a:extLst>
          </p:cNvPr>
          <p:cNvSpPr txBox="1"/>
          <p:nvPr/>
        </p:nvSpPr>
        <p:spPr>
          <a:xfrm>
            <a:off x="4548253" y="4717938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81DDBB6-B4E4-4C4E-2A46-969460741A36}"/>
              </a:ext>
            </a:extLst>
          </p:cNvPr>
          <p:cNvSpPr/>
          <p:nvPr/>
        </p:nvSpPr>
        <p:spPr>
          <a:xfrm>
            <a:off x="8396134" y="4706660"/>
            <a:ext cx="1079854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Crédito CFDI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3086C2B7-49FF-7EAC-06C7-E033D0A92181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5628253" y="4879938"/>
            <a:ext cx="2767881" cy="6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F7973829-BA59-75F0-FAAB-A8B03B078B18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 flipV="1">
            <a:off x="3602189" y="5674318"/>
            <a:ext cx="6049646" cy="29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F346C1AF-8386-A88B-6CC3-BD783B369722}"/>
              </a:ext>
            </a:extLst>
          </p:cNvPr>
          <p:cNvCxnSpPr>
            <a:stCxn id="17" idx="3"/>
            <a:endCxn id="29" idx="1"/>
          </p:cNvCxnSpPr>
          <p:nvPr/>
        </p:nvCxnSpPr>
        <p:spPr>
          <a:xfrm>
            <a:off x="2183365" y="2478702"/>
            <a:ext cx="2364888" cy="2401236"/>
          </a:xfrm>
          <a:prstGeom prst="bentConnector3">
            <a:avLst>
              <a:gd name="adj1" fmla="val 9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0CC85DDA-C36E-AA41-769F-42ACEDC0A7C6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>
            <a:off x="10556872" y="5674318"/>
            <a:ext cx="306005" cy="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28EB2882-EFF4-C742-732D-1AD0A3265720}"/>
              </a:ext>
            </a:extLst>
          </p:cNvPr>
          <p:cNvSpPr txBox="1"/>
          <p:nvPr/>
        </p:nvSpPr>
        <p:spPr>
          <a:xfrm>
            <a:off x="4548253" y="3744312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SD20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41E86B41-2744-BA86-C12A-745AC6047A02}"/>
              </a:ext>
            </a:extLst>
          </p:cNvPr>
          <p:cNvSpPr/>
          <p:nvPr/>
        </p:nvSpPr>
        <p:spPr>
          <a:xfrm>
            <a:off x="8395988" y="3755391"/>
            <a:ext cx="1080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NC Disminución de Monedero</a:t>
            </a:r>
          </a:p>
        </p:txBody>
      </p:sp>
      <p:cxnSp>
        <p:nvCxnSpPr>
          <p:cNvPr id="79" name="Conector angular 78">
            <a:extLst>
              <a:ext uri="{FF2B5EF4-FFF2-40B4-BE49-F238E27FC236}">
                <a16:creationId xmlns:a16="http://schemas.microsoft.com/office/drawing/2014/main" id="{CE7917FC-4D88-5DD1-A786-C219B72E6D51}"/>
              </a:ext>
            </a:extLst>
          </p:cNvPr>
          <p:cNvCxnSpPr>
            <a:cxnSpLocks/>
            <a:stCxn id="17" idx="3"/>
            <a:endCxn id="71" idx="1"/>
          </p:cNvCxnSpPr>
          <p:nvPr/>
        </p:nvCxnSpPr>
        <p:spPr>
          <a:xfrm>
            <a:off x="2183365" y="2478702"/>
            <a:ext cx="2364888" cy="1427610"/>
          </a:xfrm>
          <a:prstGeom prst="bentConnector3">
            <a:avLst>
              <a:gd name="adj1" fmla="val 9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0F19B16-6713-49DE-2EBD-1FC8F27B7405}"/>
              </a:ext>
            </a:extLst>
          </p:cNvPr>
          <p:cNvCxnSpPr>
            <a:stCxn id="71" idx="3"/>
            <a:endCxn id="72" idx="1"/>
          </p:cNvCxnSpPr>
          <p:nvPr/>
        </p:nvCxnSpPr>
        <p:spPr>
          <a:xfrm>
            <a:off x="5628253" y="3906312"/>
            <a:ext cx="2767735" cy="1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0548EB9-A91B-6C55-5D70-F0B5A5369C5F}"/>
              </a:ext>
            </a:extLst>
          </p:cNvPr>
          <p:cNvSpPr txBox="1"/>
          <p:nvPr/>
        </p:nvSpPr>
        <p:spPr>
          <a:xfrm>
            <a:off x="4548253" y="4216944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SD32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69AAF02-4D5E-316D-0C1A-514ED27F18D2}"/>
              </a:ext>
            </a:extLst>
          </p:cNvPr>
          <p:cNvSpPr/>
          <p:nvPr/>
        </p:nvSpPr>
        <p:spPr>
          <a:xfrm>
            <a:off x="8395988" y="4216944"/>
            <a:ext cx="1080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ND Aumento de Monedero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87B0C6AA-003D-FF8A-E636-5B19A891F144}"/>
              </a:ext>
            </a:extLst>
          </p:cNvPr>
          <p:cNvCxnSpPr>
            <a:stCxn id="60" idx="3"/>
            <a:endCxn id="62" idx="1"/>
          </p:cNvCxnSpPr>
          <p:nvPr/>
        </p:nvCxnSpPr>
        <p:spPr>
          <a:xfrm>
            <a:off x="5628253" y="4378944"/>
            <a:ext cx="2767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AB73026-B4AB-257F-1CCF-DCA98D947BE7}"/>
              </a:ext>
            </a:extLst>
          </p:cNvPr>
          <p:cNvSpPr txBox="1"/>
          <p:nvPr/>
        </p:nvSpPr>
        <p:spPr>
          <a:xfrm>
            <a:off x="9459623" y="3698216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NC Disminución de Monedero no contabiliza, no afecta ZSplits ni tampoco se timbra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90035C-D69D-88D9-B3ED-26D4EA6F6DF5}"/>
              </a:ext>
            </a:extLst>
          </p:cNvPr>
          <p:cNvSpPr txBox="1"/>
          <p:nvPr/>
        </p:nvSpPr>
        <p:spPr>
          <a:xfrm>
            <a:off x="9459623" y="4159137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ND Aumento de Monedero no contabiliza, no afecta ZSplits ni tampoco se timbra</a:t>
            </a:r>
          </a:p>
        </p:txBody>
      </p:sp>
      <p:sp>
        <p:nvSpPr>
          <p:cNvPr id="44" name="CuadroTexto 38">
            <a:extLst>
              <a:ext uri="{FF2B5EF4-FFF2-40B4-BE49-F238E27FC236}">
                <a16:creationId xmlns:a16="http://schemas.microsoft.com/office/drawing/2014/main" id="{C2DFE464-B068-0CD8-D55F-120FA2AE00FF}"/>
              </a:ext>
            </a:extLst>
          </p:cNvPr>
          <p:cNvSpPr txBox="1"/>
          <p:nvPr/>
        </p:nvSpPr>
        <p:spPr>
          <a:xfrm>
            <a:off x="7530663" y="1988947"/>
            <a:ext cx="2496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Actualizar el número de la factura en el campo de asignación. Se utilizará en la compensación</a:t>
            </a:r>
          </a:p>
        </p:txBody>
      </p:sp>
      <p:sp>
        <p:nvSpPr>
          <p:cNvPr id="50" name="CuadroTexto 40">
            <a:extLst>
              <a:ext uri="{FF2B5EF4-FFF2-40B4-BE49-F238E27FC236}">
                <a16:creationId xmlns:a16="http://schemas.microsoft.com/office/drawing/2014/main" id="{E7D69D78-8FFC-6B4C-53FD-602739827C05}"/>
              </a:ext>
            </a:extLst>
          </p:cNvPr>
          <p:cNvSpPr txBox="1"/>
          <p:nvPr/>
        </p:nvSpPr>
        <p:spPr>
          <a:xfrm>
            <a:off x="4548253" y="182427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SD43</a:t>
            </a:r>
          </a:p>
        </p:txBody>
      </p:sp>
      <p:sp>
        <p:nvSpPr>
          <p:cNvPr id="51" name="Rectángulo 42">
            <a:extLst>
              <a:ext uri="{FF2B5EF4-FFF2-40B4-BE49-F238E27FC236}">
                <a16:creationId xmlns:a16="http://schemas.microsoft.com/office/drawing/2014/main" id="{E5F232B9-FE9A-15A6-A022-A57D13F07846}"/>
              </a:ext>
            </a:extLst>
          </p:cNvPr>
          <p:cNvSpPr/>
          <p:nvPr/>
        </p:nvSpPr>
        <p:spPr>
          <a:xfrm>
            <a:off x="10345827" y="1806632"/>
            <a:ext cx="1248953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(Enganche)</a:t>
            </a:r>
          </a:p>
        </p:txBody>
      </p:sp>
      <p:cxnSp>
        <p:nvCxnSpPr>
          <p:cNvPr id="52" name="Conector recto de flecha 70">
            <a:extLst>
              <a:ext uri="{FF2B5EF4-FFF2-40B4-BE49-F238E27FC236}">
                <a16:creationId xmlns:a16="http://schemas.microsoft.com/office/drawing/2014/main" id="{97A5B208-5F20-F8F6-50A6-348E2157C41D}"/>
              </a:ext>
            </a:extLst>
          </p:cNvPr>
          <p:cNvCxnSpPr>
            <a:stCxn id="50" idx="3"/>
            <a:endCxn id="51" idx="1"/>
          </p:cNvCxnSpPr>
          <p:nvPr/>
        </p:nvCxnSpPr>
        <p:spPr>
          <a:xfrm>
            <a:off x="5628253" y="1986279"/>
            <a:ext cx="4717574" cy="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angular"/>
          <p:cNvCxnSpPr>
            <a:stCxn id="17" idx="3"/>
            <a:endCxn id="50" idx="1"/>
          </p:cNvCxnSpPr>
          <p:nvPr/>
        </p:nvCxnSpPr>
        <p:spPr>
          <a:xfrm flipV="1">
            <a:off x="2183365" y="1986279"/>
            <a:ext cx="2364888" cy="492423"/>
          </a:xfrm>
          <a:prstGeom prst="bentConnector3">
            <a:avLst>
              <a:gd name="adj1" fmla="val 9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8">
            <a:extLst>
              <a:ext uri="{FF2B5EF4-FFF2-40B4-BE49-F238E27FC236}">
                <a16:creationId xmlns:a16="http://schemas.microsoft.com/office/drawing/2014/main" id="{798F839C-22EE-0ADD-3610-65D3B0DC312F}"/>
              </a:ext>
            </a:extLst>
          </p:cNvPr>
          <p:cNvSpPr txBox="1"/>
          <p:nvPr/>
        </p:nvSpPr>
        <p:spPr>
          <a:xfrm>
            <a:off x="7579358" y="5346505"/>
            <a:ext cx="2091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solidFill>
                  <a:srgbClr val="000000"/>
                </a:solidFill>
                <a:latin typeface="Arial Nova" panose="020B0504020202020204" pitchFamily="34" charset="0"/>
              </a:rPr>
              <a:t>Actualización por disminución prorrateada de saldo de parcialidades (monedero)</a:t>
            </a:r>
          </a:p>
        </p:txBody>
      </p:sp>
      <p:sp>
        <p:nvSpPr>
          <p:cNvPr id="53" name="Paralelogramo 70">
            <a:extLst>
              <a:ext uri="{FF2B5EF4-FFF2-40B4-BE49-F238E27FC236}">
                <a16:creationId xmlns:a16="http://schemas.microsoft.com/office/drawing/2014/main" id="{23621E76-6368-0B81-2607-A6ECCAEF8FAB}"/>
              </a:ext>
            </a:extLst>
          </p:cNvPr>
          <p:cNvSpPr/>
          <p:nvPr/>
        </p:nvSpPr>
        <p:spPr>
          <a:xfrm>
            <a:off x="8068983" y="2499897"/>
            <a:ext cx="1457153" cy="407078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sp>
        <p:nvSpPr>
          <p:cNvPr id="54" name="CuadroTexto 3">
            <a:extLst>
              <a:ext uri="{FF2B5EF4-FFF2-40B4-BE49-F238E27FC236}">
                <a16:creationId xmlns:a16="http://schemas.microsoft.com/office/drawing/2014/main" id="{4E3F12D4-E32A-15F9-B2A1-BD20F96DFF7B}"/>
              </a:ext>
            </a:extLst>
          </p:cNvPr>
          <p:cNvSpPr txBox="1"/>
          <p:nvPr/>
        </p:nvSpPr>
        <p:spPr>
          <a:xfrm>
            <a:off x="4548253" y="2535621"/>
            <a:ext cx="1061971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SD50</a:t>
            </a:r>
          </a:p>
        </p:txBody>
      </p:sp>
      <p:cxnSp>
        <p:nvCxnSpPr>
          <p:cNvPr id="55" name="Conector angular 58">
            <a:extLst>
              <a:ext uri="{FF2B5EF4-FFF2-40B4-BE49-F238E27FC236}">
                <a16:creationId xmlns:a16="http://schemas.microsoft.com/office/drawing/2014/main" id="{6266F443-53C4-18DC-277F-60ED00CF1698}"/>
              </a:ext>
            </a:extLst>
          </p:cNvPr>
          <p:cNvCxnSpPr>
            <a:stCxn id="54" idx="3"/>
            <a:endCxn id="53" idx="5"/>
          </p:cNvCxnSpPr>
          <p:nvPr/>
        </p:nvCxnSpPr>
        <p:spPr>
          <a:xfrm>
            <a:off x="5610224" y="2697621"/>
            <a:ext cx="2509644" cy="58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28">
            <a:extLst>
              <a:ext uri="{FF2B5EF4-FFF2-40B4-BE49-F238E27FC236}">
                <a16:creationId xmlns:a16="http://schemas.microsoft.com/office/drawing/2014/main" id="{A2EBB8A2-6D13-C84A-F66A-DC47869CDC94}"/>
              </a:ext>
            </a:extLst>
          </p:cNvPr>
          <p:cNvSpPr txBox="1"/>
          <p:nvPr/>
        </p:nvSpPr>
        <p:spPr>
          <a:xfrm>
            <a:off x="4548253" y="3260778"/>
            <a:ext cx="1052446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SD34</a:t>
            </a:r>
          </a:p>
        </p:txBody>
      </p:sp>
      <p:sp>
        <p:nvSpPr>
          <p:cNvPr id="66" name="Rectángulo 29">
            <a:extLst>
              <a:ext uri="{FF2B5EF4-FFF2-40B4-BE49-F238E27FC236}">
                <a16:creationId xmlns:a16="http://schemas.microsoft.com/office/drawing/2014/main" id="{48C7789B-EF56-0149-CB8F-7C45B8479A20}"/>
              </a:ext>
            </a:extLst>
          </p:cNvPr>
          <p:cNvSpPr/>
          <p:nvPr/>
        </p:nvSpPr>
        <p:spPr>
          <a:xfrm>
            <a:off x="8396134" y="3200400"/>
            <a:ext cx="1079854" cy="4346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Actualizar Reporte Dcto. ZZZzz</a:t>
            </a:r>
          </a:p>
        </p:txBody>
      </p:sp>
      <p:cxnSp>
        <p:nvCxnSpPr>
          <p:cNvPr id="67" name="Conector recto de flecha 41">
            <a:extLst>
              <a:ext uri="{FF2B5EF4-FFF2-40B4-BE49-F238E27FC236}">
                <a16:creationId xmlns:a16="http://schemas.microsoft.com/office/drawing/2014/main" id="{524AA809-1295-6AAB-1D09-26D3EE4DEFC9}"/>
              </a:ext>
            </a:extLst>
          </p:cNvPr>
          <p:cNvCxnSpPr>
            <a:cxnSpLocks/>
            <a:stCxn id="64" idx="3"/>
            <a:endCxn id="66" idx="1"/>
          </p:cNvCxnSpPr>
          <p:nvPr/>
        </p:nvCxnSpPr>
        <p:spPr>
          <a:xfrm flipV="1">
            <a:off x="5600699" y="3417734"/>
            <a:ext cx="2795435" cy="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angular"/>
          <p:cNvCxnSpPr>
            <a:stCxn id="17" idx="3"/>
            <a:endCxn id="54" idx="1"/>
          </p:cNvCxnSpPr>
          <p:nvPr/>
        </p:nvCxnSpPr>
        <p:spPr>
          <a:xfrm>
            <a:off x="2183365" y="2478702"/>
            <a:ext cx="2364888" cy="218919"/>
          </a:xfrm>
          <a:prstGeom prst="bentConnector3">
            <a:avLst>
              <a:gd name="adj1" fmla="val 9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angular"/>
          <p:cNvCxnSpPr>
            <a:endCxn id="64" idx="1"/>
          </p:cNvCxnSpPr>
          <p:nvPr/>
        </p:nvCxnSpPr>
        <p:spPr>
          <a:xfrm>
            <a:off x="2234242" y="2475781"/>
            <a:ext cx="2314011" cy="946997"/>
          </a:xfrm>
          <a:prstGeom prst="bentConnector3">
            <a:avLst>
              <a:gd name="adj1" fmla="val 909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118">
            <a:extLst>
              <a:ext uri="{FF2B5EF4-FFF2-40B4-BE49-F238E27FC236}">
                <a16:creationId xmlns:a16="http://schemas.microsoft.com/office/drawing/2014/main" id="{D0D818A3-AC72-45E2-7E6D-A9C98DD09FA7}"/>
              </a:ext>
            </a:extLst>
          </p:cNvPr>
          <p:cNvSpPr txBox="1"/>
          <p:nvPr/>
        </p:nvSpPr>
        <p:spPr>
          <a:xfrm>
            <a:off x="11096309" y="532544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361720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158705" cy="28300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701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4D62-623F-B6F4-D610-008C4E4A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E2EF6826-9D33-E3B6-7116-D286C217B2F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D43744B2-C283-40EF-729A-E4942ECAF0E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B4A8654-10CB-DE4B-F5AA-663CAC9B95C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E63E928-7C4F-FEDB-DAD2-8E5DA4F2B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7858CDB-EFD0-2FBB-1994-387E116A2605}"/>
              </a:ext>
            </a:extLst>
          </p:cNvPr>
          <p:cNvSpPr/>
          <p:nvPr/>
        </p:nvSpPr>
        <p:spPr>
          <a:xfrm>
            <a:off x="595343" y="1631708"/>
            <a:ext cx="218893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7BD704A-8F2F-F9E5-A66A-C0156A3E3FA6}"/>
              </a:ext>
            </a:extLst>
          </p:cNvPr>
          <p:cNvSpPr txBox="1"/>
          <p:nvPr/>
        </p:nvSpPr>
        <p:spPr>
          <a:xfrm>
            <a:off x="2943777" y="1295633"/>
            <a:ext cx="909526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F7B4C7DC-9BCD-C585-93EA-7BBE3E7A771E}"/>
              </a:ext>
            </a:extLst>
          </p:cNvPr>
          <p:cNvSpPr/>
          <p:nvPr/>
        </p:nvSpPr>
        <p:spPr>
          <a:xfrm>
            <a:off x="6760569" y="320121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Pedido Intereses Vencidos​ CFDI​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866616E-BDDC-7402-B6F4-4B450C7D8985}"/>
              </a:ext>
            </a:extLst>
          </p:cNvPr>
          <p:cNvSpPr/>
          <p:nvPr/>
        </p:nvSpPr>
        <p:spPr>
          <a:xfrm>
            <a:off x="908999" y="438480"/>
            <a:ext cx="915447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Facturación Intereses Mes Vencido (fin de mes) - </a:t>
            </a:r>
            <a:r>
              <a:rPr lang="es-MX" sz="2000" b="1" spc="-1" err="1">
                <a:latin typeface="Arial Nova" panose="020B0504020202020204" pitchFamily="34" charset="0"/>
              </a:rPr>
              <a:t>Credilanas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FBC7BD-B145-7321-BAD2-C3B03D4C3A82}"/>
              </a:ext>
            </a:extLst>
          </p:cNvPr>
          <p:cNvSpPr/>
          <p:nvPr/>
        </p:nvSpPr>
        <p:spPr>
          <a:xfrm>
            <a:off x="6760569" y="401760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Factura Intereses Vencidos​ CFDI-PPD</a:t>
            </a:r>
          </a:p>
        </p:txBody>
      </p: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69AC8873-F6B2-2F8A-6C1A-777E720E7926}"/>
              </a:ext>
            </a:extLst>
          </p:cNvPr>
          <p:cNvSpPr/>
          <p:nvPr/>
        </p:nvSpPr>
        <p:spPr>
          <a:xfrm>
            <a:off x="10774687" y="2259891"/>
            <a:ext cx="1168189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873FBF-29E1-D7B5-A902-603C7A98FA68}"/>
              </a:ext>
            </a:extLst>
          </p:cNvPr>
          <p:cNvSpPr/>
          <p:nvPr/>
        </p:nvSpPr>
        <p:spPr>
          <a:xfrm>
            <a:off x="3485848" y="3130571"/>
            <a:ext cx="1127139" cy="565562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ND-CRED-37-(JOB</a:t>
            </a:r>
          </a:p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Interés Mes Vencido)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AC1BC68-BDAC-F766-FB6F-8D7AA4AC41CE}"/>
              </a:ext>
            </a:extLst>
          </p:cNvPr>
          <p:cNvSpPr/>
          <p:nvPr/>
        </p:nvSpPr>
        <p:spPr>
          <a:xfrm>
            <a:off x="2943777" y="1615680"/>
            <a:ext cx="909526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82D73A8-FEF8-4F51-8E7D-231CFCA3C2EA}"/>
              </a:ext>
            </a:extLst>
          </p:cNvPr>
          <p:cNvSpPr txBox="1"/>
          <p:nvPr/>
        </p:nvSpPr>
        <p:spPr>
          <a:xfrm>
            <a:off x="3137322" y="3938936"/>
            <a:ext cx="169578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Actualiza a cada parcialida</a:t>
            </a:r>
            <a:r>
              <a:rPr lang="es-MX" sz="900">
                <a:solidFill>
                  <a:srgbClr val="000000"/>
                </a:solidFill>
                <a:latin typeface="Arial Nova" panose="020B0504020202020204" pitchFamily="34" charset="0"/>
              </a:rPr>
              <a:t>d</a:t>
            </a:r>
            <a:endParaRPr lang="es-MX" sz="900" b="0" i="0" u="none" strike="noStrike">
              <a:solidFill>
                <a:srgbClr val="000000"/>
              </a:solidFill>
              <a:effectLst/>
              <a:latin typeface="Arial Nova" panose="020B05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s-MX" sz="9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Importe Base Interés mes Vencido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900">
                <a:solidFill>
                  <a:srgbClr val="000000"/>
                </a:solidFill>
                <a:latin typeface="Arial Nova" panose="020B0504020202020204" pitchFamily="34" charset="0"/>
              </a:rPr>
              <a:t>Importe </a:t>
            </a:r>
            <a:r>
              <a:rPr lang="es-MX" sz="9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Interés mes Vencido</a:t>
            </a:r>
            <a:endParaRPr lang="es-MX" sz="900">
              <a:solidFill>
                <a:srgbClr val="000000"/>
              </a:solidFill>
              <a:latin typeface="Arial Nova" panose="020B05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s-MX" sz="900">
                <a:solidFill>
                  <a:srgbClr val="000000"/>
                </a:solidFill>
                <a:latin typeface="Arial Nova" panose="020B0504020202020204" pitchFamily="34" charset="0"/>
              </a:rPr>
              <a:t>Fecha </a:t>
            </a:r>
            <a:r>
              <a:rPr lang="es-MX" sz="9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Interés mes Vencido</a:t>
            </a:r>
            <a:endParaRPr lang="es-MX" sz="900">
              <a:solidFill>
                <a:srgbClr val="000000"/>
              </a:solidFill>
              <a:latin typeface="Arial Nova" panose="020B05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s-MX" sz="9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Estado “Importe Interés vencido</a:t>
            </a:r>
            <a:r>
              <a:rPr lang="es-MX" sz="10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”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2B9525-1F3E-0122-83F0-AE909F51A5E5}"/>
              </a:ext>
            </a:extLst>
          </p:cNvPr>
          <p:cNvSpPr txBox="1"/>
          <p:nvPr/>
        </p:nvSpPr>
        <p:spPr>
          <a:xfrm>
            <a:off x="586854" y="1311660"/>
            <a:ext cx="2197421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7315BA-C2CA-1B44-0ED9-069E42482B75}"/>
              </a:ext>
            </a:extLst>
          </p:cNvPr>
          <p:cNvSpPr txBox="1"/>
          <p:nvPr/>
        </p:nvSpPr>
        <p:spPr>
          <a:xfrm>
            <a:off x="5233446" y="3251963"/>
            <a:ext cx="1080000" cy="331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Crea</a:t>
            </a:r>
          </a:p>
        </p:txBody>
      </p: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4E5CD2D0-66C6-BC36-686D-7744272BE4A9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4612987" y="3413352"/>
            <a:ext cx="620459" cy="42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>
            <a:extLst>
              <a:ext uri="{FF2B5EF4-FFF2-40B4-BE49-F238E27FC236}">
                <a16:creationId xmlns:a16="http://schemas.microsoft.com/office/drawing/2014/main" id="{94D835B5-30C7-C14A-E550-17E2E73FBC8E}"/>
              </a:ext>
            </a:extLst>
          </p:cNvPr>
          <p:cNvCxnSpPr>
            <a:cxnSpLocks/>
            <a:stCxn id="12" idx="3"/>
            <a:endCxn id="89" idx="1"/>
          </p:cNvCxnSpPr>
          <p:nvPr/>
        </p:nvCxnSpPr>
        <p:spPr>
          <a:xfrm flipV="1">
            <a:off x="6313446" y="3417217"/>
            <a:ext cx="447123" cy="3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EE3DFA0-4866-4636-9092-0B500A73313B}"/>
              </a:ext>
            </a:extLst>
          </p:cNvPr>
          <p:cNvSpPr txBox="1"/>
          <p:nvPr/>
        </p:nvSpPr>
        <p:spPr>
          <a:xfrm>
            <a:off x="5233446" y="4066180"/>
            <a:ext cx="1080000" cy="331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Crea</a:t>
            </a:r>
          </a:p>
        </p:txBody>
      </p: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A11425CC-3660-2C41-83EC-4300CADA33DF}"/>
              </a:ext>
            </a:extLst>
          </p:cNvPr>
          <p:cNvCxnSpPr>
            <a:stCxn id="4" idx="3"/>
            <a:endCxn id="34" idx="1"/>
          </p:cNvCxnSpPr>
          <p:nvPr/>
        </p:nvCxnSpPr>
        <p:spPr>
          <a:xfrm>
            <a:off x="4612987" y="3413352"/>
            <a:ext cx="620459" cy="8184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35F0B77-248F-D266-338F-969C8A4F1484}"/>
              </a:ext>
            </a:extLst>
          </p:cNvPr>
          <p:cNvSpPr txBox="1"/>
          <p:nvPr/>
        </p:nvSpPr>
        <p:spPr>
          <a:xfrm>
            <a:off x="5239232" y="2300647"/>
            <a:ext cx="1080000" cy="331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Consulta</a:t>
            </a:r>
          </a:p>
        </p:txBody>
      </p: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49DACB6D-2509-7522-BB7A-533411E50E69}"/>
              </a:ext>
            </a:extLst>
          </p:cNvPr>
          <p:cNvCxnSpPr>
            <a:cxnSpLocks/>
            <a:stCxn id="4" idx="0"/>
            <a:endCxn id="43" idx="1"/>
          </p:cNvCxnSpPr>
          <p:nvPr/>
        </p:nvCxnSpPr>
        <p:spPr>
          <a:xfrm rot="5400000" flipH="1" flipV="1">
            <a:off x="4312163" y="2203502"/>
            <a:ext cx="664324" cy="1189814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6E30FA2A-4C01-A6FD-1819-593ED7DFE294}"/>
              </a:ext>
            </a:extLst>
          </p:cNvPr>
          <p:cNvCxnSpPr>
            <a:cxnSpLocks/>
            <a:stCxn id="43" idx="3"/>
            <a:endCxn id="30" idx="5"/>
          </p:cNvCxnSpPr>
          <p:nvPr/>
        </p:nvCxnSpPr>
        <p:spPr>
          <a:xfrm flipV="1">
            <a:off x="6319232" y="2466214"/>
            <a:ext cx="4507036" cy="33"/>
          </a:xfrm>
          <a:prstGeom prst="bentConnector3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D30D3BE-BEB3-2655-BF5B-770487766F9C}"/>
              </a:ext>
            </a:extLst>
          </p:cNvPr>
          <p:cNvSpPr txBox="1"/>
          <p:nvPr/>
        </p:nvSpPr>
        <p:spPr>
          <a:xfrm>
            <a:off x="5239232" y="5897392"/>
            <a:ext cx="1080000" cy="331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Actualiza</a:t>
            </a:r>
          </a:p>
        </p:txBody>
      </p: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4BDBE731-C437-05D1-67A5-BC4189A8B66B}"/>
              </a:ext>
            </a:extLst>
          </p:cNvPr>
          <p:cNvCxnSpPr>
            <a:stCxn id="4" idx="3"/>
            <a:endCxn id="55" idx="1"/>
          </p:cNvCxnSpPr>
          <p:nvPr/>
        </p:nvCxnSpPr>
        <p:spPr>
          <a:xfrm>
            <a:off x="4612987" y="3413352"/>
            <a:ext cx="626245" cy="26496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10615067-E2C3-7A1B-A7E6-B48091612135}"/>
              </a:ext>
            </a:extLst>
          </p:cNvPr>
          <p:cNvCxnSpPr>
            <a:cxnSpLocks/>
            <a:stCxn id="55" idx="3"/>
            <a:endCxn id="30" idx="4"/>
          </p:cNvCxnSpPr>
          <p:nvPr/>
        </p:nvCxnSpPr>
        <p:spPr>
          <a:xfrm flipV="1">
            <a:off x="6319232" y="2672537"/>
            <a:ext cx="5039550" cy="33904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80DE4D1-DC31-C548-A71B-7C5FA395D1CF}"/>
              </a:ext>
            </a:extLst>
          </p:cNvPr>
          <p:cNvSpPr txBox="1"/>
          <p:nvPr/>
        </p:nvSpPr>
        <p:spPr>
          <a:xfrm>
            <a:off x="6766355" y="4822259"/>
            <a:ext cx="1080000" cy="57841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BC0F5E-F060-7946-710A-D2CE3E96CA77}"/>
              </a:ext>
            </a:extLst>
          </p:cNvPr>
          <p:cNvSpPr txBox="1"/>
          <p:nvPr/>
        </p:nvSpPr>
        <p:spPr>
          <a:xfrm>
            <a:off x="7831044" y="4747501"/>
            <a:ext cx="2789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s-MX" sz="800"/>
              <a:t>Se actualiza en asiento contable el folio, fecha u otros campos tanto del </a:t>
            </a:r>
            <a:r>
              <a:rPr lang="es-MX" sz="800" err="1"/>
              <a:t>Credilana</a:t>
            </a:r>
            <a:r>
              <a:rPr lang="es-MX" sz="800"/>
              <a:t> involucrado como del número de parcialidad que la detona</a:t>
            </a:r>
          </a:p>
          <a:p>
            <a:pPr>
              <a:buFont typeface="Arial" charset="0"/>
              <a:buChar char="•"/>
            </a:pPr>
            <a:r>
              <a:rPr lang="es-ES_tradnl" sz="800">
                <a:latin typeface="Arial Nova" panose="020B0504020202020204" pitchFamily="34" charset="0"/>
              </a:rPr>
              <a:t>Se actualiza campo asignación con el folio de la factura creada en S4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32C148D-05EC-F282-9CEF-60496277CBEB}"/>
              </a:ext>
            </a:extLst>
          </p:cNvPr>
          <p:cNvSpPr txBox="1"/>
          <p:nvPr/>
        </p:nvSpPr>
        <p:spPr>
          <a:xfrm>
            <a:off x="7804892" y="3213556"/>
            <a:ext cx="130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</a:t>
            </a:r>
            <a:r>
              <a:rPr lang="es-ES_tradnl" sz="800">
                <a:solidFill>
                  <a:srgbClr val="0070C0"/>
                </a:solidFill>
                <a:latin typeface="Arial Nova" panose="020B0504020202020204" pitchFamily="34" charset="0"/>
              </a:rPr>
              <a:t>Identificar documentos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B0A077-FA4B-5387-EA5F-5D3979CF5D65}"/>
              </a:ext>
            </a:extLst>
          </p:cNvPr>
          <p:cNvSpPr txBox="1"/>
          <p:nvPr/>
        </p:nvSpPr>
        <p:spPr>
          <a:xfrm>
            <a:off x="7799106" y="3976211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A555190-3AF5-2936-C1EA-10FE57380C23}"/>
              </a:ext>
            </a:extLst>
          </p:cNvPr>
          <p:cNvCxnSpPr>
            <a:stCxn id="34" idx="3"/>
            <a:endCxn id="24" idx="1"/>
          </p:cNvCxnSpPr>
          <p:nvPr/>
        </p:nvCxnSpPr>
        <p:spPr>
          <a:xfrm>
            <a:off x="6313446" y="4231780"/>
            <a:ext cx="447123" cy="1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7A8C999-C1EC-ED9F-52C7-2637569E0736}"/>
              </a:ext>
            </a:extLst>
          </p:cNvPr>
          <p:cNvCxnSpPr>
            <a:stCxn id="24" idx="2"/>
            <a:endCxn id="5" idx="0"/>
          </p:cNvCxnSpPr>
          <p:nvPr/>
        </p:nvCxnSpPr>
        <p:spPr>
          <a:xfrm rot="16200000" flipH="1">
            <a:off x="7117133" y="4633036"/>
            <a:ext cx="372659" cy="5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18">
            <a:extLst>
              <a:ext uri="{FF2B5EF4-FFF2-40B4-BE49-F238E27FC236}">
                <a16:creationId xmlns:a16="http://schemas.microsoft.com/office/drawing/2014/main" id="{60CB3376-7372-5AB7-42AF-20F7036B96A3}"/>
              </a:ext>
            </a:extLst>
          </p:cNvPr>
          <p:cNvSpPr txBox="1"/>
          <p:nvPr/>
        </p:nvSpPr>
        <p:spPr>
          <a:xfrm>
            <a:off x="11087644" y="2078065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17500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4F70-B43B-F78C-EFDD-4963DA75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2B28028C-475E-9D1D-57C1-0E6DF222FC4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4628D33-1398-CD16-0B0A-1884743B512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AE01DF4-00EC-7B9D-0097-2939883AFA09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EB46FFD-329E-DA53-D999-399DC0B7D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072A430D-030E-FD68-D4DC-0ACFAD3A0EAB}"/>
              </a:ext>
            </a:extLst>
          </p:cNvPr>
          <p:cNvSpPr/>
          <p:nvPr/>
        </p:nvSpPr>
        <p:spPr>
          <a:xfrm>
            <a:off x="2841567" y="1615681"/>
            <a:ext cx="195977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1050C04-3FD2-292B-41FA-CAF0ACC492A8}"/>
              </a:ext>
            </a:extLst>
          </p:cNvPr>
          <p:cNvSpPr txBox="1"/>
          <p:nvPr/>
        </p:nvSpPr>
        <p:spPr>
          <a:xfrm>
            <a:off x="4919891" y="1269208"/>
            <a:ext cx="7119148" cy="230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FCD43DCD-C3F9-016A-0152-F9BDA205B8C5}"/>
              </a:ext>
            </a:extLst>
          </p:cNvPr>
          <p:cNvSpPr/>
          <p:nvPr/>
        </p:nvSpPr>
        <p:spPr>
          <a:xfrm>
            <a:off x="908999" y="438480"/>
            <a:ext cx="915447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Moratorios Diarios: Credilanas, Mercaderías, Débitos</a:t>
            </a:r>
            <a:endParaRPr lang="es-MX" sz="2000" b="1" strike="noStrike" spc="-1">
              <a:latin typeface="Arial"/>
            </a:endParaRPr>
          </a:p>
        </p:txBody>
      </p: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7A20036A-D675-2478-7409-2A63BE471CDF}"/>
              </a:ext>
            </a:extLst>
          </p:cNvPr>
          <p:cNvSpPr/>
          <p:nvPr/>
        </p:nvSpPr>
        <p:spPr>
          <a:xfrm>
            <a:off x="9035353" y="4228510"/>
            <a:ext cx="1220679" cy="38052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1C4682-0498-4087-6415-9154F6FCAA5D}"/>
              </a:ext>
            </a:extLst>
          </p:cNvPr>
          <p:cNvSpPr/>
          <p:nvPr/>
        </p:nvSpPr>
        <p:spPr>
          <a:xfrm>
            <a:off x="5170038" y="3735635"/>
            <a:ext cx="1108708" cy="447945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ND-CRED-38-(JOB</a:t>
            </a:r>
          </a:p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Moratorios Diarios)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C743683-04E9-C0EC-D48A-EED3F67512D9}"/>
              </a:ext>
            </a:extLst>
          </p:cNvPr>
          <p:cNvSpPr/>
          <p:nvPr/>
        </p:nvSpPr>
        <p:spPr>
          <a:xfrm>
            <a:off x="4919893" y="1615680"/>
            <a:ext cx="711914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E88D78-8C28-F18D-170E-60C56D59000E}"/>
              </a:ext>
            </a:extLst>
          </p:cNvPr>
          <p:cNvSpPr txBox="1"/>
          <p:nvPr/>
        </p:nvSpPr>
        <p:spPr>
          <a:xfrm>
            <a:off x="5002169" y="4479760"/>
            <a:ext cx="14444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Actualiza a cada parcialida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d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Importe Vencido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Base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Fecha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Estado “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P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arcialidad Vencida”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A4BCE1-DC36-D28A-8E1F-EA455DA3CE7F}"/>
              </a:ext>
            </a:extLst>
          </p:cNvPr>
          <p:cNvSpPr txBox="1"/>
          <p:nvPr/>
        </p:nvSpPr>
        <p:spPr>
          <a:xfrm>
            <a:off x="2833078" y="1269208"/>
            <a:ext cx="1967377" cy="230832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FC1C0F-98C8-0D1D-0058-D6DC63DD2013}"/>
              </a:ext>
            </a:extLst>
          </p:cNvPr>
          <p:cNvSpPr txBox="1"/>
          <p:nvPr/>
        </p:nvSpPr>
        <p:spPr>
          <a:xfrm>
            <a:off x="7467322" y="3444983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44C165-4F38-9486-61CB-3844175A032B}"/>
              </a:ext>
            </a:extLst>
          </p:cNvPr>
          <p:cNvSpPr txBox="1"/>
          <p:nvPr/>
        </p:nvSpPr>
        <p:spPr>
          <a:xfrm>
            <a:off x="7467322" y="5505869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Actualiza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947D8359-1C59-22EC-C0A2-853C9EBAC7C9}"/>
              </a:ext>
            </a:extLst>
          </p:cNvPr>
          <p:cNvCxnSpPr>
            <a:cxnSpLocks/>
            <a:stCxn id="10" idx="1"/>
            <a:endCxn id="4" idx="0"/>
          </p:cNvCxnSpPr>
          <p:nvPr/>
        </p:nvCxnSpPr>
        <p:spPr>
          <a:xfrm rot="10800000" flipV="1">
            <a:off x="5724392" y="3606983"/>
            <a:ext cx="1742930" cy="12865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0A0A43BA-EC3E-961D-C814-666F97D5857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6278746" y="3959608"/>
            <a:ext cx="1188576" cy="17082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8A80B0F-45F7-883E-AE53-C820EE02708E}"/>
              </a:ext>
            </a:extLst>
          </p:cNvPr>
          <p:cNvSpPr/>
          <p:nvPr/>
        </p:nvSpPr>
        <p:spPr>
          <a:xfrm>
            <a:off x="534086" y="1617133"/>
            <a:ext cx="218893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22D5687-4CBA-0CE6-AC88-D046B6D8FE49}"/>
              </a:ext>
            </a:extLst>
          </p:cNvPr>
          <p:cNvSpPr txBox="1"/>
          <p:nvPr/>
        </p:nvSpPr>
        <p:spPr>
          <a:xfrm>
            <a:off x="525597" y="1270660"/>
            <a:ext cx="2197421" cy="2308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C2B02D0D-3F6F-693D-1D89-14F6C8A20486}"/>
              </a:ext>
            </a:extLst>
          </p:cNvPr>
          <p:cNvSpPr/>
          <p:nvPr/>
        </p:nvSpPr>
        <p:spPr>
          <a:xfrm>
            <a:off x="9286253" y="1763142"/>
            <a:ext cx="1483843" cy="399496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Motivos de pedido</a:t>
            </a:r>
          </a:p>
        </p:txBody>
      </p:sp>
      <p:sp>
        <p:nvSpPr>
          <p:cNvPr id="34" name="Paralelogramo 33">
            <a:extLst>
              <a:ext uri="{FF2B5EF4-FFF2-40B4-BE49-F238E27FC236}">
                <a16:creationId xmlns:a16="http://schemas.microsoft.com/office/drawing/2014/main" id="{CED6AFC5-4ACA-FAC5-2124-A11A726E7DB8}"/>
              </a:ext>
            </a:extLst>
          </p:cNvPr>
          <p:cNvSpPr/>
          <p:nvPr/>
        </p:nvSpPr>
        <p:spPr>
          <a:xfrm>
            <a:off x="9196994" y="2405655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Tabla KNA1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Campo: KATR3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(CalculoMoratorio)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FDAD609E-4F7A-EB36-FEB2-3B73F2AE23A0}"/>
              </a:ext>
            </a:extLst>
          </p:cNvPr>
          <p:cNvCxnSpPr>
            <a:cxnSpLocks/>
            <a:stCxn id="4" idx="0"/>
            <a:endCxn id="37" idx="1"/>
          </p:cNvCxnSpPr>
          <p:nvPr/>
        </p:nvCxnSpPr>
        <p:spPr>
          <a:xfrm rot="5400000" flipH="1" flipV="1">
            <a:off x="5706486" y="1974799"/>
            <a:ext cx="1778743" cy="17429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9D8ACFAC-ACC8-A865-C3DF-F91F24BC5F18}"/>
              </a:ext>
            </a:extLst>
          </p:cNvPr>
          <p:cNvCxnSpPr>
            <a:cxnSpLocks/>
            <a:stCxn id="4" idx="0"/>
            <a:endCxn id="38" idx="1"/>
          </p:cNvCxnSpPr>
          <p:nvPr/>
        </p:nvCxnSpPr>
        <p:spPr>
          <a:xfrm rot="5400000" flipH="1" flipV="1">
            <a:off x="6074447" y="2342760"/>
            <a:ext cx="1042821" cy="17429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aralelogramo 1">
            <a:extLst>
              <a:ext uri="{FF2B5EF4-FFF2-40B4-BE49-F238E27FC236}">
                <a16:creationId xmlns:a16="http://schemas.microsoft.com/office/drawing/2014/main" id="{AE9F1EB5-77FF-3B68-E864-1EB62D5B34EE}"/>
              </a:ext>
            </a:extLst>
          </p:cNvPr>
          <p:cNvSpPr/>
          <p:nvPr/>
        </p:nvSpPr>
        <p:spPr>
          <a:xfrm>
            <a:off x="9013667" y="3305963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Combinación de Canal distribución/ Organización de ventas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A5000DA-6CB5-54FE-2564-C60FCF00DFFD}"/>
              </a:ext>
            </a:extLst>
          </p:cNvPr>
          <p:cNvSpPr txBox="1"/>
          <p:nvPr/>
        </p:nvSpPr>
        <p:spPr>
          <a:xfrm>
            <a:off x="7467322" y="4259127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844B24E-7AFA-CF97-9C54-E158CF0B4596}"/>
              </a:ext>
            </a:extLst>
          </p:cNvPr>
          <p:cNvSpPr txBox="1"/>
          <p:nvPr/>
        </p:nvSpPr>
        <p:spPr>
          <a:xfrm>
            <a:off x="7467322" y="1794892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3AA328-4C7B-8C55-E210-CFDE8BA4C350}"/>
              </a:ext>
            </a:extLst>
          </p:cNvPr>
          <p:cNvSpPr txBox="1"/>
          <p:nvPr/>
        </p:nvSpPr>
        <p:spPr>
          <a:xfrm>
            <a:off x="7467322" y="2530814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DBE9E48-DB88-71F8-6B25-C5BC2E907869}"/>
              </a:ext>
            </a:extLst>
          </p:cNvPr>
          <p:cNvCxnSpPr>
            <a:stCxn id="37" idx="3"/>
            <a:endCxn id="31" idx="5"/>
          </p:cNvCxnSpPr>
          <p:nvPr/>
        </p:nvCxnSpPr>
        <p:spPr>
          <a:xfrm>
            <a:off x="8260030" y="1956892"/>
            <a:ext cx="1076160" cy="5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0FAD8F05-7B13-BF7F-493E-6650726D18B8}"/>
              </a:ext>
            </a:extLst>
          </p:cNvPr>
          <p:cNvCxnSpPr>
            <a:stCxn id="38" idx="3"/>
            <a:endCxn id="34" idx="5"/>
          </p:cNvCxnSpPr>
          <p:nvPr/>
        </p:nvCxnSpPr>
        <p:spPr>
          <a:xfrm>
            <a:off x="8260030" y="2692814"/>
            <a:ext cx="1011361" cy="10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Conector angular 57">
            <a:extLst>
              <a:ext uri="{FF2B5EF4-FFF2-40B4-BE49-F238E27FC236}">
                <a16:creationId xmlns:a16="http://schemas.microsoft.com/office/drawing/2014/main" id="{98A0DEAB-FC1A-3185-76B2-E537085268AC}"/>
              </a:ext>
            </a:extLst>
          </p:cNvPr>
          <p:cNvCxnSpPr>
            <a:stCxn id="4" idx="3"/>
            <a:endCxn id="25" idx="1"/>
          </p:cNvCxnSpPr>
          <p:nvPr/>
        </p:nvCxnSpPr>
        <p:spPr>
          <a:xfrm>
            <a:off x="6278746" y="3959608"/>
            <a:ext cx="1188576" cy="461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73664EAF-2DB7-41D8-763B-2E8F1035E74A}"/>
              </a:ext>
            </a:extLst>
          </p:cNvPr>
          <p:cNvCxnSpPr>
            <a:cxnSpLocks/>
            <a:stCxn id="10" idx="3"/>
            <a:endCxn id="2" idx="5"/>
          </p:cNvCxnSpPr>
          <p:nvPr/>
        </p:nvCxnSpPr>
        <p:spPr>
          <a:xfrm flipV="1">
            <a:off x="8260030" y="3603549"/>
            <a:ext cx="828034" cy="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C63FA00D-2A08-31CB-47A1-8F066F4CB95C}"/>
              </a:ext>
            </a:extLst>
          </p:cNvPr>
          <p:cNvCxnSpPr>
            <a:cxnSpLocks/>
            <a:stCxn id="25" idx="3"/>
            <a:endCxn id="30" idx="5"/>
          </p:cNvCxnSpPr>
          <p:nvPr/>
        </p:nvCxnSpPr>
        <p:spPr>
          <a:xfrm flipV="1">
            <a:off x="8260030" y="4418771"/>
            <a:ext cx="822888" cy="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ector angular 66">
            <a:extLst>
              <a:ext uri="{FF2B5EF4-FFF2-40B4-BE49-F238E27FC236}">
                <a16:creationId xmlns:a16="http://schemas.microsoft.com/office/drawing/2014/main" id="{6AAB88C0-216E-971C-7B21-987BEBBFDEAE}"/>
              </a:ext>
            </a:extLst>
          </p:cNvPr>
          <p:cNvCxnSpPr>
            <a:stCxn id="11" idx="3"/>
            <a:endCxn id="30" idx="3"/>
          </p:cNvCxnSpPr>
          <p:nvPr/>
        </p:nvCxnSpPr>
        <p:spPr>
          <a:xfrm flipV="1">
            <a:off x="8260030" y="4609031"/>
            <a:ext cx="1338097" cy="10588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E6A2381-1239-292A-C2E0-915827A36CBA}"/>
              </a:ext>
            </a:extLst>
          </p:cNvPr>
          <p:cNvSpPr txBox="1"/>
          <p:nvPr/>
        </p:nvSpPr>
        <p:spPr>
          <a:xfrm>
            <a:off x="10816240" y="1711133"/>
            <a:ext cx="12227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conceptos de Débitos exentos de moratorio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C98822-81FC-3A39-0848-A2DA704DE224}"/>
              </a:ext>
            </a:extLst>
          </p:cNvPr>
          <p:cNvSpPr txBox="1"/>
          <p:nvPr/>
        </p:nvSpPr>
        <p:spPr>
          <a:xfrm>
            <a:off x="10816240" y="2533964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BP exentos de moratorio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B55A3D2-84DE-E376-F806-52FEBCBBB118}"/>
              </a:ext>
            </a:extLst>
          </p:cNvPr>
          <p:cNvSpPr txBox="1"/>
          <p:nvPr/>
        </p:nvSpPr>
        <p:spPr>
          <a:xfrm>
            <a:off x="10816240" y="3386487"/>
            <a:ext cx="12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cuales son exentas de moratorio</a:t>
            </a:r>
          </a:p>
        </p:txBody>
      </p:sp>
      <p:sp>
        <p:nvSpPr>
          <p:cNvPr id="5" name="CuadroTexto 118">
            <a:extLst>
              <a:ext uri="{FF2B5EF4-FFF2-40B4-BE49-F238E27FC236}">
                <a16:creationId xmlns:a16="http://schemas.microsoft.com/office/drawing/2014/main" id="{F6CBDBA3-A525-1BAB-C1C1-331DFB91354F}"/>
              </a:ext>
            </a:extLst>
          </p:cNvPr>
          <p:cNvSpPr txBox="1"/>
          <p:nvPr/>
        </p:nvSpPr>
        <p:spPr>
          <a:xfrm>
            <a:off x="9397153" y="406096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90520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5958-29A7-3843-BDAE-BA4E9CC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8B84A281-8EA5-01B1-908D-706703C51D9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59596EB-DE83-4321-7416-3D0AFC6D11B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3834A9F-5615-8D34-6DD4-4AB0BA27D34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982AA5-30C3-64AD-7CC5-7AF4BB633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694E6371-C5F2-451F-C7AC-381A853613C8}"/>
              </a:ext>
            </a:extLst>
          </p:cNvPr>
          <p:cNvSpPr/>
          <p:nvPr/>
        </p:nvSpPr>
        <p:spPr>
          <a:xfrm>
            <a:off x="2841567" y="1615681"/>
            <a:ext cx="195977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0A93A7D-9BAE-D592-6D98-AA7853D82356}"/>
              </a:ext>
            </a:extLst>
          </p:cNvPr>
          <p:cNvSpPr txBox="1"/>
          <p:nvPr/>
        </p:nvSpPr>
        <p:spPr>
          <a:xfrm>
            <a:off x="4919891" y="1269208"/>
            <a:ext cx="7119148" cy="230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1E4715D3-ECA3-7318-B8FA-B95C6310CA49}"/>
              </a:ext>
            </a:extLst>
          </p:cNvPr>
          <p:cNvSpPr/>
          <p:nvPr/>
        </p:nvSpPr>
        <p:spPr>
          <a:xfrm>
            <a:off x="908999" y="438480"/>
            <a:ext cx="915447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Moratorios Diarios: Credilanas, Mercaderías, Débitos</a:t>
            </a:r>
            <a:endParaRPr lang="es-MX" sz="2000" b="1" strike="noStrike" spc="-1">
              <a:latin typeface="Arial"/>
            </a:endParaRPr>
          </a:p>
        </p:txBody>
      </p: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87F7E864-4D21-9F5C-727A-4FEC006D1F88}"/>
              </a:ext>
            </a:extLst>
          </p:cNvPr>
          <p:cNvSpPr/>
          <p:nvPr/>
        </p:nvSpPr>
        <p:spPr>
          <a:xfrm>
            <a:off x="9035353" y="4228510"/>
            <a:ext cx="1220679" cy="38052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FCFE8BD-A364-C4DD-26CC-F860B29F70D8}"/>
              </a:ext>
            </a:extLst>
          </p:cNvPr>
          <p:cNvSpPr/>
          <p:nvPr/>
        </p:nvSpPr>
        <p:spPr>
          <a:xfrm>
            <a:off x="5170038" y="3735635"/>
            <a:ext cx="1108708" cy="447945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ND-CRED-38-(JOB</a:t>
            </a:r>
          </a:p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Moratorios Diarios)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EBD29FA-C130-594D-4D67-97E1A5EFEF58}"/>
              </a:ext>
            </a:extLst>
          </p:cNvPr>
          <p:cNvSpPr/>
          <p:nvPr/>
        </p:nvSpPr>
        <p:spPr>
          <a:xfrm>
            <a:off x="4919893" y="1615680"/>
            <a:ext cx="711914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ABFAAF-DBEE-AA88-E956-E77F0E6AA428}"/>
              </a:ext>
            </a:extLst>
          </p:cNvPr>
          <p:cNvSpPr txBox="1"/>
          <p:nvPr/>
        </p:nvSpPr>
        <p:spPr>
          <a:xfrm>
            <a:off x="5002169" y="4479760"/>
            <a:ext cx="14444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Actualiza a cada parcialida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d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Importe Vencido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Base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Fecha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Estado “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P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arcialidad Vencida”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8CFBE9-DBDB-C6FD-A1A9-DF51BFC8CEFF}"/>
              </a:ext>
            </a:extLst>
          </p:cNvPr>
          <p:cNvSpPr txBox="1"/>
          <p:nvPr/>
        </p:nvSpPr>
        <p:spPr>
          <a:xfrm>
            <a:off x="2833078" y="1269208"/>
            <a:ext cx="1967377" cy="230832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F26D6E-2809-F3F4-AE87-352698B8D52F}"/>
              </a:ext>
            </a:extLst>
          </p:cNvPr>
          <p:cNvSpPr txBox="1"/>
          <p:nvPr/>
        </p:nvSpPr>
        <p:spPr>
          <a:xfrm>
            <a:off x="7467322" y="3444983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344617-F0AB-CA9E-DF3F-49225B5CF4BD}"/>
              </a:ext>
            </a:extLst>
          </p:cNvPr>
          <p:cNvSpPr txBox="1"/>
          <p:nvPr/>
        </p:nvSpPr>
        <p:spPr>
          <a:xfrm>
            <a:off x="7467322" y="5505869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Actualiza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299B7A0D-12B2-AFA1-C7EE-2AE54B698FF4}"/>
              </a:ext>
            </a:extLst>
          </p:cNvPr>
          <p:cNvCxnSpPr>
            <a:cxnSpLocks/>
            <a:stCxn id="10" idx="1"/>
            <a:endCxn id="4" idx="0"/>
          </p:cNvCxnSpPr>
          <p:nvPr/>
        </p:nvCxnSpPr>
        <p:spPr>
          <a:xfrm rot="10800000" flipV="1">
            <a:off x="5724392" y="3606983"/>
            <a:ext cx="1742930" cy="12865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BCBC4475-4F8C-40A9-1116-FE5D6BC1DCC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6278746" y="3959608"/>
            <a:ext cx="1188576" cy="17082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8825D83-1E77-E0D8-7F69-9F0416C0902F}"/>
              </a:ext>
            </a:extLst>
          </p:cNvPr>
          <p:cNvSpPr/>
          <p:nvPr/>
        </p:nvSpPr>
        <p:spPr>
          <a:xfrm>
            <a:off x="534086" y="1617133"/>
            <a:ext cx="218893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9F40A2-CDA6-FCFB-04FD-EC51432DF454}"/>
              </a:ext>
            </a:extLst>
          </p:cNvPr>
          <p:cNvSpPr txBox="1"/>
          <p:nvPr/>
        </p:nvSpPr>
        <p:spPr>
          <a:xfrm>
            <a:off x="525597" y="1270660"/>
            <a:ext cx="2197421" cy="2308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8B73E5CD-BEA7-5375-F5D8-773F03592077}"/>
              </a:ext>
            </a:extLst>
          </p:cNvPr>
          <p:cNvSpPr/>
          <p:nvPr/>
        </p:nvSpPr>
        <p:spPr>
          <a:xfrm>
            <a:off x="9286253" y="1763142"/>
            <a:ext cx="1483843" cy="399496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Motivos de pedido</a:t>
            </a:r>
          </a:p>
        </p:txBody>
      </p:sp>
      <p:sp>
        <p:nvSpPr>
          <p:cNvPr id="34" name="Paralelogramo 33">
            <a:extLst>
              <a:ext uri="{FF2B5EF4-FFF2-40B4-BE49-F238E27FC236}">
                <a16:creationId xmlns:a16="http://schemas.microsoft.com/office/drawing/2014/main" id="{431C7306-A83A-5CA1-6E5F-1639B6554392}"/>
              </a:ext>
            </a:extLst>
          </p:cNvPr>
          <p:cNvSpPr/>
          <p:nvPr/>
        </p:nvSpPr>
        <p:spPr>
          <a:xfrm>
            <a:off x="9196994" y="2405655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Tabla KNA1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Campo: KATR3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(CalculoMoratorio)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34D7B284-DD2C-197A-378F-34B95D8D9562}"/>
              </a:ext>
            </a:extLst>
          </p:cNvPr>
          <p:cNvCxnSpPr>
            <a:cxnSpLocks/>
            <a:stCxn id="4" idx="0"/>
            <a:endCxn id="37" idx="1"/>
          </p:cNvCxnSpPr>
          <p:nvPr/>
        </p:nvCxnSpPr>
        <p:spPr>
          <a:xfrm rot="5400000" flipH="1" flipV="1">
            <a:off x="5706486" y="1974799"/>
            <a:ext cx="1778743" cy="17429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199326F6-F103-5C3B-E720-100929D5E588}"/>
              </a:ext>
            </a:extLst>
          </p:cNvPr>
          <p:cNvCxnSpPr>
            <a:cxnSpLocks/>
            <a:stCxn id="4" idx="0"/>
            <a:endCxn id="38" idx="1"/>
          </p:cNvCxnSpPr>
          <p:nvPr/>
        </p:nvCxnSpPr>
        <p:spPr>
          <a:xfrm rot="5400000" flipH="1" flipV="1">
            <a:off x="6074447" y="2342760"/>
            <a:ext cx="1042821" cy="17429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aralelogramo 1">
            <a:extLst>
              <a:ext uri="{FF2B5EF4-FFF2-40B4-BE49-F238E27FC236}">
                <a16:creationId xmlns:a16="http://schemas.microsoft.com/office/drawing/2014/main" id="{7F3A2D6F-E380-AB8E-BDCE-030EC6C6D457}"/>
              </a:ext>
            </a:extLst>
          </p:cNvPr>
          <p:cNvSpPr/>
          <p:nvPr/>
        </p:nvSpPr>
        <p:spPr>
          <a:xfrm>
            <a:off x="9013667" y="3305963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Combinación de Canal distribución/ Organización de ventas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1464BF5-DF45-368C-D163-006701CC78F1}"/>
              </a:ext>
            </a:extLst>
          </p:cNvPr>
          <p:cNvSpPr txBox="1"/>
          <p:nvPr/>
        </p:nvSpPr>
        <p:spPr>
          <a:xfrm>
            <a:off x="7467322" y="4259127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0955776-0E6D-2831-C03D-84EB39891353}"/>
              </a:ext>
            </a:extLst>
          </p:cNvPr>
          <p:cNvSpPr txBox="1"/>
          <p:nvPr/>
        </p:nvSpPr>
        <p:spPr>
          <a:xfrm>
            <a:off x="7467322" y="1794892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8DC2D63-A19F-A345-F156-437E73F3514D}"/>
              </a:ext>
            </a:extLst>
          </p:cNvPr>
          <p:cNvSpPr txBox="1"/>
          <p:nvPr/>
        </p:nvSpPr>
        <p:spPr>
          <a:xfrm>
            <a:off x="7467322" y="2530814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A3B0DD4-6182-26A2-FB79-0A34BCDA9892}"/>
              </a:ext>
            </a:extLst>
          </p:cNvPr>
          <p:cNvCxnSpPr>
            <a:stCxn id="37" idx="3"/>
            <a:endCxn id="31" idx="5"/>
          </p:cNvCxnSpPr>
          <p:nvPr/>
        </p:nvCxnSpPr>
        <p:spPr>
          <a:xfrm>
            <a:off x="8260030" y="1956892"/>
            <a:ext cx="1076160" cy="5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C0437664-9890-4D93-99E8-155DD8DB1E2A}"/>
              </a:ext>
            </a:extLst>
          </p:cNvPr>
          <p:cNvCxnSpPr>
            <a:stCxn id="38" idx="3"/>
            <a:endCxn id="34" idx="5"/>
          </p:cNvCxnSpPr>
          <p:nvPr/>
        </p:nvCxnSpPr>
        <p:spPr>
          <a:xfrm>
            <a:off x="8260030" y="2692814"/>
            <a:ext cx="1011361" cy="10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Conector angular 57">
            <a:extLst>
              <a:ext uri="{FF2B5EF4-FFF2-40B4-BE49-F238E27FC236}">
                <a16:creationId xmlns:a16="http://schemas.microsoft.com/office/drawing/2014/main" id="{99ABA3E4-302F-4D74-8C43-7DD00AFDBB73}"/>
              </a:ext>
            </a:extLst>
          </p:cNvPr>
          <p:cNvCxnSpPr>
            <a:stCxn id="4" idx="3"/>
            <a:endCxn id="25" idx="1"/>
          </p:cNvCxnSpPr>
          <p:nvPr/>
        </p:nvCxnSpPr>
        <p:spPr>
          <a:xfrm>
            <a:off x="6278746" y="3959608"/>
            <a:ext cx="1188576" cy="461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121CB4D1-2B11-1C0C-798D-7FAB4A9585B7}"/>
              </a:ext>
            </a:extLst>
          </p:cNvPr>
          <p:cNvCxnSpPr>
            <a:cxnSpLocks/>
            <a:stCxn id="10" idx="3"/>
            <a:endCxn id="2" idx="5"/>
          </p:cNvCxnSpPr>
          <p:nvPr/>
        </p:nvCxnSpPr>
        <p:spPr>
          <a:xfrm flipV="1">
            <a:off x="8260030" y="3603549"/>
            <a:ext cx="828034" cy="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0EA21D51-CEDC-3670-EFFC-888C4A3FFE9C}"/>
              </a:ext>
            </a:extLst>
          </p:cNvPr>
          <p:cNvCxnSpPr>
            <a:cxnSpLocks/>
            <a:stCxn id="25" idx="3"/>
            <a:endCxn id="30" idx="5"/>
          </p:cNvCxnSpPr>
          <p:nvPr/>
        </p:nvCxnSpPr>
        <p:spPr>
          <a:xfrm flipV="1">
            <a:off x="8260030" y="4418771"/>
            <a:ext cx="822888" cy="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ector angular 66">
            <a:extLst>
              <a:ext uri="{FF2B5EF4-FFF2-40B4-BE49-F238E27FC236}">
                <a16:creationId xmlns:a16="http://schemas.microsoft.com/office/drawing/2014/main" id="{A6371168-EC5E-74D6-5F91-DAAC20B0B9F9}"/>
              </a:ext>
            </a:extLst>
          </p:cNvPr>
          <p:cNvCxnSpPr>
            <a:stCxn id="11" idx="3"/>
            <a:endCxn id="30" idx="3"/>
          </p:cNvCxnSpPr>
          <p:nvPr/>
        </p:nvCxnSpPr>
        <p:spPr>
          <a:xfrm flipV="1">
            <a:off x="8260030" y="4609031"/>
            <a:ext cx="1338097" cy="10588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79E7B08-ED58-CFAA-4557-A5213AAB0DA6}"/>
              </a:ext>
            </a:extLst>
          </p:cNvPr>
          <p:cNvSpPr txBox="1"/>
          <p:nvPr/>
        </p:nvSpPr>
        <p:spPr>
          <a:xfrm>
            <a:off x="10816240" y="1711133"/>
            <a:ext cx="12227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conceptos de Débitos exentos de moratorio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1FC05A3-B314-F5B6-7FF0-70AD0BA3B96C}"/>
              </a:ext>
            </a:extLst>
          </p:cNvPr>
          <p:cNvSpPr txBox="1"/>
          <p:nvPr/>
        </p:nvSpPr>
        <p:spPr>
          <a:xfrm>
            <a:off x="10816240" y="2533964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BP exentos de moratorio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6F3A78-3EFF-41A3-564C-3BE8D3517EFE}"/>
              </a:ext>
            </a:extLst>
          </p:cNvPr>
          <p:cNvSpPr txBox="1"/>
          <p:nvPr/>
        </p:nvSpPr>
        <p:spPr>
          <a:xfrm>
            <a:off x="10816240" y="3386487"/>
            <a:ext cx="12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cuales son exentas de moratorio</a:t>
            </a:r>
          </a:p>
        </p:txBody>
      </p:sp>
      <p:sp>
        <p:nvSpPr>
          <p:cNvPr id="5" name="CuadroTexto 118">
            <a:extLst>
              <a:ext uri="{FF2B5EF4-FFF2-40B4-BE49-F238E27FC236}">
                <a16:creationId xmlns:a16="http://schemas.microsoft.com/office/drawing/2014/main" id="{87B8BB1C-DCA7-0140-8D42-92C66D081533}"/>
              </a:ext>
            </a:extLst>
          </p:cNvPr>
          <p:cNvSpPr txBox="1"/>
          <p:nvPr/>
        </p:nvSpPr>
        <p:spPr>
          <a:xfrm>
            <a:off x="9361855" y="406096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2160538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158705" cy="42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2806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3746-A43A-86EC-4345-43E2749F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FB6587F7-0705-1248-EDCB-456367270276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35BAAAA6-EFE6-7DAA-1D3D-F6EE06B79BF9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5690BCB-4CF6-A052-3E78-3BE91DE1BF6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808BEBF-D8B7-40F8-046B-E6D8092A5DAE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6C78BF1-5DD9-07C0-7DB8-31B2FB7E8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3A7E512-A257-D80A-59D1-A5294CAC9C82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5426FA9-A555-708F-4887-E1817D70DEBC}"/>
              </a:ext>
            </a:extLst>
          </p:cNvPr>
          <p:cNvSpPr/>
          <p:nvPr/>
        </p:nvSpPr>
        <p:spPr>
          <a:xfrm>
            <a:off x="8187070" y="1587661"/>
            <a:ext cx="38852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1C2C70B-A48C-54A1-1DCE-BB6871CEDB41}"/>
              </a:ext>
            </a:extLst>
          </p:cNvPr>
          <p:cNvSpPr/>
          <p:nvPr/>
        </p:nvSpPr>
        <p:spPr>
          <a:xfrm>
            <a:off x="6052937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D5E0745-00C7-6E17-4A6B-6EC6665EE2C6}"/>
              </a:ext>
            </a:extLst>
          </p:cNvPr>
          <p:cNvSpPr txBox="1"/>
          <p:nvPr/>
        </p:nvSpPr>
        <p:spPr>
          <a:xfrm>
            <a:off x="8171292" y="1263736"/>
            <a:ext cx="3867748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BEEDE8-2A9F-3DC4-AE2A-431980E220FF}"/>
              </a:ext>
            </a:extLst>
          </p:cNvPr>
          <p:cNvSpPr txBox="1"/>
          <p:nvPr/>
        </p:nvSpPr>
        <p:spPr>
          <a:xfrm>
            <a:off x="6052936" y="1263736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47188BD-2B94-014C-3451-A591E64F5603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EB5692E-EC6E-C476-A67E-E33DB7067926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297580-E0F2-63BA-1F09-0816AE9A8561}"/>
              </a:ext>
            </a:extLst>
          </p:cNvPr>
          <p:cNvSpPr txBox="1"/>
          <p:nvPr/>
        </p:nvSpPr>
        <p:spPr>
          <a:xfrm>
            <a:off x="6769653" y="227627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8091080-C8AC-E9E8-46A5-473A01FD9A58}"/>
              </a:ext>
            </a:extLst>
          </p:cNvPr>
          <p:cNvSpPr/>
          <p:nvPr/>
        </p:nvSpPr>
        <p:spPr>
          <a:xfrm>
            <a:off x="10105777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0130F1B6-6EEC-D73D-2F48-82442F58DA02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BB9684D-2865-D967-9952-7C40EB318102}"/>
              </a:ext>
            </a:extLst>
          </p:cNvPr>
          <p:cNvSpPr txBox="1"/>
          <p:nvPr/>
        </p:nvSpPr>
        <p:spPr>
          <a:xfrm>
            <a:off x="6769653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4B984952-46A3-B962-EDC3-BE43B7FFBFBA}"/>
              </a:ext>
            </a:extLst>
          </p:cNvPr>
          <p:cNvSpPr/>
          <p:nvPr/>
        </p:nvSpPr>
        <p:spPr>
          <a:xfrm>
            <a:off x="4237077" y="4873699"/>
            <a:ext cx="1235002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37AFF89C-FB44-E957-08C6-498AD26C51A9}"/>
              </a:ext>
            </a:extLst>
          </p:cNvPr>
          <p:cNvSpPr/>
          <p:nvPr/>
        </p:nvSpPr>
        <p:spPr>
          <a:xfrm>
            <a:off x="4660362" y="564014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0A7FD6-04E8-8261-0B6C-7A954A91FD05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F3F4E5-7396-216E-D430-92981B281AA9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B70F55F-7B3D-1E68-3700-6EB54E3EB7C0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1CFDCFFB-8B6F-61D1-B6D8-B912FED4131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02148" y="2441873"/>
            <a:ext cx="5167505" cy="608815"/>
          </a:xfrm>
          <a:prstGeom prst="bentConnector3">
            <a:avLst>
              <a:gd name="adj1" fmla="val 936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F3466F6C-7AE4-A4C8-C7D3-06CF8C5F2DBC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 flipV="1">
            <a:off x="1602148" y="3045425"/>
            <a:ext cx="5167505" cy="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4AF10DB-4D9C-D357-3D65-7C996B700105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49653" y="2430127"/>
            <a:ext cx="2256124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5425D3C-02D3-ADB3-A41C-46895D8B8C38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49653" y="3045425"/>
            <a:ext cx="657595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BF22C6C5-FCEE-7771-2E50-E9309D269383}"/>
              </a:ext>
            </a:extLst>
          </p:cNvPr>
          <p:cNvSpPr/>
          <p:nvPr/>
        </p:nvSpPr>
        <p:spPr>
          <a:xfrm>
            <a:off x="8469700" y="3851182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41843F-98EC-87D0-F5FB-C74144F2A90E}"/>
              </a:ext>
            </a:extLst>
          </p:cNvPr>
          <p:cNvSpPr txBox="1"/>
          <p:nvPr/>
        </p:nvSpPr>
        <p:spPr>
          <a:xfrm>
            <a:off x="6769653" y="389608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DDE219B-90E2-572E-F3F4-FE59F01B25FD}"/>
              </a:ext>
            </a:extLst>
          </p:cNvPr>
          <p:cNvCxnSpPr>
            <a:cxnSpLocks/>
            <a:stCxn id="28" idx="3"/>
            <a:endCxn id="21" idx="5"/>
          </p:cNvCxnSpPr>
          <p:nvPr/>
        </p:nvCxnSpPr>
        <p:spPr>
          <a:xfrm flipV="1">
            <a:off x="7849653" y="4061369"/>
            <a:ext cx="672594" cy="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9240B69-42D8-FA4F-5B8D-AB86F5EB6A0F}"/>
              </a:ext>
            </a:extLst>
          </p:cNvPr>
          <p:cNvSpPr txBox="1"/>
          <p:nvPr/>
        </p:nvSpPr>
        <p:spPr>
          <a:xfrm>
            <a:off x="6769653" y="440328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0EA58F6E-CE34-43DF-AFDE-F1D3C83A5820}"/>
              </a:ext>
            </a:extLst>
          </p:cNvPr>
          <p:cNvSpPr/>
          <p:nvPr/>
        </p:nvSpPr>
        <p:spPr>
          <a:xfrm>
            <a:off x="8469700" y="436488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B3E43EB-D9AD-226D-CE27-B05F5C980CE3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7849653" y="4568884"/>
            <a:ext cx="672594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4301C02-7A70-DC2A-72B0-927F3B503CCB}"/>
              </a:ext>
            </a:extLst>
          </p:cNvPr>
          <p:cNvSpPr/>
          <p:nvPr/>
        </p:nvSpPr>
        <p:spPr>
          <a:xfrm>
            <a:off x="374833" y="3931442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Proceso condonación moratorios</a:t>
            </a:r>
          </a:p>
        </p:txBody>
      </p: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26859530-E7F2-241B-8D99-7673FECCB10E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1602148" y="4214223"/>
            <a:ext cx="5167505" cy="354661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8D79B282-A6D1-B1F1-01E2-3650AB1360E7}"/>
              </a:ext>
            </a:extLst>
          </p:cNvPr>
          <p:cNvCxnSpPr>
            <a:cxnSpLocks/>
            <a:stCxn id="41" idx="3"/>
            <a:endCxn id="28" idx="1"/>
          </p:cNvCxnSpPr>
          <p:nvPr/>
        </p:nvCxnSpPr>
        <p:spPr>
          <a:xfrm flipV="1">
            <a:off x="1602148" y="4061689"/>
            <a:ext cx="5167505" cy="152534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D84C643-4811-C86E-F17E-79513EBCA34D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>
            <a:off x="988491" y="3333469"/>
            <a:ext cx="0" cy="59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9E9AD-D187-2806-274A-C56F6D2BF1D5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935D201-CF29-2B9D-C4B0-8FCA502F6D12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CA47467B-4442-C6CA-D0AF-C82CB8B51D81}"/>
              </a:ext>
            </a:extLst>
          </p:cNvPr>
          <p:cNvCxnSpPr>
            <a:cxnSpLocks/>
            <a:stCxn id="41" idx="2"/>
            <a:endCxn id="64" idx="0"/>
          </p:cNvCxnSpPr>
          <p:nvPr/>
        </p:nvCxnSpPr>
        <p:spPr>
          <a:xfrm rot="16200000" flipH="1">
            <a:off x="2733187" y="2752307"/>
            <a:ext cx="376695" cy="3866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0B429F5-8CAE-027C-F80B-B7923738EC5C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0120CC9-E2E7-B435-892F-7FE8D7CC4327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032F5210-6716-C397-AE09-59E81F7FCE29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DCD6B2CF-5DC5-4AA1-1B2E-0E9ECB466699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B786032-AB8B-3CC2-4EE8-F5E6BB02B176}"/>
              </a:ext>
            </a:extLst>
          </p:cNvPr>
          <p:cNvSpPr txBox="1"/>
          <p:nvPr/>
        </p:nvSpPr>
        <p:spPr>
          <a:xfrm>
            <a:off x="10068862" y="2686182"/>
            <a:ext cx="1496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42" name="Paralelogramo 41">
            <a:extLst>
              <a:ext uri="{FF2B5EF4-FFF2-40B4-BE49-F238E27FC236}">
                <a16:creationId xmlns:a16="http://schemas.microsoft.com/office/drawing/2014/main" id="{38C7F3A4-D3FF-875F-806A-0432BFD5FB11}"/>
              </a:ext>
            </a:extLst>
          </p:cNvPr>
          <p:cNvSpPr/>
          <p:nvPr/>
        </p:nvSpPr>
        <p:spPr>
          <a:xfrm>
            <a:off x="8469700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57C2F57-E9EF-BDAA-1FFF-596E296C8440}"/>
              </a:ext>
            </a:extLst>
          </p:cNvPr>
          <p:cNvSpPr txBox="1"/>
          <p:nvPr/>
        </p:nvSpPr>
        <p:spPr>
          <a:xfrm>
            <a:off x="6769653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D02B7ABE-4428-4096-63F3-C686C1922BB0}"/>
              </a:ext>
            </a:extLst>
          </p:cNvPr>
          <p:cNvCxnSpPr>
            <a:stCxn id="54" idx="3"/>
            <a:endCxn id="42" idx="5"/>
          </p:cNvCxnSpPr>
          <p:nvPr/>
        </p:nvCxnSpPr>
        <p:spPr>
          <a:xfrm>
            <a:off x="7849653" y="3520169"/>
            <a:ext cx="657595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F80A1B29-68A0-9D68-0C1B-FA5B4D5C7175}"/>
              </a:ext>
            </a:extLst>
          </p:cNvPr>
          <p:cNvCxnSpPr>
            <a:cxnSpLocks/>
            <a:stCxn id="4" idx="3"/>
            <a:endCxn id="54" idx="1"/>
          </p:cNvCxnSpPr>
          <p:nvPr/>
        </p:nvCxnSpPr>
        <p:spPr>
          <a:xfrm>
            <a:off x="1602148" y="3050688"/>
            <a:ext cx="5167505" cy="469481"/>
          </a:xfrm>
          <a:prstGeom prst="bentConnector3">
            <a:avLst>
              <a:gd name="adj1" fmla="val 936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D023A250-CB7A-0367-11AE-8BEE76D8DA5C}"/>
              </a:ext>
            </a:extLst>
          </p:cNvPr>
          <p:cNvCxnSpPr>
            <a:stCxn id="64" idx="2"/>
            <a:endCxn id="121" idx="0"/>
          </p:cNvCxnSpPr>
          <p:nvPr/>
        </p:nvCxnSpPr>
        <p:spPr>
          <a:xfrm>
            <a:off x="4854578" y="5341699"/>
            <a:ext cx="3784" cy="29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118">
            <a:extLst>
              <a:ext uri="{FF2B5EF4-FFF2-40B4-BE49-F238E27FC236}">
                <a16:creationId xmlns:a16="http://schemas.microsoft.com/office/drawing/2014/main" id="{D230EC2B-CE09-2CCA-8D08-6A1BF7773539}"/>
              </a:ext>
            </a:extLst>
          </p:cNvPr>
          <p:cNvSpPr txBox="1"/>
          <p:nvPr/>
        </p:nvSpPr>
        <p:spPr>
          <a:xfrm>
            <a:off x="8794807" y="272321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1222243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103C-B303-88BD-2159-323C9903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A2D3D55-B938-F588-8D29-78D1018DB8B0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76D872C-E152-C2E3-A554-40F0BF79F93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D70BBA15-65FD-AC07-3025-8456FB20B1AB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8DC37DC-4D28-C0BD-7C36-DF82B11E4F0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06A4EC5-BAB2-A6D3-7669-553B9526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15800E6-BE60-8B90-DFE6-214A729D5474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F3FAD-7FD4-8E2B-497D-A312364E5C73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2B383A1-875F-9700-262F-561615D95F1E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DB7E641-58BE-69E9-23B3-22E597B50401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7256C14-FE8D-FEE8-1FFA-DDF5D250A801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99D15D96-87E8-B5C6-F5F5-9AAE0A0E68B2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C9C10A6-176A-68C8-1C47-5FF1468CE6E2}"/>
              </a:ext>
            </a:extLst>
          </p:cNvPr>
          <p:cNvSpPr/>
          <p:nvPr/>
        </p:nvSpPr>
        <p:spPr>
          <a:xfrm>
            <a:off x="821880" y="2645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4C74EFA4-7F75-6B71-4204-EB890F73540C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6A8666-1935-5D19-6160-439FF544E738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B5E977-0BE3-434B-794B-95F51329C957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8E069648-A46B-42F2-D78C-E9FC7D2717B1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333800"/>
            <a:ext cx="4148" cy="3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8D79A28-1CFE-6DD2-A7DB-915A67F3F834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E0E3977A-6A44-9946-F417-E31F392EB886}"/>
              </a:ext>
            </a:extLst>
          </p:cNvPr>
          <p:cNvSpPr txBox="1"/>
          <p:nvPr/>
        </p:nvSpPr>
        <p:spPr>
          <a:xfrm>
            <a:off x="5201408" y="236185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F70C89BD-FAC2-B317-8174-8A4FF22B1D84}"/>
              </a:ext>
            </a:extLst>
          </p:cNvPr>
          <p:cNvSpPr/>
          <p:nvPr/>
        </p:nvSpPr>
        <p:spPr>
          <a:xfrm>
            <a:off x="8581756" y="2169997"/>
            <a:ext cx="1285575" cy="69268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(6A)Nota de Cargo CFDI-PUE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7270580B-724C-0AC2-7EB9-4C9EB0D27BDD}"/>
              </a:ext>
            </a:extLst>
          </p:cNvPr>
          <p:cNvSpPr/>
          <p:nvPr/>
        </p:nvSpPr>
        <p:spPr>
          <a:xfrm>
            <a:off x="8571123" y="317871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EEC5ED4-36EB-AF4F-C91F-060F106FA653}"/>
              </a:ext>
            </a:extLst>
          </p:cNvPr>
          <p:cNvSpPr txBox="1"/>
          <p:nvPr/>
        </p:nvSpPr>
        <p:spPr>
          <a:xfrm>
            <a:off x="5201408" y="323591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C8FB8F66-A213-FA8F-56D3-AF1C1C181AA6}"/>
              </a:ext>
            </a:extLst>
          </p:cNvPr>
          <p:cNvSpPr/>
          <p:nvPr/>
        </p:nvSpPr>
        <p:spPr>
          <a:xfrm>
            <a:off x="8755040" y="3979380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95375B3-F704-11A7-85C9-8FC9FE882F46}"/>
              </a:ext>
            </a:extLst>
          </p:cNvPr>
          <p:cNvSpPr txBox="1"/>
          <p:nvPr/>
        </p:nvSpPr>
        <p:spPr>
          <a:xfrm>
            <a:off x="7109503" y="3235914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807F0ABA-D5DD-D554-5CB8-0DDE1B4E8305}"/>
              </a:ext>
            </a:extLst>
          </p:cNvPr>
          <p:cNvSpPr txBox="1"/>
          <p:nvPr/>
        </p:nvSpPr>
        <p:spPr>
          <a:xfrm>
            <a:off x="7109503" y="236185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D7A1E181-FE16-9CD7-1DDE-F43C0A2AEE64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19922" y="2523852"/>
            <a:ext cx="3381486" cy="328353"/>
          </a:xfrm>
          <a:prstGeom prst="bentConnector3">
            <a:avLst>
              <a:gd name="adj1" fmla="val 90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BBF07218-89C4-8188-F4A1-DE454DBC4D01}"/>
              </a:ext>
            </a:extLst>
          </p:cNvPr>
          <p:cNvCxnSpPr>
            <a:stCxn id="64" idx="3"/>
            <a:endCxn id="43" idx="1"/>
          </p:cNvCxnSpPr>
          <p:nvPr/>
        </p:nvCxnSpPr>
        <p:spPr>
          <a:xfrm>
            <a:off x="1819922" y="2852205"/>
            <a:ext cx="3381486" cy="545709"/>
          </a:xfrm>
          <a:prstGeom prst="bentConnector3">
            <a:avLst>
              <a:gd name="adj1" fmla="val 906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D3D2D6F-02DE-C6BB-F25A-EE1EB4024DDA}"/>
              </a:ext>
            </a:extLst>
          </p:cNvPr>
          <p:cNvCxnSpPr>
            <a:stCxn id="60" idx="3"/>
            <a:endCxn id="36" idx="1"/>
          </p:cNvCxnSpPr>
          <p:nvPr/>
        </p:nvCxnSpPr>
        <p:spPr>
          <a:xfrm flipV="1">
            <a:off x="8189503" y="2516341"/>
            <a:ext cx="392253" cy="7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50F81386-78B6-7B1B-C16E-CAE15E708ACD}"/>
              </a:ext>
            </a:extLst>
          </p:cNvPr>
          <p:cNvCxnSpPr>
            <a:stCxn id="57" idx="3"/>
            <a:endCxn id="39" idx="1"/>
          </p:cNvCxnSpPr>
          <p:nvPr/>
        </p:nvCxnSpPr>
        <p:spPr>
          <a:xfrm flipV="1">
            <a:off x="8189503" y="3394717"/>
            <a:ext cx="381620" cy="3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BDC8EC87-C432-C13B-DAD7-608A7A2F275C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>
            <a:off x="6281408" y="2523852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A7B0CC41-F84E-51E6-A819-7CA46C62E8A5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81408" y="3397914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735794BC-A7DE-49D1-1ED1-5939E6BD61E8}"/>
              </a:ext>
            </a:extLst>
          </p:cNvPr>
          <p:cNvSpPr txBox="1"/>
          <p:nvPr/>
        </p:nvSpPr>
        <p:spPr>
          <a:xfrm>
            <a:off x="7109503" y="402468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56579F17-174F-3050-EC81-9AB4333DC3A4}"/>
              </a:ext>
            </a:extLst>
          </p:cNvPr>
          <p:cNvCxnSpPr>
            <a:cxnSpLocks/>
          </p:cNvCxnSpPr>
          <p:nvPr/>
        </p:nvCxnSpPr>
        <p:spPr>
          <a:xfrm>
            <a:off x="1819922" y="2866316"/>
            <a:ext cx="5289581" cy="1334483"/>
          </a:xfrm>
          <a:prstGeom prst="bentConnector3">
            <a:avLst>
              <a:gd name="adj1" fmla="val 578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038C378A-4E29-294F-6383-1B2908106CEC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>
            <a:off x="8189503" y="4186688"/>
            <a:ext cx="618084" cy="28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D17C9A9D-ABD8-71EC-9AFE-575BF30D0655}"/>
              </a:ext>
            </a:extLst>
          </p:cNvPr>
          <p:cNvSpPr txBox="1"/>
          <p:nvPr/>
        </p:nvSpPr>
        <p:spPr>
          <a:xfrm>
            <a:off x="7063058" y="4371435"/>
            <a:ext cx="1507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00">
                <a:latin typeface="Arial Nova" panose="020B0504020202020204" pitchFamily="34" charset="0"/>
              </a:rPr>
              <a:t>*Actualiza importe de moratorios, remanente, fecha de pago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93D41AC2-4B69-DCD2-361B-B0CBA413ACA1}"/>
              </a:ext>
            </a:extLst>
          </p:cNvPr>
          <p:cNvSpPr/>
          <p:nvPr/>
        </p:nvSpPr>
        <p:spPr>
          <a:xfrm>
            <a:off x="823223" y="4898692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17D4BE96-4BF2-BA23-D6AB-86977FBA5045}"/>
              </a:ext>
            </a:extLst>
          </p:cNvPr>
          <p:cNvSpPr txBox="1"/>
          <p:nvPr/>
        </p:nvSpPr>
        <p:spPr>
          <a:xfrm>
            <a:off x="5190199" y="494161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DE3E0FE-546A-5B42-B028-78285D2F77C8}"/>
              </a:ext>
            </a:extLst>
          </p:cNvPr>
          <p:cNvSpPr txBox="1"/>
          <p:nvPr/>
        </p:nvSpPr>
        <p:spPr>
          <a:xfrm>
            <a:off x="7098294" y="494161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24FFDE8D-7315-F285-96F8-A18870FED360}"/>
              </a:ext>
            </a:extLst>
          </p:cNvPr>
          <p:cNvSpPr/>
          <p:nvPr/>
        </p:nvSpPr>
        <p:spPr>
          <a:xfrm>
            <a:off x="8571123" y="489063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1308F516-9B33-7695-E42F-0DCC15EE8AF8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059205"/>
            <a:ext cx="1343" cy="1839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8D65026A-2F48-ECFB-DD40-5A0BE42826E1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21265" y="5103618"/>
            <a:ext cx="3368934" cy="20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71AD1885-DFA4-2494-6D94-ACC455905673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510361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2C126E18-0D5D-E057-FFC4-631C4D70E0DF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5103618"/>
            <a:ext cx="392829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C4416ECE-EC3F-7957-B6B4-5CE39811CB00}"/>
              </a:ext>
            </a:extLst>
          </p:cNvPr>
          <p:cNvSpPr/>
          <p:nvPr/>
        </p:nvSpPr>
        <p:spPr>
          <a:xfrm>
            <a:off x="1122901" y="5545619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E524B741-C112-17BA-F6D6-35AE3B728942}"/>
              </a:ext>
            </a:extLst>
          </p:cNvPr>
          <p:cNvCxnSpPr>
            <a:endCxn id="122" idx="0"/>
          </p:cNvCxnSpPr>
          <p:nvPr/>
        </p:nvCxnSpPr>
        <p:spPr>
          <a:xfrm>
            <a:off x="1320901" y="5287127"/>
            <a:ext cx="0" cy="25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536072" y="2284890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50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491693" y="2739106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52" name="51 Conector recto de flecha"/>
          <p:cNvCxnSpPr>
            <a:stCxn id="36" idx="3"/>
            <a:endCxn id="48" idx="1"/>
          </p:cNvCxnSpPr>
          <p:nvPr/>
        </p:nvCxnSpPr>
        <p:spPr>
          <a:xfrm flipV="1">
            <a:off x="9867331" y="2514046"/>
            <a:ext cx="668741" cy="2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18">
            <a:extLst>
              <a:ext uri="{FF2B5EF4-FFF2-40B4-BE49-F238E27FC236}">
                <a16:creationId xmlns:a16="http://schemas.microsoft.com/office/drawing/2014/main" id="{C4D6E726-FE4D-A6DE-EEBD-54F60F5C858A}"/>
              </a:ext>
            </a:extLst>
          </p:cNvPr>
          <p:cNvSpPr txBox="1"/>
          <p:nvPr/>
        </p:nvSpPr>
        <p:spPr>
          <a:xfrm>
            <a:off x="9111123" y="3808688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6118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07322-4A45-4E5A-B709-24E656A9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A3DE4D9-03D6-62AD-759A-4BA8189127F6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35B87B7-AF73-563F-6062-6E5313F8B6A9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70DC8B9-8F66-68A7-C9F8-8736682ABCE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6F2CAE3-A236-C036-1831-9CFB2C1D8879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94657B1-6D48-1A7E-928A-ACCF81CA2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0ED8DFD-66CF-2ADB-9679-9EF6F85026D0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8B108D2-F9F3-01AD-87A5-7782FB0941E2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09CCE7D-2909-61C0-3EF2-73A993B22043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4E4150-9B1B-E092-0188-8549575B26A5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FA7E98B-ABE3-FDC2-43A6-704F40C144F9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E065DA7-C5A5-FE59-22CF-3F0AF0E9E52E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DE0A23AF-385C-77A9-2444-4C4C1AF1D950}"/>
              </a:ext>
            </a:extLst>
          </p:cNvPr>
          <p:cNvSpPr/>
          <p:nvPr/>
        </p:nvSpPr>
        <p:spPr>
          <a:xfrm>
            <a:off x="821880" y="2645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Interés Cobrado</a:t>
            </a:r>
          </a:p>
          <a:p>
            <a:pPr algn="ctr"/>
            <a:r>
              <a:rPr lang="es-MX" sz="800">
                <a:solidFill>
                  <a:schemeClr val="tx1"/>
                </a:solidFill>
              </a:rPr>
              <a:t>(Dentro del Mes</a:t>
            </a:r>
            <a:r>
              <a:rPr lang="es-MX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76CCABB0-ED5D-B256-1626-728DC1D9BF1B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5500E93-9187-A0DE-80C9-E3272E423A25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A75C2B-1488-CC29-ED3A-534F2CE2BB02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E15987B-291A-EECB-F0E0-EEAF8C341CD6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333800"/>
            <a:ext cx="4148" cy="3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D3AD74C-A262-691F-BB76-CAA13D114E51}"/>
              </a:ext>
            </a:extLst>
          </p:cNvPr>
          <p:cNvSpPr/>
          <p:nvPr/>
        </p:nvSpPr>
        <p:spPr>
          <a:xfrm>
            <a:off x="4434773" y="1464578"/>
            <a:ext cx="21884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68809D80-893A-DD97-8EA1-CBBC36401A83}"/>
              </a:ext>
            </a:extLst>
          </p:cNvPr>
          <p:cNvSpPr txBox="1"/>
          <p:nvPr/>
        </p:nvSpPr>
        <p:spPr>
          <a:xfrm>
            <a:off x="5201408" y="196180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8120953C-4B5A-75E4-83CD-75056D46D9A6}"/>
              </a:ext>
            </a:extLst>
          </p:cNvPr>
          <p:cNvSpPr/>
          <p:nvPr/>
        </p:nvSpPr>
        <p:spPr>
          <a:xfrm>
            <a:off x="8868839" y="1907802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(4A)Fact.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</a:rPr>
              <a:t>CFDI - PUE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9F733F60-5F89-2714-D7A4-E43509D7BDD9}"/>
              </a:ext>
            </a:extLst>
          </p:cNvPr>
          <p:cNvSpPr txBox="1"/>
          <p:nvPr/>
        </p:nvSpPr>
        <p:spPr>
          <a:xfrm>
            <a:off x="7109503" y="196180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PV02_CI-FI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9D226042-1290-0EEE-F998-69A40D7FD697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19922" y="2123802"/>
            <a:ext cx="3381486" cy="728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D77CE317-9850-38B6-4F9F-AA071404E49B}"/>
              </a:ext>
            </a:extLst>
          </p:cNvPr>
          <p:cNvCxnSpPr>
            <a:stCxn id="60" idx="3"/>
            <a:endCxn id="36" idx="1"/>
          </p:cNvCxnSpPr>
          <p:nvPr/>
        </p:nvCxnSpPr>
        <p:spPr>
          <a:xfrm>
            <a:off x="8189503" y="2123802"/>
            <a:ext cx="679336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420FCA96-3B23-2285-DDDA-3F0400EF0729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>
            <a:off x="6281408" y="2123802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8FE22BE5-CFCB-25FD-0067-CAF511500B6C}"/>
              </a:ext>
            </a:extLst>
          </p:cNvPr>
          <p:cNvSpPr txBox="1"/>
          <p:nvPr/>
        </p:nvSpPr>
        <p:spPr>
          <a:xfrm>
            <a:off x="9948838" y="3270879"/>
            <a:ext cx="2100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90E9C7FD-D340-D3C3-7FCB-6638F69DE2A1}"/>
              </a:ext>
            </a:extLst>
          </p:cNvPr>
          <p:cNvSpPr/>
          <p:nvPr/>
        </p:nvSpPr>
        <p:spPr>
          <a:xfrm>
            <a:off x="823223" y="3700203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F2A67A6A-5B33-B1F5-9F7F-825B0D8CE15F}"/>
              </a:ext>
            </a:extLst>
          </p:cNvPr>
          <p:cNvSpPr txBox="1"/>
          <p:nvPr/>
        </p:nvSpPr>
        <p:spPr>
          <a:xfrm>
            <a:off x="5190199" y="343832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D2892E7A-BAF9-D3D7-FBC4-7123FB177999}"/>
              </a:ext>
            </a:extLst>
          </p:cNvPr>
          <p:cNvSpPr txBox="1"/>
          <p:nvPr/>
        </p:nvSpPr>
        <p:spPr>
          <a:xfrm>
            <a:off x="7098294" y="343832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3A56BC66-0D0B-D39E-9B40-6C2B50412A2A}"/>
              </a:ext>
            </a:extLst>
          </p:cNvPr>
          <p:cNvSpPr/>
          <p:nvPr/>
        </p:nvSpPr>
        <p:spPr>
          <a:xfrm>
            <a:off x="8868839" y="338735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C37433A2-B126-61E9-4B6F-6CC25819A2A0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059205"/>
            <a:ext cx="1343" cy="640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953CD0CE-36A3-C13F-C9A5-8DDAA017A285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21265" y="3600329"/>
            <a:ext cx="3368934" cy="3068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1CE0167A-4A5D-06DA-F2A5-3BC68B155795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3600329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CCD80FED-6943-52BC-3A6D-2DF43689F272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3600329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6FE78E92-0CFD-A4A0-9BC0-A6B6F2D84856}"/>
              </a:ext>
            </a:extLst>
          </p:cNvPr>
          <p:cNvSpPr/>
          <p:nvPr/>
        </p:nvSpPr>
        <p:spPr>
          <a:xfrm>
            <a:off x="1122901" y="548348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3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ACBA6C04-5B34-7F67-A44E-1F67383F8C68}"/>
              </a:ext>
            </a:extLst>
          </p:cNvPr>
          <p:cNvCxnSpPr>
            <a:cxnSpLocks/>
            <a:stCxn id="106" idx="2"/>
            <a:endCxn id="29" idx="0"/>
          </p:cNvCxnSpPr>
          <p:nvPr/>
        </p:nvCxnSpPr>
        <p:spPr>
          <a:xfrm>
            <a:off x="1322244" y="4114203"/>
            <a:ext cx="9483" cy="482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71ECB49-65A0-9771-E237-9471C1F88A1B}"/>
              </a:ext>
            </a:extLst>
          </p:cNvPr>
          <p:cNvSpPr txBox="1"/>
          <p:nvPr/>
        </p:nvSpPr>
        <p:spPr>
          <a:xfrm>
            <a:off x="10526189" y="274488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F90543-63EA-12F2-175E-8D72FC1E57E0}"/>
              </a:ext>
            </a:extLst>
          </p:cNvPr>
          <p:cNvSpPr txBox="1"/>
          <p:nvPr/>
        </p:nvSpPr>
        <p:spPr>
          <a:xfrm>
            <a:off x="7097195" y="2710162"/>
            <a:ext cx="3427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actualiza en asiento contable el folio, fecha u otros campos tanto del Credilana involucrado como del Cobro operativo que la detona</a:t>
            </a:r>
          </a:p>
          <a:p>
            <a:r>
              <a:rPr lang="es-ES_tradnl" sz="800">
                <a:latin typeface="Arial Nova" panose="020B0504020202020204" pitchFamily="34" charset="0"/>
              </a:rPr>
              <a:t>*Se actualiza campo asignación con el folio de la factura creada en S4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913A41-838B-454E-11C2-C67DCB1DE75B}"/>
              </a:ext>
            </a:extLst>
          </p:cNvPr>
          <p:cNvSpPr txBox="1"/>
          <p:nvPr/>
        </p:nvSpPr>
        <p:spPr>
          <a:xfrm>
            <a:off x="5190199" y="418194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48DE5E-9EF8-74F6-8EE2-FD662B2C4049}"/>
              </a:ext>
            </a:extLst>
          </p:cNvPr>
          <p:cNvSpPr txBox="1"/>
          <p:nvPr/>
        </p:nvSpPr>
        <p:spPr>
          <a:xfrm>
            <a:off x="7098294" y="418194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9C5434-5A89-31CB-6AE6-610652C5B8E8}"/>
              </a:ext>
            </a:extLst>
          </p:cNvPr>
          <p:cNvSpPr/>
          <p:nvPr/>
        </p:nvSpPr>
        <p:spPr>
          <a:xfrm>
            <a:off x="8868839" y="413096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D353027-4118-C542-B23B-C5B3EBD51526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70199" y="434394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B5B436E-5D60-969E-5165-15912629DE24}"/>
              </a:ext>
            </a:extLst>
          </p:cNvPr>
          <p:cNvCxnSpPr>
            <a:endCxn id="11" idx="1"/>
          </p:cNvCxnSpPr>
          <p:nvPr/>
        </p:nvCxnSpPr>
        <p:spPr>
          <a:xfrm>
            <a:off x="8189503" y="4337108"/>
            <a:ext cx="679336" cy="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76B60CD3-93A3-4D8F-BA9B-9383723F2B15}"/>
              </a:ext>
            </a:extLst>
          </p:cNvPr>
          <p:cNvCxnSpPr>
            <a:stCxn id="106" idx="3"/>
            <a:endCxn id="9" idx="1"/>
          </p:cNvCxnSpPr>
          <p:nvPr/>
        </p:nvCxnSpPr>
        <p:spPr>
          <a:xfrm>
            <a:off x="1821265" y="3907203"/>
            <a:ext cx="3368934" cy="4367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F96D0C5-EA3E-643A-8947-F887B1C585BD}"/>
              </a:ext>
            </a:extLst>
          </p:cNvPr>
          <p:cNvSpPr txBox="1"/>
          <p:nvPr/>
        </p:nvSpPr>
        <p:spPr>
          <a:xfrm>
            <a:off x="4470276" y="3359200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78CE330-2CC6-2B64-5CA0-CA7B1C4EFB0B}"/>
              </a:ext>
            </a:extLst>
          </p:cNvPr>
          <p:cNvSpPr txBox="1"/>
          <p:nvPr/>
        </p:nvSpPr>
        <p:spPr>
          <a:xfrm>
            <a:off x="4470276" y="4355408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66FD87C-99A2-624C-7E1C-6FE6BBD3C972}"/>
              </a:ext>
            </a:extLst>
          </p:cNvPr>
          <p:cNvSpPr/>
          <p:nvPr/>
        </p:nvSpPr>
        <p:spPr>
          <a:xfrm>
            <a:off x="832706" y="4596278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9D37AF3-38DF-BEC0-E33F-47E0B156A5E9}"/>
              </a:ext>
            </a:extLst>
          </p:cNvPr>
          <p:cNvCxnSpPr>
            <a:endCxn id="122" idx="0"/>
          </p:cNvCxnSpPr>
          <p:nvPr/>
        </p:nvCxnSpPr>
        <p:spPr>
          <a:xfrm>
            <a:off x="1320901" y="4895978"/>
            <a:ext cx="11906" cy="563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9F52725-BAF3-7F93-011B-BEEF0D13842B}"/>
              </a:ext>
            </a:extLst>
          </p:cNvPr>
          <p:cNvSpPr txBox="1"/>
          <p:nvPr/>
        </p:nvSpPr>
        <p:spPr>
          <a:xfrm>
            <a:off x="5190199" y="504683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PV02_CICMV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26C69983-4585-5A2C-F214-9794275B3E8C}"/>
              </a:ext>
            </a:extLst>
          </p:cNvPr>
          <p:cNvSpPr/>
          <p:nvPr/>
        </p:nvSpPr>
        <p:spPr>
          <a:xfrm>
            <a:off x="8868839" y="4894656"/>
            <a:ext cx="1080000" cy="62178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(3B.1)Fact. Nota de Cargo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14AE531-D5A5-C6AC-80F1-7B86B332467B}"/>
              </a:ext>
            </a:extLst>
          </p:cNvPr>
          <p:cNvSpPr txBox="1"/>
          <p:nvPr/>
        </p:nvSpPr>
        <p:spPr>
          <a:xfrm>
            <a:off x="7119849" y="504376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PV02_CICMV-NC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92B87AF-41E5-3AD1-BDC1-60CE3EDE50E9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270199" y="5208834"/>
            <a:ext cx="849650" cy="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36327C0-942B-124F-99E6-5AAD99512EE4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8199849" y="5205547"/>
            <a:ext cx="668990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ED37B111-34D0-9714-D2C7-38A6E0EB98B9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>
            <a:off x="1830748" y="4803278"/>
            <a:ext cx="3359451" cy="405556"/>
          </a:xfrm>
          <a:prstGeom prst="bentConnector3">
            <a:avLst>
              <a:gd name="adj1" fmla="val 500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11996F1-EE54-B36D-0012-C8F37B7EDE1E}"/>
              </a:ext>
            </a:extLst>
          </p:cNvPr>
          <p:cNvSpPr txBox="1"/>
          <p:nvPr/>
        </p:nvSpPr>
        <p:spPr>
          <a:xfrm>
            <a:off x="9995212" y="4884664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7FDB419-3979-52E5-A5D7-3CE8F33EBD55}"/>
              </a:ext>
            </a:extLst>
          </p:cNvPr>
          <p:cNvSpPr txBox="1"/>
          <p:nvPr/>
        </p:nvSpPr>
        <p:spPr>
          <a:xfrm>
            <a:off x="9948837" y="4018475"/>
            <a:ext cx="2100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13C60D42-0183-B5F1-E0FE-652E71A2D8AB}"/>
              </a:ext>
            </a:extLst>
          </p:cNvPr>
          <p:cNvSpPr txBox="1"/>
          <p:nvPr/>
        </p:nvSpPr>
        <p:spPr>
          <a:xfrm>
            <a:off x="8871783" y="5834446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47ED00C-E0EC-35F0-9F13-E9896476CB7C}"/>
              </a:ext>
            </a:extLst>
          </p:cNvPr>
          <p:cNvSpPr txBox="1"/>
          <p:nvPr/>
        </p:nvSpPr>
        <p:spPr>
          <a:xfrm>
            <a:off x="9978225" y="5676685"/>
            <a:ext cx="201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</a:t>
            </a:r>
            <a:r>
              <a:rPr lang="es-ES_tradnl" sz="800" err="1">
                <a:latin typeface="Arial Nova" panose="020B0504020202020204" pitchFamily="34" charset="0"/>
              </a:rPr>
              <a:t>Credilana</a:t>
            </a:r>
            <a:r>
              <a:rPr lang="es-ES_tradnl" sz="800">
                <a:latin typeface="Arial Nova" panose="020B0504020202020204" pitchFamily="34" charset="0"/>
              </a:rPr>
              <a:t> involucrado como del Cobro operativo que la detona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54C1EA6E-D07A-FF05-F5BA-5A2DC42B73F9}"/>
              </a:ext>
            </a:extLst>
          </p:cNvPr>
          <p:cNvCxnSpPr>
            <a:stCxn id="37" idx="2"/>
            <a:endCxn id="65" idx="0"/>
          </p:cNvCxnSpPr>
          <p:nvPr/>
        </p:nvCxnSpPr>
        <p:spPr>
          <a:xfrm>
            <a:off x="9408839" y="5475330"/>
            <a:ext cx="2944" cy="35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D113C1D-A3B8-BA09-B433-D6170BE385E7}"/>
              </a:ext>
            </a:extLst>
          </p:cNvPr>
          <p:cNvSpPr txBox="1"/>
          <p:nvPr/>
        </p:nvSpPr>
        <p:spPr>
          <a:xfrm>
            <a:off x="9915847" y="1874890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418409-1F43-FAAE-1EE6-6B4F3D3A0FC2}"/>
              </a:ext>
            </a:extLst>
          </p:cNvPr>
          <p:cNvSpPr txBox="1"/>
          <p:nvPr/>
        </p:nvSpPr>
        <p:spPr>
          <a:xfrm>
            <a:off x="5094733" y="3254719"/>
            <a:ext cx="14679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“No afecta control de caja”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A253B2-F89F-4612-612E-B00BA8157F08}"/>
              </a:ext>
            </a:extLst>
          </p:cNvPr>
          <p:cNvSpPr txBox="1"/>
          <p:nvPr/>
        </p:nvSpPr>
        <p:spPr>
          <a:xfrm>
            <a:off x="5098721" y="4000453"/>
            <a:ext cx="146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“No afecta control de caja”</a:t>
            </a:r>
          </a:p>
        </p:txBody>
      </p:sp>
      <p:cxnSp>
        <p:nvCxnSpPr>
          <p:cNvPr id="70" name="69 Conector angular"/>
          <p:cNvCxnSpPr>
            <a:stCxn id="36" idx="2"/>
            <a:endCxn id="2" idx="0"/>
          </p:cNvCxnSpPr>
          <p:nvPr/>
        </p:nvCxnSpPr>
        <p:spPr>
          <a:xfrm rot="16200000" flipH="1">
            <a:off x="10020695" y="1699386"/>
            <a:ext cx="433638" cy="1657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50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9ABF4-6FF9-E9DA-FB4F-47C6CF07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B8CB13D0-3CB3-4FE2-F7BF-F851834AF83F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810A624-9A28-50A3-B65B-333115B3139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E0DF6CA-4C58-B2CA-3C23-C725A8478BE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4D159F4F-6506-210E-BE34-0024391481F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15FDE4F-55B5-85CD-EA9D-D64DBADDF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7BADAA6-98BA-5FA0-E33C-278C22B1429A}"/>
              </a:ext>
            </a:extLst>
          </p:cNvPr>
          <p:cNvSpPr/>
          <p:nvPr/>
        </p:nvSpPr>
        <p:spPr>
          <a:xfrm>
            <a:off x="6238178" y="1464578"/>
            <a:ext cx="583418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CB1697-3FCF-EFEA-5DF5-3754BF70B050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D09E9D5-39BC-7A9D-4C4F-4A8C827349E1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AC28966-D088-DB79-AEF6-21A607CBBBE3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C356CBA-6320-E68D-B973-6E6980B69FFF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A471DE8-CD7D-2DAD-5404-5548044753D8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D8EF040B-CC9E-48E3-6BB8-4AA804E8AAB2}"/>
              </a:ext>
            </a:extLst>
          </p:cNvPr>
          <p:cNvSpPr/>
          <p:nvPr/>
        </p:nvSpPr>
        <p:spPr>
          <a:xfrm>
            <a:off x="826139" y="3125633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Bonificaciones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7C60A769-2B28-E031-0620-AEC2C7A54CA3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9CF001-86F2-C223-0AA6-E46E43EBC6D5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13E4EAC-C507-5038-E9ED-875223514700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BEB35636-C4EE-A28B-57CC-5D4906E55D26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>
            <a:off x="1325049" y="2333800"/>
            <a:ext cx="111" cy="791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51F36BE-E878-19F1-869E-61982C34DBEB}"/>
              </a:ext>
            </a:extLst>
          </p:cNvPr>
          <p:cNvSpPr/>
          <p:nvPr/>
        </p:nvSpPr>
        <p:spPr>
          <a:xfrm>
            <a:off x="4434773" y="1464578"/>
            <a:ext cx="166122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B89BE5A5-17D5-75E6-6652-BAB9C1DE972B}"/>
              </a:ext>
            </a:extLst>
          </p:cNvPr>
          <p:cNvSpPr/>
          <p:nvPr/>
        </p:nvSpPr>
        <p:spPr>
          <a:xfrm>
            <a:off x="8868839" y="2197479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(Bonificacion Capital)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29D35ECB-5DD2-D072-FCD8-628D4872956F}"/>
              </a:ext>
            </a:extLst>
          </p:cNvPr>
          <p:cNvSpPr txBox="1"/>
          <p:nvPr/>
        </p:nvSpPr>
        <p:spPr>
          <a:xfrm>
            <a:off x="7144936" y="236085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PV02_CB-NCR -C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AD5EC5C8-F363-FEB7-028C-0EDE772A2A5C}"/>
              </a:ext>
            </a:extLst>
          </p:cNvPr>
          <p:cNvCxnSpPr>
            <a:cxnSpLocks/>
            <a:stCxn id="60" idx="3"/>
            <a:endCxn id="36" idx="1"/>
          </p:cNvCxnSpPr>
          <p:nvPr/>
        </p:nvCxnSpPr>
        <p:spPr>
          <a:xfrm flipV="1">
            <a:off x="8224936" y="2521479"/>
            <a:ext cx="643903" cy="1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F51412D-A117-E6B1-E837-7D7E56265104}"/>
              </a:ext>
            </a:extLst>
          </p:cNvPr>
          <p:cNvSpPr txBox="1"/>
          <p:nvPr/>
        </p:nvSpPr>
        <p:spPr>
          <a:xfrm>
            <a:off x="9915847" y="3862462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20" name="Diagrama de flujo: documento 84">
            <a:extLst>
              <a:ext uri="{FF2B5EF4-FFF2-40B4-BE49-F238E27FC236}">
                <a16:creationId xmlns:a16="http://schemas.microsoft.com/office/drawing/2014/main" id="{DE06EB42-D29A-3175-FA08-9BE582513D21}"/>
              </a:ext>
            </a:extLst>
          </p:cNvPr>
          <p:cNvSpPr/>
          <p:nvPr/>
        </p:nvSpPr>
        <p:spPr>
          <a:xfrm>
            <a:off x="8868837" y="3012844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Nota de Crédito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2" name="Diagrama de flujo: documento 3">
            <a:extLst>
              <a:ext uri="{FF2B5EF4-FFF2-40B4-BE49-F238E27FC236}">
                <a16:creationId xmlns:a16="http://schemas.microsoft.com/office/drawing/2014/main" id="{B038626F-7427-EDFB-054A-FE321FABC519}"/>
              </a:ext>
            </a:extLst>
          </p:cNvPr>
          <p:cNvSpPr/>
          <p:nvPr/>
        </p:nvSpPr>
        <p:spPr>
          <a:xfrm>
            <a:off x="8868837" y="3862462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</a:rPr>
              <a:t>Nota de Cargo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293FF2A-7BF2-9A2A-D4FB-E4B79D30D6AB}"/>
              </a:ext>
            </a:extLst>
          </p:cNvPr>
          <p:cNvSpPr txBox="1"/>
          <p:nvPr/>
        </p:nvSpPr>
        <p:spPr>
          <a:xfrm>
            <a:off x="7109161" y="316844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PV02_CB-NCR-B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C1340D0-81AA-50F2-F758-A803851EDB02}"/>
              </a:ext>
            </a:extLst>
          </p:cNvPr>
          <p:cNvSpPr txBox="1"/>
          <p:nvPr/>
        </p:nvSpPr>
        <p:spPr>
          <a:xfrm>
            <a:off x="7107064" y="401671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PV02_CB-NC-B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8018ADA-14A6-A89F-4E9E-FF8F11B3CD3A}"/>
              </a:ext>
            </a:extLst>
          </p:cNvPr>
          <p:cNvCxnSpPr>
            <a:stCxn id="27" idx="3"/>
            <a:endCxn id="20" idx="1"/>
          </p:cNvCxnSpPr>
          <p:nvPr/>
        </p:nvCxnSpPr>
        <p:spPr>
          <a:xfrm>
            <a:off x="8189161" y="3334040"/>
            <a:ext cx="679676" cy="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942D798-8B57-46C6-436F-27BDBCCCFDC8}"/>
              </a:ext>
            </a:extLst>
          </p:cNvPr>
          <p:cNvCxnSpPr>
            <a:stCxn id="28" idx="3"/>
            <a:endCxn id="22" idx="1"/>
          </p:cNvCxnSpPr>
          <p:nvPr/>
        </p:nvCxnSpPr>
        <p:spPr>
          <a:xfrm>
            <a:off x="8187064" y="4182310"/>
            <a:ext cx="681773" cy="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E349096D-89E9-6BDC-C01B-EBA56F4E8FB4}"/>
              </a:ext>
            </a:extLst>
          </p:cNvPr>
          <p:cNvCxnSpPr>
            <a:cxnSpLocks/>
            <a:stCxn id="2" idx="3"/>
            <a:endCxn id="60" idx="1"/>
          </p:cNvCxnSpPr>
          <p:nvPr/>
        </p:nvCxnSpPr>
        <p:spPr>
          <a:xfrm flipV="1">
            <a:off x="5925098" y="2522854"/>
            <a:ext cx="1219838" cy="8081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F8EE79CA-8884-59DA-43F4-26318CFAC8A3}"/>
              </a:ext>
            </a:extLst>
          </p:cNvPr>
          <p:cNvCxnSpPr>
            <a:cxnSpLocks/>
            <a:stCxn id="2" idx="3"/>
            <a:endCxn id="27" idx="1"/>
          </p:cNvCxnSpPr>
          <p:nvPr/>
        </p:nvCxnSpPr>
        <p:spPr>
          <a:xfrm>
            <a:off x="5925098" y="3330979"/>
            <a:ext cx="1184063" cy="3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7DEA7E3D-AC03-751E-A61B-95EF3268576B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>
            <a:off x="5925098" y="3330979"/>
            <a:ext cx="1181966" cy="851331"/>
          </a:xfrm>
          <a:prstGeom prst="bentConnector3">
            <a:avLst>
              <a:gd name="adj1" fmla="val 52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118">
            <a:extLst>
              <a:ext uri="{FF2B5EF4-FFF2-40B4-BE49-F238E27FC236}">
                <a16:creationId xmlns:a16="http://schemas.microsoft.com/office/drawing/2014/main" id="{81BB62D8-E89E-5E55-041A-20060E2E8B84}"/>
              </a:ext>
            </a:extLst>
          </p:cNvPr>
          <p:cNvSpPr txBox="1"/>
          <p:nvPr/>
        </p:nvSpPr>
        <p:spPr>
          <a:xfrm>
            <a:off x="7107064" y="5577407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F10F408C-884C-3989-B5E7-71D65AE80835}"/>
              </a:ext>
            </a:extLst>
          </p:cNvPr>
          <p:cNvSpPr/>
          <p:nvPr/>
        </p:nvSpPr>
        <p:spPr>
          <a:xfrm>
            <a:off x="10075583" y="5595163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227EB8F7-9075-4CEE-18F6-A2D061AE647D}"/>
              </a:ext>
            </a:extLst>
          </p:cNvPr>
          <p:cNvCxnSpPr>
            <a:stCxn id="64" idx="2"/>
            <a:endCxn id="71" idx="1"/>
          </p:cNvCxnSpPr>
          <p:nvPr/>
        </p:nvCxnSpPr>
        <p:spPr>
          <a:xfrm rot="16200000" flipH="1">
            <a:off x="3107225" y="1757568"/>
            <a:ext cx="2217774" cy="5781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4AD138CD-1C69-DA73-8FAF-D73697AC6F3A}"/>
              </a:ext>
            </a:extLst>
          </p:cNvPr>
          <p:cNvCxnSpPr>
            <a:stCxn id="71" idx="3"/>
            <a:endCxn id="74" idx="5"/>
          </p:cNvCxnSpPr>
          <p:nvPr/>
        </p:nvCxnSpPr>
        <p:spPr>
          <a:xfrm flipV="1">
            <a:off x="8187064" y="5745353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9FA3A50-8ACF-52F1-D333-E3985D5558D8}"/>
              </a:ext>
            </a:extLst>
          </p:cNvPr>
          <p:cNvSpPr txBox="1"/>
          <p:nvPr/>
        </p:nvSpPr>
        <p:spPr>
          <a:xfrm>
            <a:off x="8868837" y="490169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E556B8B-1A82-0C4F-E6F1-25C8F4ACB617}"/>
              </a:ext>
            </a:extLst>
          </p:cNvPr>
          <p:cNvSpPr txBox="1"/>
          <p:nvPr/>
        </p:nvSpPr>
        <p:spPr>
          <a:xfrm>
            <a:off x="9948837" y="4510462"/>
            <a:ext cx="176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</a:t>
            </a:r>
            <a:r>
              <a:rPr lang="es-MX" sz="800"/>
              <a:t>"Se actualiza en asiento contable el folio, fecha u otros campos tanto del Credilana involucrado como de la Nota de Cargo(BonificaciónFinanciamiento) No CFD que la detona"</a:t>
            </a:r>
            <a:endParaRPr lang="es-ES_tradnl" sz="800">
              <a:latin typeface="Arial Nova" panose="020B0504020202020204" pitchFamily="34" charset="0"/>
            </a:endParaRPr>
          </a:p>
        </p:txBody>
      </p: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F9776900-3D87-185C-CCAA-8F63FB700D9E}"/>
              </a:ext>
            </a:extLst>
          </p:cNvPr>
          <p:cNvCxnSpPr>
            <a:endCxn id="82" idx="0"/>
          </p:cNvCxnSpPr>
          <p:nvPr/>
        </p:nvCxnSpPr>
        <p:spPr>
          <a:xfrm>
            <a:off x="9408837" y="4467622"/>
            <a:ext cx="0" cy="4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56">
            <a:extLst>
              <a:ext uri="{FF2B5EF4-FFF2-40B4-BE49-F238E27FC236}">
                <a16:creationId xmlns:a16="http://schemas.microsoft.com/office/drawing/2014/main" id="{206E1726-0710-173E-DBDE-831AB5D8E3D8}"/>
              </a:ext>
            </a:extLst>
          </p:cNvPr>
          <p:cNvSpPr txBox="1"/>
          <p:nvPr/>
        </p:nvSpPr>
        <p:spPr>
          <a:xfrm>
            <a:off x="4845098" y="316897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PV02_CB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545F1ED2-BDC5-A31A-5634-5D2EFAAAE568}"/>
              </a:ext>
            </a:extLst>
          </p:cNvPr>
          <p:cNvCxnSpPr>
            <a:cxnSpLocks/>
            <a:stCxn id="64" idx="3"/>
            <a:endCxn id="2" idx="1"/>
          </p:cNvCxnSpPr>
          <p:nvPr/>
        </p:nvCxnSpPr>
        <p:spPr>
          <a:xfrm flipV="1">
            <a:off x="1824181" y="3330979"/>
            <a:ext cx="3020917" cy="16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D6A888C-C2FE-3A1C-FDC7-CF313DE57062}"/>
              </a:ext>
            </a:extLst>
          </p:cNvPr>
          <p:cNvSpPr txBox="1"/>
          <p:nvPr/>
        </p:nvSpPr>
        <p:spPr>
          <a:xfrm>
            <a:off x="4828434" y="3509221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3 transacciones en 1 mensaje</a:t>
            </a:r>
          </a:p>
        </p:txBody>
      </p:sp>
      <p:sp>
        <p:nvSpPr>
          <p:cNvPr id="5" name="CuadroTexto 118">
            <a:extLst>
              <a:ext uri="{FF2B5EF4-FFF2-40B4-BE49-F238E27FC236}">
                <a16:creationId xmlns:a16="http://schemas.microsoft.com/office/drawing/2014/main" id="{B58CB319-E001-262C-D88F-C03C674C09B2}"/>
              </a:ext>
            </a:extLst>
          </p:cNvPr>
          <p:cNvSpPr txBox="1"/>
          <p:nvPr/>
        </p:nvSpPr>
        <p:spPr>
          <a:xfrm>
            <a:off x="10481525" y="543540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155390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815D-3010-A5FF-F014-4EE37F39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F5F20835-EF66-8D79-95F6-053927DCF130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D3204DC-250E-1593-32C1-4802AF3F70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6857612-0402-3353-35B7-801859F32A53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26ECFCF-A6CF-EB81-45AB-3E119FD1DCB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5CF052B-50B2-ADFA-14DA-71D8E8AD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6F32A58-6CC0-C8EC-E53B-7C8D390BFE36}"/>
              </a:ext>
            </a:extLst>
          </p:cNvPr>
          <p:cNvSpPr/>
          <p:nvPr/>
        </p:nvSpPr>
        <p:spPr>
          <a:xfrm>
            <a:off x="1294647" y="1337678"/>
            <a:ext cx="5158705" cy="42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3516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FF706108-9915-E086-2C04-E598DEB1F834}"/>
              </a:ext>
            </a:extLst>
          </p:cNvPr>
          <p:cNvSpPr/>
          <p:nvPr/>
        </p:nvSpPr>
        <p:spPr>
          <a:xfrm>
            <a:off x="2005266" y="2073044"/>
            <a:ext cx="1484115" cy="4297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142801" y="1574553"/>
            <a:ext cx="158912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849DA4-9F37-28D3-B4B3-AD73A607138D}"/>
              </a:ext>
            </a:extLst>
          </p:cNvPr>
          <p:cNvSpPr/>
          <p:nvPr/>
        </p:nvSpPr>
        <p:spPr>
          <a:xfrm>
            <a:off x="6577632" y="1588852"/>
            <a:ext cx="121312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7867121" y="1574553"/>
            <a:ext cx="417191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A1B44D-BB0D-9AD9-51B9-A0A4253D4BE1}"/>
              </a:ext>
            </a:extLst>
          </p:cNvPr>
          <p:cNvSpPr/>
          <p:nvPr/>
        </p:nvSpPr>
        <p:spPr>
          <a:xfrm>
            <a:off x="1905497" y="1574553"/>
            <a:ext cx="170031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6574163" y="1189306"/>
            <a:ext cx="5475038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142799" y="1189306"/>
            <a:ext cx="1599281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269298" y="6531229"/>
            <a:ext cx="5270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9000" y="438480"/>
            <a:ext cx="497080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- Cobros Seguros</a:t>
            </a:r>
            <a:endParaRPr lang="es-MX" sz="2400" b="1" strike="noStrike" spc="-1">
              <a:latin typeface="Arial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3672EC-14F5-5005-FBBD-11DF66F4BDD7}"/>
              </a:ext>
            </a:extLst>
          </p:cNvPr>
          <p:cNvSpPr/>
          <p:nvPr/>
        </p:nvSpPr>
        <p:spPr>
          <a:xfrm>
            <a:off x="2092846" y="3848621"/>
            <a:ext cx="1111984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Distribución Cobros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4B4D17-373D-7FBA-9916-B5072065549F}"/>
              </a:ext>
            </a:extLst>
          </p:cNvPr>
          <p:cNvSpPr txBox="1"/>
          <p:nvPr/>
        </p:nvSpPr>
        <p:spPr>
          <a:xfrm>
            <a:off x="5501416" y="2211996"/>
            <a:ext cx="72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</a:rPr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5238325-DA33-CC09-A2C5-4455BC4B2245}"/>
              </a:ext>
            </a:extLst>
          </p:cNvPr>
          <p:cNvSpPr/>
          <p:nvPr/>
        </p:nvSpPr>
        <p:spPr>
          <a:xfrm>
            <a:off x="9094082" y="2142565"/>
            <a:ext cx="1048325" cy="471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A1BC49C2-2803-7675-2EC5-F651E3B7789A}"/>
              </a:ext>
            </a:extLst>
          </p:cNvPr>
          <p:cNvSpPr/>
          <p:nvPr/>
        </p:nvSpPr>
        <p:spPr>
          <a:xfrm>
            <a:off x="8822860" y="2959549"/>
            <a:ext cx="1404000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/>
              <a:t>Tabla ZSE_SPLITS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34B2434-1067-37F8-2B96-A93238625779}"/>
              </a:ext>
            </a:extLst>
          </p:cNvPr>
          <p:cNvSpPr txBox="1"/>
          <p:nvPr/>
        </p:nvSpPr>
        <p:spPr>
          <a:xfrm>
            <a:off x="5501416" y="2992756"/>
            <a:ext cx="72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N-TZ01-Seguros</a:t>
            </a:r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797BCC05-C9F3-572F-29AD-67F13821DA81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2648838" y="4295433"/>
            <a:ext cx="0" cy="69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ipse 120">
            <a:extLst>
              <a:ext uri="{FF2B5EF4-FFF2-40B4-BE49-F238E27FC236}">
                <a16:creationId xmlns:a16="http://schemas.microsoft.com/office/drawing/2014/main" id="{0D702350-A8DD-8A8D-5471-756A03CA5C21}"/>
              </a:ext>
            </a:extLst>
          </p:cNvPr>
          <p:cNvSpPr/>
          <p:nvPr/>
        </p:nvSpPr>
        <p:spPr>
          <a:xfrm>
            <a:off x="2450838" y="5651457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B5AC7C-0BE3-1A83-1B37-B263BF280FD7}"/>
              </a:ext>
            </a:extLst>
          </p:cNvPr>
          <p:cNvSpPr txBox="1"/>
          <p:nvPr/>
        </p:nvSpPr>
        <p:spPr>
          <a:xfrm>
            <a:off x="122779" y="3719031"/>
            <a:ext cx="132459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Cobro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Importe Pagado</a:t>
            </a:r>
          </a:p>
          <a:p>
            <a:pPr marL="228600" indent="-228600">
              <a:buAutoNum type="arabicPeriod"/>
            </a:pPr>
            <a:endParaRPr lang="es-MX" sz="1100"/>
          </a:p>
        </p:txBody>
      </p:sp>
      <p:cxnSp>
        <p:nvCxnSpPr>
          <p:cNvPr id="7" name="Conector: angular 12">
            <a:extLst>
              <a:ext uri="{FF2B5EF4-FFF2-40B4-BE49-F238E27FC236}">
                <a16:creationId xmlns:a16="http://schemas.microsoft.com/office/drawing/2014/main" id="{DEC3797B-17F1-A67B-9C6D-B6D5DA5A19CD}"/>
              </a:ext>
            </a:extLst>
          </p:cNvPr>
          <p:cNvCxnSpPr>
            <a:cxnSpLocks/>
            <a:stCxn id="9" idx="4"/>
            <a:endCxn id="10" idx="1"/>
          </p:cNvCxnSpPr>
          <p:nvPr/>
        </p:nvCxnSpPr>
        <p:spPr>
          <a:xfrm>
            <a:off x="1304544" y="3210485"/>
            <a:ext cx="788302" cy="8615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4D1F7FA9-F954-6D59-B7A6-C8568E7FB790}"/>
              </a:ext>
            </a:extLst>
          </p:cNvPr>
          <p:cNvSpPr/>
          <p:nvPr/>
        </p:nvSpPr>
        <p:spPr>
          <a:xfrm>
            <a:off x="383366" y="2195921"/>
            <a:ext cx="1114492" cy="3692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</a:rPr>
              <a:t>MAVI POS</a:t>
            </a:r>
          </a:p>
        </p:txBody>
      </p:sp>
      <p:sp>
        <p:nvSpPr>
          <p:cNvPr id="9" name="Diagrama de flujo: disco magnético 8">
            <a:extLst>
              <a:ext uri="{FF2B5EF4-FFF2-40B4-BE49-F238E27FC236}">
                <a16:creationId xmlns:a16="http://schemas.microsoft.com/office/drawing/2014/main" id="{9CDD8E4F-DF7F-5A4D-CA4D-114AC28E5A52}"/>
              </a:ext>
            </a:extLst>
          </p:cNvPr>
          <p:cNvSpPr/>
          <p:nvPr/>
        </p:nvSpPr>
        <p:spPr>
          <a:xfrm>
            <a:off x="452479" y="2991969"/>
            <a:ext cx="852065" cy="437031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BCBBD2C-6E95-D0BA-2A6E-40687BD711E8}"/>
              </a:ext>
            </a:extLst>
          </p:cNvPr>
          <p:cNvSpPr txBox="1"/>
          <p:nvPr/>
        </p:nvSpPr>
        <p:spPr>
          <a:xfrm>
            <a:off x="1915719" y="1189306"/>
            <a:ext cx="1693113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37022EFE-19D5-FEF1-0A3F-1B4E5CD7916E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1497858" y="2377596"/>
            <a:ext cx="4003558" cy="29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angular 38">
            <a:extLst>
              <a:ext uri="{FF2B5EF4-FFF2-40B4-BE49-F238E27FC236}">
                <a16:creationId xmlns:a16="http://schemas.microsoft.com/office/drawing/2014/main" id="{8859139F-4313-B5D6-F482-06CDBC015B6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6221416" y="2377596"/>
            <a:ext cx="2872666" cy="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8C0AD02-DDDD-68EC-B563-5557F811E865}"/>
              </a:ext>
            </a:extLst>
          </p:cNvPr>
          <p:cNvSpPr/>
          <p:nvPr/>
        </p:nvSpPr>
        <p:spPr>
          <a:xfrm>
            <a:off x="5166790" y="1574553"/>
            <a:ext cx="133447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397D266-011B-27B5-3D74-DEFE10BD902C}"/>
              </a:ext>
            </a:extLst>
          </p:cNvPr>
          <p:cNvSpPr txBox="1"/>
          <p:nvPr/>
        </p:nvSpPr>
        <p:spPr>
          <a:xfrm>
            <a:off x="5148653" y="1189306"/>
            <a:ext cx="1349780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E17662DB-579D-A38B-7F8F-6132A36D9194}"/>
              </a:ext>
            </a:extLst>
          </p:cNvPr>
          <p:cNvCxnSpPr>
            <a:cxnSpLocks/>
            <a:stCxn id="8" idx="3"/>
            <a:endCxn id="50" idx="1"/>
          </p:cNvCxnSpPr>
          <p:nvPr/>
        </p:nvCxnSpPr>
        <p:spPr>
          <a:xfrm>
            <a:off x="1497858" y="2380565"/>
            <a:ext cx="4003558" cy="777791"/>
          </a:xfrm>
          <a:prstGeom prst="bentConnector3">
            <a:avLst>
              <a:gd name="adj1" fmla="val 9346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DB5A19B-1B5C-B5C8-E64B-AA1D54A3B3BF}"/>
              </a:ext>
            </a:extLst>
          </p:cNvPr>
          <p:cNvSpPr/>
          <p:nvPr/>
        </p:nvSpPr>
        <p:spPr>
          <a:xfrm>
            <a:off x="2108697" y="4992022"/>
            <a:ext cx="1080282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Cobro Parcialidad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DBA8801-81F8-1BDA-21E0-8C5D3B80DBAF}"/>
              </a:ext>
            </a:extLst>
          </p:cNvPr>
          <p:cNvSpPr txBox="1"/>
          <p:nvPr/>
        </p:nvSpPr>
        <p:spPr>
          <a:xfrm>
            <a:off x="8238351" y="5052508"/>
            <a:ext cx="850874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CO04_SCP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B32F5DC-7727-EF71-2DF2-5B4CD3145171}"/>
              </a:ext>
            </a:extLst>
          </p:cNvPr>
          <p:cNvSpPr/>
          <p:nvPr/>
        </p:nvSpPr>
        <p:spPr>
          <a:xfrm>
            <a:off x="9394680" y="4916695"/>
            <a:ext cx="1365859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3ADocumento Contable( caja vs cta divergente)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42EA57B-0AE5-1ADB-FF8F-D3F83A88F50F}"/>
              </a:ext>
            </a:extLst>
          </p:cNvPr>
          <p:cNvSpPr txBox="1"/>
          <p:nvPr/>
        </p:nvSpPr>
        <p:spPr>
          <a:xfrm>
            <a:off x="6765499" y="5054615"/>
            <a:ext cx="848709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PV01_SCP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A4A352B-4C3E-2B02-8616-98010BB7DC8D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3188979" y="5215428"/>
            <a:ext cx="3576520" cy="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EE1FFA3-E866-587C-EA8E-7AED47B63CE6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7614208" y="5218108"/>
            <a:ext cx="624143" cy="2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82E6591-F40B-142D-1731-C92124FC50B0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9089225" y="5218108"/>
            <a:ext cx="305455" cy="4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7D51E620-0121-4394-3F71-F113DD57AEC8}"/>
              </a:ext>
            </a:extLst>
          </p:cNvPr>
          <p:cNvCxnSpPr>
            <a:stCxn id="23" idx="2"/>
            <a:endCxn id="121" idx="0"/>
          </p:cNvCxnSpPr>
          <p:nvPr/>
        </p:nvCxnSpPr>
        <p:spPr>
          <a:xfrm>
            <a:off x="2648838" y="5438834"/>
            <a:ext cx="0" cy="21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25CA63A9-593A-3163-FD1A-AD2562F7A2BD}"/>
              </a:ext>
            </a:extLst>
          </p:cNvPr>
          <p:cNvSpPr/>
          <p:nvPr/>
        </p:nvSpPr>
        <p:spPr>
          <a:xfrm>
            <a:off x="10969105" y="4739250"/>
            <a:ext cx="925287" cy="398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Pedido Manual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Pago Seguro VA01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E58F1BA-1412-5912-D39A-7908E370919B}"/>
              </a:ext>
            </a:extLst>
          </p:cNvPr>
          <p:cNvSpPr/>
          <p:nvPr/>
        </p:nvSpPr>
        <p:spPr>
          <a:xfrm>
            <a:off x="10969105" y="5238901"/>
            <a:ext cx="925573" cy="4126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Factura Manual CFDI VF01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BB941406-FE31-D348-D89D-B941A1E1E95E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6221416" y="3158356"/>
            <a:ext cx="2653991" cy="11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Paralelogramo 80">
            <a:extLst>
              <a:ext uri="{FF2B5EF4-FFF2-40B4-BE49-F238E27FC236}">
                <a16:creationId xmlns:a16="http://schemas.microsoft.com/office/drawing/2014/main" id="{05D3E80A-35F4-F7D1-0645-FAB9BDB35DB9}"/>
              </a:ext>
            </a:extLst>
          </p:cNvPr>
          <p:cNvSpPr/>
          <p:nvPr/>
        </p:nvSpPr>
        <p:spPr>
          <a:xfrm>
            <a:off x="9207212" y="3569368"/>
            <a:ext cx="1217814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</a:t>
            </a:r>
            <a:r>
              <a:rPr lang="es-ES_tradnl" sz="800" b="1" err="1"/>
              <a:t>ZTipoSeguros</a:t>
            </a:r>
            <a:endParaRPr lang="es-ES_tradnl" sz="800" b="1"/>
          </a:p>
        </p:txBody>
      </p:sp>
      <p:sp>
        <p:nvSpPr>
          <p:cNvPr id="82" name="Paralelogramo 81">
            <a:extLst>
              <a:ext uri="{FF2B5EF4-FFF2-40B4-BE49-F238E27FC236}">
                <a16:creationId xmlns:a16="http://schemas.microsoft.com/office/drawing/2014/main" id="{E94E5617-B6C9-56AC-AA86-3F6DB6D18388}"/>
              </a:ext>
            </a:extLst>
          </p:cNvPr>
          <p:cNvSpPr/>
          <p:nvPr/>
        </p:nvSpPr>
        <p:spPr>
          <a:xfrm>
            <a:off x="9126307" y="4149650"/>
            <a:ext cx="1218697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</a:t>
            </a:r>
            <a:r>
              <a:rPr lang="es-ES_tradnl" sz="800" b="1" err="1"/>
              <a:t>ZFactores</a:t>
            </a:r>
            <a:endParaRPr lang="es-ES_tradnl" sz="800" b="1"/>
          </a:p>
        </p:txBody>
      </p:sp>
      <p:cxnSp>
        <p:nvCxnSpPr>
          <p:cNvPr id="87" name="Conector angular 86">
            <a:extLst>
              <a:ext uri="{FF2B5EF4-FFF2-40B4-BE49-F238E27FC236}">
                <a16:creationId xmlns:a16="http://schemas.microsoft.com/office/drawing/2014/main" id="{9DF6D552-7FC8-F6DE-BB20-CD3320915134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3204830" y="3773702"/>
            <a:ext cx="5000461" cy="298325"/>
          </a:xfrm>
          <a:prstGeom prst="bentConnector3">
            <a:avLst>
              <a:gd name="adj1" fmla="val 9620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Conector angular 89">
            <a:extLst>
              <a:ext uri="{FF2B5EF4-FFF2-40B4-BE49-F238E27FC236}">
                <a16:creationId xmlns:a16="http://schemas.microsoft.com/office/drawing/2014/main" id="{3A160327-F895-F1D0-4D08-A237A558415B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3204830" y="4072027"/>
            <a:ext cx="5000461" cy="279042"/>
          </a:xfrm>
          <a:prstGeom prst="bentConnector3">
            <a:avLst>
              <a:gd name="adj1" fmla="val 9620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0339BDF-B5DF-95A7-8834-A5E7332926D6}"/>
              </a:ext>
            </a:extLst>
          </p:cNvPr>
          <p:cNvSpPr txBox="1"/>
          <p:nvPr/>
        </p:nvSpPr>
        <p:spPr>
          <a:xfrm>
            <a:off x="8205291" y="3608102"/>
            <a:ext cx="72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02F5E69-0F3B-9D70-46D2-58B87CDECDA7}"/>
              </a:ext>
            </a:extLst>
          </p:cNvPr>
          <p:cNvSpPr txBox="1"/>
          <p:nvPr/>
        </p:nvSpPr>
        <p:spPr>
          <a:xfrm>
            <a:off x="8205291" y="4185469"/>
            <a:ext cx="72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N-TZ-15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D8B59D4-F917-F3BB-FB01-8710E0A4F685}"/>
              </a:ext>
            </a:extLst>
          </p:cNvPr>
          <p:cNvCxnSpPr>
            <a:cxnSpLocks/>
            <a:stCxn id="19" idx="3"/>
            <a:endCxn id="81" idx="5"/>
          </p:cNvCxnSpPr>
          <p:nvPr/>
        </p:nvCxnSpPr>
        <p:spPr>
          <a:xfrm>
            <a:off x="8925291" y="3773702"/>
            <a:ext cx="334468" cy="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63BDC5F-B7D8-3316-47E4-167A76FC12A3}"/>
              </a:ext>
            </a:extLst>
          </p:cNvPr>
          <p:cNvCxnSpPr>
            <a:cxnSpLocks/>
            <a:stCxn id="21" idx="3"/>
            <a:endCxn id="82" idx="5"/>
          </p:cNvCxnSpPr>
          <p:nvPr/>
        </p:nvCxnSpPr>
        <p:spPr>
          <a:xfrm>
            <a:off x="8925291" y="4351069"/>
            <a:ext cx="253563" cy="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B65F2C44-04F2-2896-AA81-E21A3BF0B204}"/>
              </a:ext>
            </a:extLst>
          </p:cNvPr>
          <p:cNvSpPr/>
          <p:nvPr/>
        </p:nvSpPr>
        <p:spPr>
          <a:xfrm>
            <a:off x="3723145" y="1574553"/>
            <a:ext cx="134977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90299B7-6124-79C2-D26B-4694B60CEEFB}"/>
              </a:ext>
            </a:extLst>
          </p:cNvPr>
          <p:cNvSpPr txBox="1"/>
          <p:nvPr/>
        </p:nvSpPr>
        <p:spPr>
          <a:xfrm>
            <a:off x="3723144" y="1189306"/>
            <a:ext cx="134977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86" name="Paralelogramo 85">
            <a:extLst>
              <a:ext uri="{FF2B5EF4-FFF2-40B4-BE49-F238E27FC236}">
                <a16:creationId xmlns:a16="http://schemas.microsoft.com/office/drawing/2014/main" id="{677BF6E5-27B7-3696-6239-214C580F4979}"/>
              </a:ext>
            </a:extLst>
          </p:cNvPr>
          <p:cNvSpPr/>
          <p:nvPr/>
        </p:nvSpPr>
        <p:spPr>
          <a:xfrm>
            <a:off x="4086789" y="2727302"/>
            <a:ext cx="828285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94" name="Conector angular 93">
            <a:extLst>
              <a:ext uri="{FF2B5EF4-FFF2-40B4-BE49-F238E27FC236}">
                <a16:creationId xmlns:a16="http://schemas.microsoft.com/office/drawing/2014/main" id="{F648574B-2799-347F-3AC9-8288F6CFD927}"/>
              </a:ext>
            </a:extLst>
          </p:cNvPr>
          <p:cNvCxnSpPr>
            <a:cxnSpLocks/>
            <a:stCxn id="8" idx="3"/>
            <a:endCxn id="86" idx="5"/>
          </p:cNvCxnSpPr>
          <p:nvPr/>
        </p:nvCxnSpPr>
        <p:spPr>
          <a:xfrm>
            <a:off x="1497858" y="2380565"/>
            <a:ext cx="2626479" cy="496927"/>
          </a:xfrm>
          <a:prstGeom prst="bentConnector3">
            <a:avLst>
              <a:gd name="adj1" fmla="val 9084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4C14839F-7107-A461-C531-E2255F86FF19}"/>
              </a:ext>
            </a:extLst>
          </p:cNvPr>
          <p:cNvSpPr txBox="1"/>
          <p:nvPr/>
        </p:nvSpPr>
        <p:spPr>
          <a:xfrm>
            <a:off x="10174082" y="1587460"/>
            <a:ext cx="1768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55B68D4-CB69-9AE5-C4EB-2D11A1C654CC}"/>
              </a:ext>
            </a:extLst>
          </p:cNvPr>
          <p:cNvSpPr txBox="1"/>
          <p:nvPr/>
        </p:nvSpPr>
        <p:spPr>
          <a:xfrm>
            <a:off x="11247546" y="3467275"/>
            <a:ext cx="9193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/>
              <a:t>*</a:t>
            </a:r>
            <a:r>
              <a:rPr lang="es-ES_tradnl" sz="800">
                <a:latin typeface="Arial Nova" panose="020B0504020202020204" pitchFamily="34" charset="0"/>
              </a:rPr>
              <a:t>Delta crear estructura y vista de mantenimiento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C3D93C-8BB3-1FF2-0892-54D708A1FDBC}"/>
              </a:ext>
            </a:extLst>
          </p:cNvPr>
          <p:cNvSpPr txBox="1"/>
          <p:nvPr/>
        </p:nvSpPr>
        <p:spPr>
          <a:xfrm>
            <a:off x="10576534" y="3612020"/>
            <a:ext cx="72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N-TZ-20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F31A3FD-6AE7-5063-7D39-1CC2D0DDDA81}"/>
              </a:ext>
            </a:extLst>
          </p:cNvPr>
          <p:cNvSpPr txBox="1"/>
          <p:nvPr/>
        </p:nvSpPr>
        <p:spPr>
          <a:xfrm>
            <a:off x="10569823" y="4194810"/>
            <a:ext cx="72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N-TZ-21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CF062B3-930A-D1CF-8470-FBE83DF637CD}"/>
              </a:ext>
            </a:extLst>
          </p:cNvPr>
          <p:cNvCxnSpPr>
            <a:cxnSpLocks/>
            <a:stCxn id="11" idx="1"/>
            <a:endCxn id="81" idx="2"/>
          </p:cNvCxnSpPr>
          <p:nvPr/>
        </p:nvCxnSpPr>
        <p:spPr>
          <a:xfrm flipH="1">
            <a:off x="10372479" y="3777620"/>
            <a:ext cx="204055" cy="1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1E25786-7FFE-130A-BEF5-14BF924D0C67}"/>
              </a:ext>
            </a:extLst>
          </p:cNvPr>
          <p:cNvCxnSpPr>
            <a:cxnSpLocks/>
            <a:stCxn id="27" idx="1"/>
            <a:endCxn id="82" idx="2"/>
          </p:cNvCxnSpPr>
          <p:nvPr/>
        </p:nvCxnSpPr>
        <p:spPr>
          <a:xfrm flipH="1" flipV="1">
            <a:off x="10292457" y="4359837"/>
            <a:ext cx="277366" cy="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5E14F6F-7CEE-4968-BE8A-D4C3B724E1FE}"/>
              </a:ext>
            </a:extLst>
          </p:cNvPr>
          <p:cNvSpPr txBox="1"/>
          <p:nvPr/>
        </p:nvSpPr>
        <p:spPr>
          <a:xfrm>
            <a:off x="11269657" y="4085777"/>
            <a:ext cx="9193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/>
              <a:t>*</a:t>
            </a:r>
            <a:r>
              <a:rPr lang="es-ES_tradnl" sz="800">
                <a:latin typeface="Arial Nova" panose="020B0504020202020204" pitchFamily="34" charset="0"/>
              </a:rPr>
              <a:t>Delta crear estructura y vista de mantenimiento</a:t>
            </a:r>
          </a:p>
        </p:txBody>
      </p: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76773A3E-8F45-6509-AA0B-93E1DE793DCF}"/>
              </a:ext>
            </a:extLst>
          </p:cNvPr>
          <p:cNvSpPr txBox="1"/>
          <p:nvPr/>
        </p:nvSpPr>
        <p:spPr>
          <a:xfrm>
            <a:off x="9241952" y="279613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345434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E7D7-C5A4-84A6-79ED-30097F2E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A76A5F85-9676-7185-CA15-A921D626DFCF}"/>
              </a:ext>
            </a:extLst>
          </p:cNvPr>
          <p:cNvSpPr/>
          <p:nvPr/>
        </p:nvSpPr>
        <p:spPr>
          <a:xfrm>
            <a:off x="2234371" y="1976743"/>
            <a:ext cx="1972214" cy="39995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0401FBF-DA16-5064-3EAE-A82B57BF095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997A3B4-4A07-0215-F7FC-BB549EB284B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CEA31F15-D5AB-5551-F694-3CECF9730C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812A407-C05E-A2E1-3840-30383D22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744E088-47A4-35E8-E6C8-4FCAF5D68D91}"/>
              </a:ext>
            </a:extLst>
          </p:cNvPr>
          <p:cNvSpPr/>
          <p:nvPr/>
        </p:nvSpPr>
        <p:spPr>
          <a:xfrm>
            <a:off x="142801" y="1615680"/>
            <a:ext cx="188968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A42E0-24A1-604D-3901-4714AC4EF143}"/>
              </a:ext>
            </a:extLst>
          </p:cNvPr>
          <p:cNvSpPr/>
          <p:nvPr/>
        </p:nvSpPr>
        <p:spPr>
          <a:xfrm>
            <a:off x="5989170" y="1625015"/>
            <a:ext cx="132950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E7EB52-2B31-114C-C6F1-E258E38C0013}"/>
              </a:ext>
            </a:extLst>
          </p:cNvPr>
          <p:cNvSpPr/>
          <p:nvPr/>
        </p:nvSpPr>
        <p:spPr>
          <a:xfrm>
            <a:off x="7429565" y="1615680"/>
            <a:ext cx="460947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5355400-5F4A-5562-9CDB-41F48FF4D853}"/>
              </a:ext>
            </a:extLst>
          </p:cNvPr>
          <p:cNvSpPr/>
          <p:nvPr/>
        </p:nvSpPr>
        <p:spPr>
          <a:xfrm>
            <a:off x="2160861" y="1626713"/>
            <a:ext cx="218437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533BB5F-47D0-4967-E63C-46CD277C4282}"/>
              </a:ext>
            </a:extLst>
          </p:cNvPr>
          <p:cNvSpPr txBox="1"/>
          <p:nvPr/>
        </p:nvSpPr>
        <p:spPr>
          <a:xfrm>
            <a:off x="5976468" y="1189306"/>
            <a:ext cx="6062572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10537A-61A2-54D9-9604-62042D27A3D8}"/>
              </a:ext>
            </a:extLst>
          </p:cNvPr>
          <p:cNvSpPr txBox="1"/>
          <p:nvPr/>
        </p:nvSpPr>
        <p:spPr>
          <a:xfrm>
            <a:off x="142800" y="1189306"/>
            <a:ext cx="1889686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53C9F21-B5F4-9BCD-8883-0CBB04E9248B}"/>
              </a:ext>
            </a:extLst>
          </p:cNvPr>
          <p:cNvSpPr txBox="1"/>
          <p:nvPr/>
        </p:nvSpPr>
        <p:spPr>
          <a:xfrm>
            <a:off x="269298" y="6531229"/>
            <a:ext cx="5101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FD9C2B3-5D81-5DCF-401B-A919F05D4782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- Cobros Seguros</a:t>
            </a:r>
            <a:endParaRPr lang="es-MX" sz="2400" b="1" strike="noStrike" spc="-1">
              <a:latin typeface="Arial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4328299-3BE9-E77A-60F8-69C394AAA5C4}"/>
              </a:ext>
            </a:extLst>
          </p:cNvPr>
          <p:cNvCxnSpPr>
            <a:cxnSpLocks/>
            <a:stCxn id="17" idx="4"/>
            <a:endCxn id="43" idx="0"/>
          </p:cNvCxnSpPr>
          <p:nvPr/>
        </p:nvCxnSpPr>
        <p:spPr>
          <a:xfrm>
            <a:off x="3242371" y="2425084"/>
            <a:ext cx="9279" cy="806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2FBF628E-C832-403C-F343-D5FD96830E9C}"/>
              </a:ext>
            </a:extLst>
          </p:cNvPr>
          <p:cNvSpPr/>
          <p:nvPr/>
        </p:nvSpPr>
        <p:spPr>
          <a:xfrm>
            <a:off x="3044371" y="2065084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B55FDE-8545-98BB-7CA2-0B7D1BD0E8CA}"/>
              </a:ext>
            </a:extLst>
          </p:cNvPr>
          <p:cNvSpPr txBox="1"/>
          <p:nvPr/>
        </p:nvSpPr>
        <p:spPr>
          <a:xfrm>
            <a:off x="7719719" y="3288014"/>
            <a:ext cx="850874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CO04_SCC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E583E50-BB0A-5330-AA05-DF36F021D6C5}"/>
              </a:ext>
            </a:extLst>
          </p:cNvPr>
          <p:cNvSpPr/>
          <p:nvPr/>
        </p:nvSpPr>
        <p:spPr>
          <a:xfrm>
            <a:off x="9274700" y="2990807"/>
            <a:ext cx="1365859" cy="9325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3B-Documento Contable( cta orden vs ClubAsistencia, Ingresos, Iva, ChubSeguros)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  <a:p>
            <a:pPr algn="ctr"/>
            <a:endParaRPr lang="es-MX" sz="8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7D14255E-FB4A-498E-880F-0C7E1F429ACA}"/>
              </a:ext>
            </a:extLst>
          </p:cNvPr>
          <p:cNvSpPr/>
          <p:nvPr/>
        </p:nvSpPr>
        <p:spPr>
          <a:xfrm>
            <a:off x="10088742" y="5308431"/>
            <a:ext cx="1186620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/>
              <a:t>Tabla ZSE_SPLITS</a:t>
            </a:r>
          </a:p>
        </p:txBody>
      </p:sp>
      <p:sp>
        <p:nvSpPr>
          <p:cNvPr id="31" name="CuadroTexto 118">
            <a:extLst>
              <a:ext uri="{FF2B5EF4-FFF2-40B4-BE49-F238E27FC236}">
                <a16:creationId xmlns:a16="http://schemas.microsoft.com/office/drawing/2014/main" id="{B2444CDA-F4A3-0222-5786-E490F0F5B5E4}"/>
              </a:ext>
            </a:extLst>
          </p:cNvPr>
          <p:cNvSpPr txBox="1"/>
          <p:nvPr/>
        </p:nvSpPr>
        <p:spPr>
          <a:xfrm>
            <a:off x="8568401" y="5334755"/>
            <a:ext cx="787117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>
                <a:solidFill>
                  <a:schemeClr val="bg1"/>
                </a:solidFill>
              </a:rPr>
              <a:t>N-TZ01-Seguros</a:t>
            </a:r>
          </a:p>
        </p:txBody>
      </p:sp>
      <p:cxnSp>
        <p:nvCxnSpPr>
          <p:cNvPr id="33" name="Conector: angular 12">
            <a:extLst>
              <a:ext uri="{FF2B5EF4-FFF2-40B4-BE49-F238E27FC236}">
                <a16:creationId xmlns:a16="http://schemas.microsoft.com/office/drawing/2014/main" id="{5D43FEC3-244B-8F39-37A1-CB7552C698AB}"/>
              </a:ext>
            </a:extLst>
          </p:cNvPr>
          <p:cNvCxnSpPr>
            <a:cxnSpLocks/>
            <a:stCxn id="43" idx="2"/>
            <a:endCxn id="31" idx="1"/>
          </p:cNvCxnSpPr>
          <p:nvPr/>
        </p:nvCxnSpPr>
        <p:spPr>
          <a:xfrm rot="16200000" flipH="1">
            <a:off x="4991773" y="1938126"/>
            <a:ext cx="1836505" cy="53167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12">
            <a:extLst>
              <a:ext uri="{FF2B5EF4-FFF2-40B4-BE49-F238E27FC236}">
                <a16:creationId xmlns:a16="http://schemas.microsoft.com/office/drawing/2014/main" id="{DFAAD2E5-68C6-C717-522C-B97B07F523CC}"/>
              </a:ext>
            </a:extLst>
          </p:cNvPr>
          <p:cNvCxnSpPr>
            <a:cxnSpLocks/>
            <a:stCxn id="31" idx="3"/>
            <a:endCxn id="22" idx="5"/>
          </p:cNvCxnSpPr>
          <p:nvPr/>
        </p:nvCxnSpPr>
        <p:spPr>
          <a:xfrm flipV="1">
            <a:off x="9355518" y="5514754"/>
            <a:ext cx="78480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9DAC435-CD0B-9310-64C1-4994D5BFD998}"/>
              </a:ext>
            </a:extLst>
          </p:cNvPr>
          <p:cNvSpPr txBox="1"/>
          <p:nvPr/>
        </p:nvSpPr>
        <p:spPr>
          <a:xfrm>
            <a:off x="6253106" y="3290230"/>
            <a:ext cx="848709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PV01_SCC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6F7B15F-52BD-9EAF-21A7-4E9E91C0545C}"/>
              </a:ext>
            </a:extLst>
          </p:cNvPr>
          <p:cNvCxnSpPr>
            <a:cxnSpLocks/>
            <a:stCxn id="25" idx="3"/>
            <a:endCxn id="8" idx="1"/>
          </p:cNvCxnSpPr>
          <p:nvPr/>
        </p:nvCxnSpPr>
        <p:spPr>
          <a:xfrm flipV="1">
            <a:off x="7101815" y="3453614"/>
            <a:ext cx="617904" cy="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F184D45-4482-8E41-343E-9CE64B69DDEF}"/>
              </a:ext>
            </a:extLst>
          </p:cNvPr>
          <p:cNvSpPr txBox="1"/>
          <p:nvPr/>
        </p:nvSpPr>
        <p:spPr>
          <a:xfrm>
            <a:off x="2180796" y="1197311"/>
            <a:ext cx="218437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6706D09-82B4-D1A2-67F8-7F04935682B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570593" y="3453614"/>
            <a:ext cx="704107" cy="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DD2335-58DD-1359-A572-BC75DB5B9430}"/>
              </a:ext>
            </a:extLst>
          </p:cNvPr>
          <p:cNvSpPr/>
          <p:nvPr/>
        </p:nvSpPr>
        <p:spPr>
          <a:xfrm>
            <a:off x="4463357" y="1625015"/>
            <a:ext cx="141492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B2A3D9-1B44-C464-0585-695519B4C194}"/>
              </a:ext>
            </a:extLst>
          </p:cNvPr>
          <p:cNvSpPr txBox="1"/>
          <p:nvPr/>
        </p:nvSpPr>
        <p:spPr>
          <a:xfrm>
            <a:off x="4463356" y="1207461"/>
            <a:ext cx="1414927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84287D9-D4F5-63E4-AF54-078A281840E4}"/>
              </a:ext>
            </a:extLst>
          </p:cNvPr>
          <p:cNvSpPr/>
          <p:nvPr/>
        </p:nvSpPr>
        <p:spPr>
          <a:xfrm>
            <a:off x="2711509" y="3231438"/>
            <a:ext cx="1080282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Partida de comisiones del seguro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A298D56A-F301-20AA-11B2-85EF3BB29C8F}"/>
              </a:ext>
            </a:extLst>
          </p:cNvPr>
          <p:cNvCxnSpPr>
            <a:cxnSpLocks/>
            <a:stCxn id="43" idx="3"/>
            <a:endCxn id="25" idx="1"/>
          </p:cNvCxnSpPr>
          <p:nvPr/>
        </p:nvCxnSpPr>
        <p:spPr>
          <a:xfrm>
            <a:off x="3791791" y="3454844"/>
            <a:ext cx="2461315" cy="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49B1CF00-1F11-D738-6FE2-5D49017FAB5E}"/>
              </a:ext>
            </a:extLst>
          </p:cNvPr>
          <p:cNvSpPr txBox="1"/>
          <p:nvPr/>
        </p:nvSpPr>
        <p:spPr>
          <a:xfrm>
            <a:off x="10633397" y="3123166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41063F-13AE-1054-4C7B-E7D76CA75B15}"/>
              </a:ext>
            </a:extLst>
          </p:cNvPr>
          <p:cNvSpPr txBox="1"/>
          <p:nvPr/>
        </p:nvSpPr>
        <p:spPr>
          <a:xfrm>
            <a:off x="6131861" y="3613321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/>
              <a:t>*No afecta control de caja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AB7FFB-614D-EA70-028E-5FF3D096E67D}"/>
              </a:ext>
            </a:extLst>
          </p:cNvPr>
          <p:cNvSpPr txBox="1"/>
          <p:nvPr/>
        </p:nvSpPr>
        <p:spPr>
          <a:xfrm>
            <a:off x="7652202" y="3613321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/>
              <a:t>*No afecta estado de cuenta del cliente</a:t>
            </a:r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0EF031F6-4C00-D778-BF9F-E274456BA4F1}"/>
              </a:ext>
            </a:extLst>
          </p:cNvPr>
          <p:cNvSpPr txBox="1"/>
          <p:nvPr/>
        </p:nvSpPr>
        <p:spPr>
          <a:xfrm>
            <a:off x="10403008" y="513432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1589089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158705" cy="42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Prestamos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193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8A9A-9CDD-B250-49F4-9FB15B1C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55372016-5C66-A510-6901-AD1AB1B1D97C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D186188-04BD-3FC7-0812-B445BAFB37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27214B2-BFBD-0380-9D08-69FAD6D5795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46D77DA-E0ED-3AE7-AB83-6EAA7095106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925EFC6-9C1E-6163-B97D-7BCB3EFA1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F37E7B9-8D5A-1DD9-CF45-917419ED4772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57DECB-4109-AC5B-88F6-4B08838AF11E}"/>
              </a:ext>
            </a:extLst>
          </p:cNvPr>
          <p:cNvSpPr/>
          <p:nvPr/>
        </p:nvSpPr>
        <p:spPr>
          <a:xfrm>
            <a:off x="8187070" y="1587661"/>
            <a:ext cx="38852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40A773-37BB-F9C1-6137-59F2258B55E3}"/>
              </a:ext>
            </a:extLst>
          </p:cNvPr>
          <p:cNvSpPr/>
          <p:nvPr/>
        </p:nvSpPr>
        <p:spPr>
          <a:xfrm>
            <a:off x="6052937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3430661-0A8E-2869-13B4-E04008CFC559}"/>
              </a:ext>
            </a:extLst>
          </p:cNvPr>
          <p:cNvSpPr txBox="1"/>
          <p:nvPr/>
        </p:nvSpPr>
        <p:spPr>
          <a:xfrm>
            <a:off x="8171292" y="1263736"/>
            <a:ext cx="3867748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04600-2A99-A7B7-0EF8-726D4C07C805}"/>
              </a:ext>
            </a:extLst>
          </p:cNvPr>
          <p:cNvSpPr txBox="1"/>
          <p:nvPr/>
        </p:nvSpPr>
        <p:spPr>
          <a:xfrm>
            <a:off x="6052936" y="1263736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7DA6FBC-6C02-13C7-D39F-760281E6D857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47C3A942-3A76-D034-D39B-398FB2C10972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Cobros Mercaderías/ Débito</a:t>
            </a:r>
            <a:endParaRPr lang="es-MX" sz="20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E432746-690C-04FB-26B5-BD23D6CF5835}"/>
              </a:ext>
            </a:extLst>
          </p:cNvPr>
          <p:cNvSpPr txBox="1"/>
          <p:nvPr/>
        </p:nvSpPr>
        <p:spPr>
          <a:xfrm>
            <a:off x="6769653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4F0CC09-9AE0-2B25-406B-BC7AD8867F12}"/>
              </a:ext>
            </a:extLst>
          </p:cNvPr>
          <p:cNvSpPr/>
          <p:nvPr/>
        </p:nvSpPr>
        <p:spPr>
          <a:xfrm>
            <a:off x="10105777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469261C5-BB92-08BE-E3E0-59A7AFD448F8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4CF3DB0-E7F9-0B15-DA7E-08E3F13CB877}"/>
              </a:ext>
            </a:extLst>
          </p:cNvPr>
          <p:cNvSpPr txBox="1"/>
          <p:nvPr/>
        </p:nvSpPr>
        <p:spPr>
          <a:xfrm>
            <a:off x="6769653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D5AE3A57-1410-103C-57F1-E7253D3ED2CD}"/>
              </a:ext>
            </a:extLst>
          </p:cNvPr>
          <p:cNvSpPr/>
          <p:nvPr/>
        </p:nvSpPr>
        <p:spPr>
          <a:xfrm>
            <a:off x="4237077" y="4873699"/>
            <a:ext cx="1235002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77B8655E-061D-DB2F-AC14-37A7CC0A0027}"/>
              </a:ext>
            </a:extLst>
          </p:cNvPr>
          <p:cNvSpPr/>
          <p:nvPr/>
        </p:nvSpPr>
        <p:spPr>
          <a:xfrm>
            <a:off x="4660362" y="564014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A7D787-6999-8E0C-60D2-FAF3B0304EFB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80DB85-C385-5967-BD55-B007C903AB91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CD901E5-F443-1C25-390C-7ABD92425E37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838AA08-D507-0E98-FF9D-4C0D67A2FB6C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02148" y="2441873"/>
            <a:ext cx="5167505" cy="608815"/>
          </a:xfrm>
          <a:prstGeom prst="bentConnector3">
            <a:avLst>
              <a:gd name="adj1" fmla="val 936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576308FC-3FDC-5F90-8989-E2A9396CD09E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 flipV="1">
            <a:off x="1602148" y="3045425"/>
            <a:ext cx="5167505" cy="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133EBD7-AE4B-929A-8624-DB1AE2740D69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49653" y="2430127"/>
            <a:ext cx="2256124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E80B35D-451F-7CC7-9DE6-C1FFC84F85AB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49653" y="3045425"/>
            <a:ext cx="657595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075EB0C0-6EA9-F6ED-84DF-E2B44B0A9227}"/>
              </a:ext>
            </a:extLst>
          </p:cNvPr>
          <p:cNvSpPr/>
          <p:nvPr/>
        </p:nvSpPr>
        <p:spPr>
          <a:xfrm>
            <a:off x="8469700" y="3851182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3D70D73-E3F8-E078-4AFC-621B591CCA6B}"/>
              </a:ext>
            </a:extLst>
          </p:cNvPr>
          <p:cNvSpPr txBox="1"/>
          <p:nvPr/>
        </p:nvSpPr>
        <p:spPr>
          <a:xfrm>
            <a:off x="6769653" y="389608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16E2DD8-BADC-0083-2737-B8A305BD09C3}"/>
              </a:ext>
            </a:extLst>
          </p:cNvPr>
          <p:cNvCxnSpPr>
            <a:cxnSpLocks/>
            <a:stCxn id="28" idx="3"/>
            <a:endCxn id="21" idx="5"/>
          </p:cNvCxnSpPr>
          <p:nvPr/>
        </p:nvCxnSpPr>
        <p:spPr>
          <a:xfrm flipV="1">
            <a:off x="7849653" y="4061369"/>
            <a:ext cx="672594" cy="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F4AD834-B70A-E942-88D5-FE732A4C820E}"/>
              </a:ext>
            </a:extLst>
          </p:cNvPr>
          <p:cNvSpPr txBox="1"/>
          <p:nvPr/>
        </p:nvSpPr>
        <p:spPr>
          <a:xfrm>
            <a:off x="6769653" y="440328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777FF9E0-52EE-C00E-79AD-59E1EA5F13B3}"/>
              </a:ext>
            </a:extLst>
          </p:cNvPr>
          <p:cNvSpPr/>
          <p:nvPr/>
        </p:nvSpPr>
        <p:spPr>
          <a:xfrm>
            <a:off x="8469700" y="436488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1B8C595-9F6F-D8D2-64CD-978BA95EE8BF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7849653" y="4568884"/>
            <a:ext cx="672594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9CB897D-FEBA-9E49-D4CF-F7FE4E541560}"/>
              </a:ext>
            </a:extLst>
          </p:cNvPr>
          <p:cNvSpPr/>
          <p:nvPr/>
        </p:nvSpPr>
        <p:spPr>
          <a:xfrm>
            <a:off x="374833" y="3931442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Proceso condonación moratorios</a:t>
            </a:r>
          </a:p>
        </p:txBody>
      </p: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D55ED4B4-BE88-E5D5-7364-54BAADB2E0AB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1602148" y="4214223"/>
            <a:ext cx="5167505" cy="354661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7A964091-9860-120E-9C29-68C53B07674D}"/>
              </a:ext>
            </a:extLst>
          </p:cNvPr>
          <p:cNvCxnSpPr>
            <a:cxnSpLocks/>
            <a:stCxn id="41" idx="3"/>
            <a:endCxn id="28" idx="1"/>
          </p:cNvCxnSpPr>
          <p:nvPr/>
        </p:nvCxnSpPr>
        <p:spPr>
          <a:xfrm flipV="1">
            <a:off x="1602148" y="4061689"/>
            <a:ext cx="5167505" cy="152534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9C8E153-FD0C-9104-5499-508AC1DDC9C9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>
            <a:off x="988491" y="3333469"/>
            <a:ext cx="0" cy="59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FF848B5-301A-9D44-5B87-9EF380A3A55A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CD8860-EB79-7B76-7125-40715854FAF7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3CD408D0-39B2-0DFC-829D-7AC3D4C9ADF7}"/>
              </a:ext>
            </a:extLst>
          </p:cNvPr>
          <p:cNvCxnSpPr>
            <a:cxnSpLocks/>
            <a:stCxn id="41" idx="2"/>
            <a:endCxn id="64" idx="0"/>
          </p:cNvCxnSpPr>
          <p:nvPr/>
        </p:nvCxnSpPr>
        <p:spPr>
          <a:xfrm rot="16200000" flipH="1">
            <a:off x="2733187" y="2752307"/>
            <a:ext cx="376695" cy="3866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7E52F1E-6F9B-5C15-74C8-E1FD1A8CDC10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A049C0E-6A1D-F4F9-3B37-AF791669B0B0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91F2CEA1-97EE-AD9D-78E0-94F99F429018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D7380B4B-2D1A-F173-E090-7D76D45AD829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Paralelogramo 41">
            <a:extLst>
              <a:ext uri="{FF2B5EF4-FFF2-40B4-BE49-F238E27FC236}">
                <a16:creationId xmlns:a16="http://schemas.microsoft.com/office/drawing/2014/main" id="{5201054A-D061-2C9C-5EBE-7754FDD0ADB0}"/>
              </a:ext>
            </a:extLst>
          </p:cNvPr>
          <p:cNvSpPr/>
          <p:nvPr/>
        </p:nvSpPr>
        <p:spPr>
          <a:xfrm>
            <a:off x="8469700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425B45-0A6C-4866-70CF-1BAED1C8B18B}"/>
              </a:ext>
            </a:extLst>
          </p:cNvPr>
          <p:cNvSpPr txBox="1"/>
          <p:nvPr/>
        </p:nvSpPr>
        <p:spPr>
          <a:xfrm>
            <a:off x="6769653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F634AC0C-4C19-C27C-1CCB-011EB663433B}"/>
              </a:ext>
            </a:extLst>
          </p:cNvPr>
          <p:cNvCxnSpPr>
            <a:stCxn id="54" idx="3"/>
            <a:endCxn id="42" idx="5"/>
          </p:cNvCxnSpPr>
          <p:nvPr/>
        </p:nvCxnSpPr>
        <p:spPr>
          <a:xfrm>
            <a:off x="7849653" y="3520169"/>
            <a:ext cx="657595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D8611176-1EEC-D235-F45B-469A904BF8C8}"/>
              </a:ext>
            </a:extLst>
          </p:cNvPr>
          <p:cNvCxnSpPr>
            <a:cxnSpLocks/>
            <a:stCxn id="4" idx="3"/>
            <a:endCxn id="54" idx="1"/>
          </p:cNvCxnSpPr>
          <p:nvPr/>
        </p:nvCxnSpPr>
        <p:spPr>
          <a:xfrm>
            <a:off x="1602148" y="3050688"/>
            <a:ext cx="5167505" cy="469481"/>
          </a:xfrm>
          <a:prstGeom prst="bentConnector3">
            <a:avLst>
              <a:gd name="adj1" fmla="val 936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3EA59F61-0CFD-6C1A-93A8-1B772751AD6B}"/>
              </a:ext>
            </a:extLst>
          </p:cNvPr>
          <p:cNvCxnSpPr>
            <a:stCxn id="64" idx="2"/>
            <a:endCxn id="121" idx="0"/>
          </p:cNvCxnSpPr>
          <p:nvPr/>
        </p:nvCxnSpPr>
        <p:spPr>
          <a:xfrm>
            <a:off x="4854578" y="5341699"/>
            <a:ext cx="3784" cy="29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C978638-4865-3866-BB1E-BE79534F2D7B}"/>
              </a:ext>
            </a:extLst>
          </p:cNvPr>
          <p:cNvSpPr txBox="1"/>
          <p:nvPr/>
        </p:nvSpPr>
        <p:spPr>
          <a:xfrm>
            <a:off x="10068862" y="2686182"/>
            <a:ext cx="1496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9" name="CuadroTexto 118">
            <a:extLst>
              <a:ext uri="{FF2B5EF4-FFF2-40B4-BE49-F238E27FC236}">
                <a16:creationId xmlns:a16="http://schemas.microsoft.com/office/drawing/2014/main" id="{E8ED4638-0EE1-1992-D2C1-75B73BADE7CA}"/>
              </a:ext>
            </a:extLst>
          </p:cNvPr>
          <p:cNvSpPr txBox="1"/>
          <p:nvPr/>
        </p:nvSpPr>
        <p:spPr>
          <a:xfrm>
            <a:off x="8794807" y="272321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2208638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03B5-6DB1-0540-AC52-0C8B0FE9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2482E099-51F8-6304-6AA0-36C43FA51317}"/>
              </a:ext>
            </a:extLst>
          </p:cNvPr>
          <p:cNvSpPr/>
          <p:nvPr/>
        </p:nvSpPr>
        <p:spPr>
          <a:xfrm>
            <a:off x="476931" y="1864426"/>
            <a:ext cx="1815859" cy="45856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67E09DC-E428-E3BF-B404-E1E7075757E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6153F08-62AF-40EF-340D-74B26EB1BE7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3B4F4F7-582F-2A54-8F03-72C01D07671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448FC56-5FFA-30E4-2918-51B6CB2F4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2D34E6C-C123-78CB-9990-076B875489EC}"/>
              </a:ext>
            </a:extLst>
          </p:cNvPr>
          <p:cNvSpPr/>
          <p:nvPr/>
        </p:nvSpPr>
        <p:spPr>
          <a:xfrm>
            <a:off x="6745318" y="1513857"/>
            <a:ext cx="5327043" cy="499206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92CCE9B-4361-F398-D313-E54CDD6B12C0}"/>
              </a:ext>
            </a:extLst>
          </p:cNvPr>
          <p:cNvSpPr/>
          <p:nvPr/>
        </p:nvSpPr>
        <p:spPr>
          <a:xfrm>
            <a:off x="2523408" y="1513857"/>
            <a:ext cx="1988812" cy="499206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D81AD10-C1E4-EF80-67BF-7ED11E452011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D3F2D36-F089-8FBF-DDEC-223A93A6CE8F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AB69570-E943-9BE0-1B4C-89A08A4D0407}"/>
              </a:ext>
            </a:extLst>
          </p:cNvPr>
          <p:cNvSpPr txBox="1"/>
          <p:nvPr/>
        </p:nvSpPr>
        <p:spPr>
          <a:xfrm>
            <a:off x="269298" y="6531229"/>
            <a:ext cx="52518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43CF4C38-C78F-5DDC-4D02-CC6FE2B9E570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 dirty="0">
                <a:latin typeface="Arial"/>
              </a:rPr>
              <a:t>Arquitectura - Cobros Mercaderías/ Débito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2E0A674-BA34-071F-2803-25CE5F764561}"/>
              </a:ext>
            </a:extLst>
          </p:cNvPr>
          <p:cNvSpPr/>
          <p:nvPr/>
        </p:nvSpPr>
        <p:spPr>
          <a:xfrm>
            <a:off x="821880" y="2550201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21D510A6-4385-0A6A-3F95-4CACC9CACCD7}"/>
              </a:ext>
            </a:extLst>
          </p:cNvPr>
          <p:cNvSpPr/>
          <p:nvPr/>
        </p:nvSpPr>
        <p:spPr>
          <a:xfrm>
            <a:off x="1127049" y="1878796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8A86C1F-28CF-813F-31BB-ECBA2315CF8F}"/>
              </a:ext>
            </a:extLst>
          </p:cNvPr>
          <p:cNvSpPr/>
          <p:nvPr/>
        </p:nvSpPr>
        <p:spPr>
          <a:xfrm>
            <a:off x="399112" y="1513857"/>
            <a:ext cx="2002153" cy="499206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B15314-3F70-F6AA-4AA7-277339B087DF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0DB69F40-3C3A-7DF6-9B6D-7CDC442FD257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238796"/>
            <a:ext cx="4148" cy="3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94C3E69-5FED-B4FE-A125-5BF980D6730C}"/>
              </a:ext>
            </a:extLst>
          </p:cNvPr>
          <p:cNvSpPr/>
          <p:nvPr/>
        </p:nvSpPr>
        <p:spPr>
          <a:xfrm>
            <a:off x="4634363" y="1513857"/>
            <a:ext cx="1988812" cy="499206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F726E6C6-36CE-9CD8-EC0E-4599AD6995CF}"/>
              </a:ext>
            </a:extLst>
          </p:cNvPr>
          <p:cNvSpPr txBox="1"/>
          <p:nvPr/>
        </p:nvSpPr>
        <p:spPr>
          <a:xfrm>
            <a:off x="5190199" y="187622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dirty="0">
                <a:latin typeface="Arial Nova" panose="020B0504020202020204" pitchFamily="34" charset="0"/>
              </a:rPr>
              <a:t>PV02_MM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6C2290C5-CAD0-29BB-1B49-4D4DF1403BEC}"/>
              </a:ext>
            </a:extLst>
          </p:cNvPr>
          <p:cNvSpPr/>
          <p:nvPr/>
        </p:nvSpPr>
        <p:spPr>
          <a:xfrm>
            <a:off x="8868839" y="1822227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Arial Nova" panose="020B0504020202020204" pitchFamily="34" charset="0"/>
              </a:rPr>
              <a:t>Nota de Cargo CFDI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DF8FCC2-CC0B-4E24-550E-EC8336FB4844}"/>
              </a:ext>
            </a:extLst>
          </p:cNvPr>
          <p:cNvSpPr/>
          <p:nvPr/>
        </p:nvSpPr>
        <p:spPr>
          <a:xfrm>
            <a:off x="8868839" y="2366808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00B38FC-72A6-B423-309C-14E0799FD08B}"/>
              </a:ext>
            </a:extLst>
          </p:cNvPr>
          <p:cNvSpPr txBox="1"/>
          <p:nvPr/>
        </p:nvSpPr>
        <p:spPr>
          <a:xfrm>
            <a:off x="5190199" y="242400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dirty="0">
                <a:latin typeface="Arial Nova" panose="020B0504020202020204" pitchFamily="34" charset="0"/>
              </a:rPr>
              <a:t>PV01_MM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AD1EE437-0204-2AC6-5633-F61059EC57E0}"/>
              </a:ext>
            </a:extLst>
          </p:cNvPr>
          <p:cNvSpPr/>
          <p:nvPr/>
        </p:nvSpPr>
        <p:spPr>
          <a:xfrm>
            <a:off x="9657563" y="3421240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BEF7DBC-7C45-36F3-12CF-88CA013F1D7C}"/>
              </a:ext>
            </a:extLst>
          </p:cNvPr>
          <p:cNvSpPr txBox="1"/>
          <p:nvPr/>
        </p:nvSpPr>
        <p:spPr>
          <a:xfrm>
            <a:off x="7109503" y="242400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dirty="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2B16B634-0D75-F7DB-E330-3B39405CA3DE}"/>
              </a:ext>
            </a:extLst>
          </p:cNvPr>
          <p:cNvSpPr txBox="1"/>
          <p:nvPr/>
        </p:nvSpPr>
        <p:spPr>
          <a:xfrm>
            <a:off x="7109503" y="187622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PV02_MM-NC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93F66138-1D06-DDF9-3AEB-83456D612F33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19922" y="2038227"/>
            <a:ext cx="3370277" cy="7189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75C6D7A7-16A8-CA1B-E103-F4150F0F5A66}"/>
              </a:ext>
            </a:extLst>
          </p:cNvPr>
          <p:cNvCxnSpPr>
            <a:stCxn id="64" idx="3"/>
            <a:endCxn id="43" idx="1"/>
          </p:cNvCxnSpPr>
          <p:nvPr/>
        </p:nvCxnSpPr>
        <p:spPr>
          <a:xfrm flipV="1">
            <a:off x="1819922" y="2586005"/>
            <a:ext cx="3370277" cy="1711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A4964B9A-7D41-C2A2-3AAF-394DAEA25B20}"/>
              </a:ext>
            </a:extLst>
          </p:cNvPr>
          <p:cNvCxnSpPr>
            <a:stCxn id="60" idx="3"/>
            <a:endCxn id="36" idx="1"/>
          </p:cNvCxnSpPr>
          <p:nvPr/>
        </p:nvCxnSpPr>
        <p:spPr>
          <a:xfrm>
            <a:off x="8189503" y="2038227"/>
            <a:ext cx="679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DCA31570-49F5-CCDE-E111-17D9331479BD}"/>
              </a:ext>
            </a:extLst>
          </p:cNvPr>
          <p:cNvCxnSpPr>
            <a:stCxn id="57" idx="3"/>
            <a:endCxn id="39" idx="1"/>
          </p:cNvCxnSpPr>
          <p:nvPr/>
        </p:nvCxnSpPr>
        <p:spPr>
          <a:xfrm flipV="1">
            <a:off x="8189503" y="2582808"/>
            <a:ext cx="679336" cy="3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394B597B-3289-CEFC-09B5-A65787EA54F5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>
            <a:off x="6270199" y="2038227"/>
            <a:ext cx="839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DB5E01AA-668D-948C-CFFB-DFD9FDC4DA9D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70199" y="2586005"/>
            <a:ext cx="839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47DF126E-940F-8B0C-1ED0-8B5F1DE8611F}"/>
              </a:ext>
            </a:extLst>
          </p:cNvPr>
          <p:cNvSpPr txBox="1"/>
          <p:nvPr/>
        </p:nvSpPr>
        <p:spPr>
          <a:xfrm>
            <a:off x="8012026" y="346654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E1D39643-CDD4-64BF-DFE9-9877B77D9636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2757201"/>
            <a:ext cx="6192104" cy="871347"/>
          </a:xfrm>
          <a:prstGeom prst="bentConnector3">
            <a:avLst>
              <a:gd name="adj1" fmla="val 503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BE82CD48-8666-A8F2-9469-FB949A69063F}"/>
              </a:ext>
            </a:extLst>
          </p:cNvPr>
          <p:cNvCxnSpPr>
            <a:cxnSpLocks/>
            <a:stCxn id="93" idx="3"/>
            <a:endCxn id="56" idx="5"/>
          </p:cNvCxnSpPr>
          <p:nvPr/>
        </p:nvCxnSpPr>
        <p:spPr>
          <a:xfrm>
            <a:off x="9092026" y="3628548"/>
            <a:ext cx="618084" cy="28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FE5548C7-3C16-43A9-9B6C-9607F992B3D8}"/>
              </a:ext>
            </a:extLst>
          </p:cNvPr>
          <p:cNvSpPr txBox="1"/>
          <p:nvPr/>
        </p:nvSpPr>
        <p:spPr>
          <a:xfrm>
            <a:off x="6732072" y="3648667"/>
            <a:ext cx="137424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00" dirty="0">
                <a:latin typeface="Arial Nova" panose="020B0504020202020204" pitchFamily="34" charset="0"/>
              </a:rPr>
              <a:t>*Actualiza importe de moratorios, remanente, fecha de pago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97D89FCE-AB5C-1FD6-4E0F-F486079355FD}"/>
              </a:ext>
            </a:extLst>
          </p:cNvPr>
          <p:cNvSpPr/>
          <p:nvPr/>
        </p:nvSpPr>
        <p:spPr>
          <a:xfrm>
            <a:off x="823223" y="415054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16A8F4FC-7926-4E32-B23D-BD0795F1CE82}"/>
              </a:ext>
            </a:extLst>
          </p:cNvPr>
          <p:cNvSpPr txBox="1"/>
          <p:nvPr/>
        </p:nvSpPr>
        <p:spPr>
          <a:xfrm>
            <a:off x="5190199" y="419347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PV01_MCP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76DD9A9E-BA76-31DF-DCAF-5E1275122829}"/>
              </a:ext>
            </a:extLst>
          </p:cNvPr>
          <p:cNvSpPr txBox="1"/>
          <p:nvPr/>
        </p:nvSpPr>
        <p:spPr>
          <a:xfrm>
            <a:off x="7098294" y="4193471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CO01_MCP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0E951AD1-5267-047C-3F2A-286007CEF3B5}"/>
              </a:ext>
            </a:extLst>
          </p:cNvPr>
          <p:cNvSpPr/>
          <p:nvPr/>
        </p:nvSpPr>
        <p:spPr>
          <a:xfrm>
            <a:off x="8868839" y="414249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5BD00F64-AFB4-70D7-B04F-CA3BF0C60BD1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2964201"/>
            <a:ext cx="1343" cy="118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E235B9C9-2325-072F-62D9-D6531009C6AF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21265" y="4355471"/>
            <a:ext cx="3368934" cy="20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62AE77DC-8518-C81B-FAF7-75D3E449B296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4355471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6DCD1FAB-70D5-C29E-9C36-6A671C145072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4355471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373C5363-9146-9C9A-EB66-DA2E41B9CCBF}"/>
              </a:ext>
            </a:extLst>
          </p:cNvPr>
          <p:cNvSpPr/>
          <p:nvPr/>
        </p:nvSpPr>
        <p:spPr>
          <a:xfrm>
            <a:off x="826139" y="49663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Bonificaciones</a:t>
            </a:r>
          </a:p>
        </p:txBody>
      </p:sp>
      <p:sp>
        <p:nvSpPr>
          <p:cNvPr id="9" name="Diagrama de flujo: documento 84">
            <a:extLst>
              <a:ext uri="{FF2B5EF4-FFF2-40B4-BE49-F238E27FC236}">
                <a16:creationId xmlns:a16="http://schemas.microsoft.com/office/drawing/2014/main" id="{69221DF1-E0E1-77B0-655C-A052C4DEA15E}"/>
              </a:ext>
            </a:extLst>
          </p:cNvPr>
          <p:cNvSpPr/>
          <p:nvPr/>
        </p:nvSpPr>
        <p:spPr>
          <a:xfrm>
            <a:off x="8868837" y="4834729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8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8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8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(Bonificación)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D6CC04-EB67-3F14-E165-FB052325BBB7}"/>
              </a:ext>
            </a:extLst>
          </p:cNvPr>
          <p:cNvSpPr txBox="1"/>
          <p:nvPr/>
        </p:nvSpPr>
        <p:spPr>
          <a:xfrm>
            <a:off x="7109161" y="49903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PV02_MB-NCR-B</a:t>
            </a:r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76261C51-2B7A-7519-3F17-8E88C21C16AE}"/>
              </a:ext>
            </a:extLst>
          </p:cNvPr>
          <p:cNvSpPr txBox="1"/>
          <p:nvPr/>
        </p:nvSpPr>
        <p:spPr>
          <a:xfrm>
            <a:off x="7089306" y="579257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FFC33D2D-316E-2307-FCD2-E1465136CDBB}"/>
              </a:ext>
            </a:extLst>
          </p:cNvPr>
          <p:cNvSpPr/>
          <p:nvPr/>
        </p:nvSpPr>
        <p:spPr>
          <a:xfrm>
            <a:off x="10057825" y="5810334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61BC042-4389-CAAF-5781-A469FE5A2081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>
            <a:off x="6270199" y="5152055"/>
            <a:ext cx="838962" cy="3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56">
            <a:extLst>
              <a:ext uri="{FF2B5EF4-FFF2-40B4-BE49-F238E27FC236}">
                <a16:creationId xmlns:a16="http://schemas.microsoft.com/office/drawing/2014/main" id="{53C116D0-0923-82DD-4620-86E96427B8C4}"/>
              </a:ext>
            </a:extLst>
          </p:cNvPr>
          <p:cNvSpPr txBox="1"/>
          <p:nvPr/>
        </p:nvSpPr>
        <p:spPr>
          <a:xfrm>
            <a:off x="5190199" y="499005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PV02_MB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0ED14E8-F3BA-6608-32CE-EBA8E7B99828}"/>
              </a:ext>
            </a:extLst>
          </p:cNvPr>
          <p:cNvCxnSpPr>
            <a:endCxn id="14" idx="1"/>
          </p:cNvCxnSpPr>
          <p:nvPr/>
        </p:nvCxnSpPr>
        <p:spPr>
          <a:xfrm>
            <a:off x="1819922" y="5152055"/>
            <a:ext cx="3370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3DCA3BE-3BA8-B6EB-8332-7FFDA18E036C}"/>
              </a:ext>
            </a:extLst>
          </p:cNvPr>
          <p:cNvCxnSpPr>
            <a:stCxn id="106" idx="2"/>
            <a:endCxn id="8" idx="0"/>
          </p:cNvCxnSpPr>
          <p:nvPr/>
        </p:nvCxnSpPr>
        <p:spPr>
          <a:xfrm>
            <a:off x="1322244" y="4564545"/>
            <a:ext cx="2916" cy="40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>
            <a:extLst>
              <a:ext uri="{FF2B5EF4-FFF2-40B4-BE49-F238E27FC236}">
                <a16:creationId xmlns:a16="http://schemas.microsoft.com/office/drawing/2014/main" id="{C433F934-7AF2-F81B-F676-CEAC3E0E9BD5}"/>
              </a:ext>
            </a:extLst>
          </p:cNvPr>
          <p:cNvCxnSpPr>
            <a:stCxn id="8" idx="2"/>
            <a:endCxn id="11" idx="1"/>
          </p:cNvCxnSpPr>
          <p:nvPr/>
        </p:nvCxnSpPr>
        <p:spPr>
          <a:xfrm rot="16200000" flipH="1">
            <a:off x="3911097" y="2794368"/>
            <a:ext cx="592273" cy="57641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7DFC238-3B81-7F1A-8084-98D0A73BA375}"/>
              </a:ext>
            </a:extLst>
          </p:cNvPr>
          <p:cNvCxnSpPr>
            <a:stCxn id="11" idx="3"/>
            <a:endCxn id="12" idx="5"/>
          </p:cNvCxnSpPr>
          <p:nvPr/>
        </p:nvCxnSpPr>
        <p:spPr>
          <a:xfrm flipV="1">
            <a:off x="8169306" y="5960524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536072" y="1812384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59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491693" y="2252949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62" name="61 Conector recto de flecha"/>
          <p:cNvCxnSpPr>
            <a:stCxn id="36" idx="3"/>
            <a:endCxn id="55" idx="1"/>
          </p:cNvCxnSpPr>
          <p:nvPr/>
        </p:nvCxnSpPr>
        <p:spPr>
          <a:xfrm>
            <a:off x="9948839" y="2038227"/>
            <a:ext cx="587233" cy="3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18">
            <a:extLst>
              <a:ext uri="{FF2B5EF4-FFF2-40B4-BE49-F238E27FC236}">
                <a16:creationId xmlns:a16="http://schemas.microsoft.com/office/drawing/2014/main" id="{F29810D1-8A0A-AAC4-C743-278ECB23DB33}"/>
              </a:ext>
            </a:extLst>
          </p:cNvPr>
          <p:cNvSpPr txBox="1"/>
          <p:nvPr/>
        </p:nvSpPr>
        <p:spPr>
          <a:xfrm>
            <a:off x="10417255" y="5653131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4" name="CuadroTexto 118">
            <a:extLst>
              <a:ext uri="{FF2B5EF4-FFF2-40B4-BE49-F238E27FC236}">
                <a16:creationId xmlns:a16="http://schemas.microsoft.com/office/drawing/2014/main" id="{75AF2B22-1A84-E15A-8FAD-3AD3830129E6}"/>
              </a:ext>
            </a:extLst>
          </p:cNvPr>
          <p:cNvSpPr txBox="1"/>
          <p:nvPr/>
        </p:nvSpPr>
        <p:spPr>
          <a:xfrm>
            <a:off x="9976977" y="326381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DA058D-3288-EC20-BD1B-3B1DD9FCE1C8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8189161" y="5155925"/>
            <a:ext cx="679676" cy="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230D2CE-0FEF-BD52-180D-250BD6E983DF}"/>
              </a:ext>
            </a:extLst>
          </p:cNvPr>
          <p:cNvSpPr txBox="1"/>
          <p:nvPr/>
        </p:nvSpPr>
        <p:spPr>
          <a:xfrm>
            <a:off x="3111888" y="2911935"/>
            <a:ext cx="1080000" cy="355552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600" dirty="0">
                <a:latin typeface="Arial Nova" panose="020B0504020202020204" pitchFamily="34" charset="0"/>
              </a:rPr>
              <a:t>API DetalleCobroMoratorios</a:t>
            </a:r>
          </a:p>
        </p:txBody>
      </p:sp>
      <p:sp>
        <p:nvSpPr>
          <p:cNvPr id="20" name="Paralelogramo 19">
            <a:extLst>
              <a:ext uri="{FF2B5EF4-FFF2-40B4-BE49-F238E27FC236}">
                <a16:creationId xmlns:a16="http://schemas.microsoft.com/office/drawing/2014/main" id="{9900BA82-07A2-6EF8-155E-A9BE390BCDA2}"/>
              </a:ext>
            </a:extLst>
          </p:cNvPr>
          <p:cNvSpPr/>
          <p:nvPr/>
        </p:nvSpPr>
        <p:spPr>
          <a:xfrm>
            <a:off x="6979248" y="2924964"/>
            <a:ext cx="1889590" cy="324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 dirty="0">
                <a:latin typeface="Arial Nova" panose="020B0504020202020204" pitchFamily="34" charset="0"/>
              </a:rPr>
              <a:t>Tabla </a:t>
            </a:r>
            <a:r>
              <a:rPr lang="es-ES_tradnl" sz="800" b="1" dirty="0" err="1">
                <a:latin typeface="Arial Nova" panose="020B0504020202020204" pitchFamily="34" charset="0"/>
              </a:rPr>
              <a:t>Z_DetalleCobroMoratorios</a:t>
            </a:r>
            <a:endParaRPr lang="es-ES_tradnl" sz="800" b="1" dirty="0">
              <a:latin typeface="Arial Nova" panose="020B0504020202020204" pitchFamily="34" charset="0"/>
            </a:endParaRPr>
          </a:p>
        </p:txBody>
      </p: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1853595D-343E-0250-3CDE-04EB7E0DC7CC}"/>
              </a:ext>
            </a:extLst>
          </p:cNvPr>
          <p:cNvCxnSpPr>
            <a:cxnSpLocks/>
            <a:stCxn id="64" idx="3"/>
            <a:endCxn id="5" idx="1"/>
          </p:cNvCxnSpPr>
          <p:nvPr/>
        </p:nvCxnSpPr>
        <p:spPr>
          <a:xfrm>
            <a:off x="1819922" y="2757201"/>
            <a:ext cx="1291966" cy="332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4E2183A-8970-15BA-EF6E-8079E2A0CC96}"/>
              </a:ext>
            </a:extLst>
          </p:cNvPr>
          <p:cNvCxnSpPr>
            <a:cxnSpLocks/>
            <a:stCxn id="5" idx="3"/>
            <a:endCxn id="20" idx="5"/>
          </p:cNvCxnSpPr>
          <p:nvPr/>
        </p:nvCxnSpPr>
        <p:spPr>
          <a:xfrm flipV="1">
            <a:off x="4191888" y="3086964"/>
            <a:ext cx="2827860" cy="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uadroTexto 118">
            <a:extLst>
              <a:ext uri="{FF2B5EF4-FFF2-40B4-BE49-F238E27FC236}">
                <a16:creationId xmlns:a16="http://schemas.microsoft.com/office/drawing/2014/main" id="{3F2B6D91-EAC4-BE78-1C52-3064DCBB88E8}"/>
              </a:ext>
            </a:extLst>
          </p:cNvPr>
          <p:cNvSpPr txBox="1"/>
          <p:nvPr/>
        </p:nvSpPr>
        <p:spPr>
          <a:xfrm>
            <a:off x="8134169" y="278602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 dirty="0">
                <a:solidFill>
                  <a:schemeClr val="bg1"/>
                </a:solidFill>
                <a:latin typeface="Arial Nova" panose="020B0504020202020204" pitchFamily="34" charset="0"/>
              </a:rPr>
              <a:t>N-TZ-</a:t>
            </a:r>
          </a:p>
        </p:txBody>
      </p:sp>
    </p:spTree>
    <p:extLst>
      <p:ext uri="{BB962C8B-B14F-4D97-AF65-F5344CB8AC3E}">
        <p14:creationId xmlns:p14="http://schemas.microsoft.com/office/powerpoint/2010/main" val="3170383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888473" cy="42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Devoluciones 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trike="noStrike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Mercaderias</a:t>
            </a:r>
          </a:p>
        </p:txBody>
      </p:sp>
    </p:spTree>
    <p:extLst>
      <p:ext uri="{BB962C8B-B14F-4D97-AF65-F5344CB8AC3E}">
        <p14:creationId xmlns:p14="http://schemas.microsoft.com/office/powerpoint/2010/main" val="3293433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403A-31D8-C467-AC36-059FBB5C0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E459A79D-10D8-CC10-C0F8-878A5E622F79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C4C4732-7E74-E845-C998-4C5F8B172C0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897A885-0088-6372-3533-37118707484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C02058B-2171-9A76-4EC5-E2BC2086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4C03544-E6FF-A983-4F8D-B6241034A531}"/>
              </a:ext>
            </a:extLst>
          </p:cNvPr>
          <p:cNvSpPr/>
          <p:nvPr/>
        </p:nvSpPr>
        <p:spPr>
          <a:xfrm>
            <a:off x="142801" y="1412758"/>
            <a:ext cx="1822366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4771F8-F951-45E1-A886-AE9CA379F762}"/>
              </a:ext>
            </a:extLst>
          </p:cNvPr>
          <p:cNvSpPr/>
          <p:nvPr/>
        </p:nvSpPr>
        <p:spPr>
          <a:xfrm>
            <a:off x="5116719" y="1412758"/>
            <a:ext cx="1322050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076E3E-9175-D535-0341-59B52F360F1A}"/>
              </a:ext>
            </a:extLst>
          </p:cNvPr>
          <p:cNvSpPr/>
          <p:nvPr/>
        </p:nvSpPr>
        <p:spPr>
          <a:xfrm>
            <a:off x="6560796" y="1412758"/>
            <a:ext cx="5478245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BBBA4C-76D1-AEA6-1C8E-ADDC28FB6F75}"/>
              </a:ext>
            </a:extLst>
          </p:cNvPr>
          <p:cNvSpPr/>
          <p:nvPr/>
        </p:nvSpPr>
        <p:spPr>
          <a:xfrm>
            <a:off x="2027951" y="1412758"/>
            <a:ext cx="2019908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D175BCF-0CDC-AB2C-46A1-1377C237007C}"/>
              </a:ext>
            </a:extLst>
          </p:cNvPr>
          <p:cNvSpPr/>
          <p:nvPr/>
        </p:nvSpPr>
        <p:spPr>
          <a:xfrm>
            <a:off x="383365" y="2150201"/>
            <a:ext cx="1344851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(Cancelación Préstamo)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75F14B3-AC24-6C61-87C0-3B55381A5408}"/>
              </a:ext>
            </a:extLst>
          </p:cNvPr>
          <p:cNvSpPr txBox="1"/>
          <p:nvPr/>
        </p:nvSpPr>
        <p:spPr>
          <a:xfrm>
            <a:off x="5116719" y="976781"/>
            <a:ext cx="6922322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953E2FA-0401-A0C9-0CD2-A66A9B294E4D}"/>
              </a:ext>
            </a:extLst>
          </p:cNvPr>
          <p:cNvSpPr txBox="1"/>
          <p:nvPr/>
        </p:nvSpPr>
        <p:spPr>
          <a:xfrm>
            <a:off x="142800" y="976781"/>
            <a:ext cx="1822366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3F7DCAC3-F8D8-6232-06A9-97CBBD0627A8}"/>
              </a:ext>
            </a:extLst>
          </p:cNvPr>
          <p:cNvSpPr/>
          <p:nvPr/>
        </p:nvSpPr>
        <p:spPr>
          <a:xfrm>
            <a:off x="924440" y="323577"/>
            <a:ext cx="626214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Devolución Credilanas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D19C067-5032-182B-12F0-D110762832EF}"/>
              </a:ext>
            </a:extLst>
          </p:cNvPr>
          <p:cNvSpPr/>
          <p:nvPr/>
        </p:nvSpPr>
        <p:spPr>
          <a:xfrm>
            <a:off x="4165274" y="1412758"/>
            <a:ext cx="829418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B1000D-824F-89A3-E708-E4AD87C76510}"/>
              </a:ext>
            </a:extLst>
          </p:cNvPr>
          <p:cNvSpPr txBox="1"/>
          <p:nvPr/>
        </p:nvSpPr>
        <p:spPr>
          <a:xfrm>
            <a:off x="4165274" y="976781"/>
            <a:ext cx="811971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7270021-F7FD-FD92-1F2C-BB04C2C80FC2}"/>
              </a:ext>
            </a:extLst>
          </p:cNvPr>
          <p:cNvSpPr txBox="1"/>
          <p:nvPr/>
        </p:nvSpPr>
        <p:spPr>
          <a:xfrm>
            <a:off x="2027951" y="976781"/>
            <a:ext cx="202305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83CD52-BC0B-84F7-C368-F11D8E206FE4}"/>
              </a:ext>
            </a:extLst>
          </p:cNvPr>
          <p:cNvSpPr txBox="1"/>
          <p:nvPr/>
        </p:nvSpPr>
        <p:spPr>
          <a:xfrm>
            <a:off x="165498" y="1366583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9FB55BE-2236-75D0-C1A2-AA9FA406FCB4}"/>
              </a:ext>
            </a:extLst>
          </p:cNvPr>
          <p:cNvSpPr/>
          <p:nvPr/>
        </p:nvSpPr>
        <p:spPr>
          <a:xfrm>
            <a:off x="7830464" y="4714939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 de Devolución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D008E7DC-DDC6-A852-71D4-E532F5548070}"/>
              </a:ext>
            </a:extLst>
          </p:cNvPr>
          <p:cNvSpPr/>
          <p:nvPr/>
        </p:nvSpPr>
        <p:spPr>
          <a:xfrm>
            <a:off x="7830464" y="5884860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devolución /No CFDI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9D67BE5-D4B6-1D46-24A6-EE159D34A40A}"/>
              </a:ext>
            </a:extLst>
          </p:cNvPr>
          <p:cNvSpPr txBox="1"/>
          <p:nvPr/>
        </p:nvSpPr>
        <p:spPr>
          <a:xfrm>
            <a:off x="6813814" y="4767025"/>
            <a:ext cx="735976" cy="3378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SD09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D2488539-BE2D-9998-6B7E-222AAF159ECF}"/>
              </a:ext>
            </a:extLst>
          </p:cNvPr>
          <p:cNvSpPr txBox="1"/>
          <p:nvPr/>
        </p:nvSpPr>
        <p:spPr>
          <a:xfrm>
            <a:off x="6813814" y="5930482"/>
            <a:ext cx="735976" cy="33784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SD17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AAC7A33-77DA-935B-AED3-7A0B519878A2}"/>
              </a:ext>
            </a:extLst>
          </p:cNvPr>
          <p:cNvSpPr txBox="1"/>
          <p:nvPr/>
        </p:nvSpPr>
        <p:spPr>
          <a:xfrm>
            <a:off x="5281581" y="3469867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PV01_EN03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09BD6B2-5448-1A86-0DF7-B2F995D5707B}"/>
              </a:ext>
            </a:extLst>
          </p:cNvPr>
          <p:cNvSpPr/>
          <p:nvPr/>
        </p:nvSpPr>
        <p:spPr>
          <a:xfrm>
            <a:off x="7830464" y="3416923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52AD4DD-9B94-8E85-D815-5D1B44E4DAC5}"/>
              </a:ext>
            </a:extLst>
          </p:cNvPr>
          <p:cNvCxnSpPr>
            <a:cxnSpLocks/>
            <a:stCxn id="24" idx="3"/>
            <a:endCxn id="4" idx="1"/>
          </p:cNvCxnSpPr>
          <p:nvPr/>
        </p:nvCxnSpPr>
        <p:spPr>
          <a:xfrm>
            <a:off x="6361581" y="3635467"/>
            <a:ext cx="452233" cy="2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EAEBB5-6B52-6B4E-9034-FD88512037B4}"/>
              </a:ext>
            </a:extLst>
          </p:cNvPr>
          <p:cNvSpPr/>
          <p:nvPr/>
        </p:nvSpPr>
        <p:spPr>
          <a:xfrm>
            <a:off x="2219479" y="3349233"/>
            <a:ext cx="1247885" cy="56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 de importes prestados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2206EF-E993-8011-813E-AFE83E2FB00F}"/>
              </a:ext>
            </a:extLst>
          </p:cNvPr>
          <p:cNvSpPr/>
          <p:nvPr/>
        </p:nvSpPr>
        <p:spPr>
          <a:xfrm>
            <a:off x="2219479" y="4843305"/>
            <a:ext cx="1247885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Creación DEV con referencia a Factura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614BBCA-5437-19C3-AD96-8CD8B831601F}"/>
              </a:ext>
            </a:extLst>
          </p:cNvPr>
          <p:cNvSpPr/>
          <p:nvPr/>
        </p:nvSpPr>
        <p:spPr>
          <a:xfrm>
            <a:off x="2219479" y="2146817"/>
            <a:ext cx="1247885" cy="56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1062939-2A4E-1134-13B8-7F73C431A6C1}"/>
              </a:ext>
            </a:extLst>
          </p:cNvPr>
          <p:cNvSpPr txBox="1"/>
          <p:nvPr/>
        </p:nvSpPr>
        <p:spPr>
          <a:xfrm>
            <a:off x="6813814" y="2010237"/>
            <a:ext cx="741600" cy="337844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0E1D6E9-8D37-3983-1844-CE3BB6462FF0}"/>
              </a:ext>
            </a:extLst>
          </p:cNvPr>
          <p:cNvSpPr/>
          <p:nvPr/>
        </p:nvSpPr>
        <p:spPr>
          <a:xfrm>
            <a:off x="7830464" y="1961801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Lista de partidas abiertas</a:t>
            </a:r>
          </a:p>
        </p:txBody>
      </p:sp>
      <p:sp>
        <p:nvSpPr>
          <p:cNvPr id="40" name="Paralelogramo 39">
            <a:extLst>
              <a:ext uri="{FF2B5EF4-FFF2-40B4-BE49-F238E27FC236}">
                <a16:creationId xmlns:a16="http://schemas.microsoft.com/office/drawing/2014/main" id="{07BCF10F-C8E4-2BED-2591-80BC856B0D35}"/>
              </a:ext>
            </a:extLst>
          </p:cNvPr>
          <p:cNvSpPr/>
          <p:nvPr/>
        </p:nvSpPr>
        <p:spPr>
          <a:xfrm>
            <a:off x="10555528" y="2847042"/>
            <a:ext cx="1008000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ZPR_SPLITS</a:t>
            </a:r>
            <a:endParaRPr lang="es-ES_tradnl" sz="600" b="1">
              <a:latin typeface="Arial Nova" panose="020B0504020202020204" pitchFamily="34" charset="0"/>
            </a:endParaRPr>
          </a:p>
        </p:txBody>
      </p:sp>
      <p:sp>
        <p:nvSpPr>
          <p:cNvPr id="41" name="CuadroTexto 118">
            <a:extLst>
              <a:ext uri="{FF2B5EF4-FFF2-40B4-BE49-F238E27FC236}">
                <a16:creationId xmlns:a16="http://schemas.microsoft.com/office/drawing/2014/main" id="{27FFACDA-1E39-E716-A3E4-25C438F6E37E}"/>
              </a:ext>
            </a:extLst>
          </p:cNvPr>
          <p:cNvSpPr txBox="1"/>
          <p:nvPr/>
        </p:nvSpPr>
        <p:spPr>
          <a:xfrm>
            <a:off x="6813814" y="2860494"/>
            <a:ext cx="7416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9264B3C-9B5E-0640-BB54-8530C17C41D5}"/>
              </a:ext>
            </a:extLst>
          </p:cNvPr>
          <p:cNvCxnSpPr>
            <a:stCxn id="87" idx="3"/>
            <a:endCxn id="64" idx="1"/>
          </p:cNvCxnSpPr>
          <p:nvPr/>
        </p:nvCxnSpPr>
        <p:spPr>
          <a:xfrm>
            <a:off x="7549790" y="6099404"/>
            <a:ext cx="280674" cy="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22436351-6824-1A35-8704-8B496D9E8E00}"/>
              </a:ext>
            </a:extLst>
          </p:cNvPr>
          <p:cNvCxnSpPr>
            <a:stCxn id="86" idx="3"/>
            <a:endCxn id="63" idx="1"/>
          </p:cNvCxnSpPr>
          <p:nvPr/>
        </p:nvCxnSpPr>
        <p:spPr>
          <a:xfrm flipV="1">
            <a:off x="7549790" y="4930939"/>
            <a:ext cx="280674" cy="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F0203F99-0FF9-4E1E-28A3-3CC53085E297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1728216" y="2431217"/>
            <a:ext cx="491263" cy="1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angular 78">
            <a:extLst>
              <a:ext uri="{FF2B5EF4-FFF2-40B4-BE49-F238E27FC236}">
                <a16:creationId xmlns:a16="http://schemas.microsoft.com/office/drawing/2014/main" id="{E03405BC-F67D-F619-C6D0-321EF7709DE4}"/>
              </a:ext>
            </a:extLst>
          </p:cNvPr>
          <p:cNvCxnSpPr>
            <a:stCxn id="19" idx="3"/>
            <a:endCxn id="37" idx="1"/>
          </p:cNvCxnSpPr>
          <p:nvPr/>
        </p:nvCxnSpPr>
        <p:spPr>
          <a:xfrm flipV="1">
            <a:off x="3467364" y="2179159"/>
            <a:ext cx="3346450" cy="252058"/>
          </a:xfrm>
          <a:prstGeom prst="bentConnector3">
            <a:avLst>
              <a:gd name="adj1" fmla="val 9533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Conector angular 81">
            <a:extLst>
              <a:ext uri="{FF2B5EF4-FFF2-40B4-BE49-F238E27FC236}">
                <a16:creationId xmlns:a16="http://schemas.microsoft.com/office/drawing/2014/main" id="{BEC51E5E-94DE-7CB8-6545-BF1DA0F5CCB2}"/>
              </a:ext>
            </a:extLst>
          </p:cNvPr>
          <p:cNvCxnSpPr>
            <a:stCxn id="19" idx="3"/>
            <a:endCxn id="41" idx="1"/>
          </p:cNvCxnSpPr>
          <p:nvPr/>
        </p:nvCxnSpPr>
        <p:spPr>
          <a:xfrm>
            <a:off x="3467364" y="2431217"/>
            <a:ext cx="3346450" cy="609277"/>
          </a:xfrm>
          <a:prstGeom prst="bentConnector3">
            <a:avLst>
              <a:gd name="adj1" fmla="val 9516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2183E14B-B2DC-390B-C749-1BB6DD6DDCAE}"/>
              </a:ext>
            </a:extLst>
          </p:cNvPr>
          <p:cNvCxnSpPr>
            <a:stCxn id="41" idx="3"/>
            <a:endCxn id="40" idx="5"/>
          </p:cNvCxnSpPr>
          <p:nvPr/>
        </p:nvCxnSpPr>
        <p:spPr>
          <a:xfrm>
            <a:off x="7555414" y="3040494"/>
            <a:ext cx="3051695" cy="12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22A034E7-9FA3-5393-C5E9-695AFC195B9B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 flipV="1">
            <a:off x="7555414" y="2177801"/>
            <a:ext cx="275050" cy="1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angular 96">
            <a:extLst>
              <a:ext uri="{FF2B5EF4-FFF2-40B4-BE49-F238E27FC236}">
                <a16:creationId xmlns:a16="http://schemas.microsoft.com/office/drawing/2014/main" id="{48FF0C8F-45B9-BFEF-72DA-BAE77C423DF2}"/>
              </a:ext>
            </a:extLst>
          </p:cNvPr>
          <p:cNvCxnSpPr>
            <a:cxnSpLocks/>
            <a:stCxn id="27" idx="3"/>
            <a:endCxn id="24" idx="1"/>
          </p:cNvCxnSpPr>
          <p:nvPr/>
        </p:nvCxnSpPr>
        <p:spPr>
          <a:xfrm>
            <a:off x="3965728" y="3632923"/>
            <a:ext cx="1315853" cy="2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576A9744-AE75-2069-A4E4-924332C9E238}"/>
              </a:ext>
            </a:extLst>
          </p:cNvPr>
          <p:cNvCxnSpPr>
            <a:stCxn id="19" idx="2"/>
            <a:endCxn id="11" idx="0"/>
          </p:cNvCxnSpPr>
          <p:nvPr/>
        </p:nvCxnSpPr>
        <p:spPr>
          <a:xfrm>
            <a:off x="2843422" y="2715617"/>
            <a:ext cx="0" cy="63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7942DBAD-FA93-1055-A782-E86250108001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2843422" y="3918033"/>
            <a:ext cx="0" cy="92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angular 106">
            <a:extLst>
              <a:ext uri="{FF2B5EF4-FFF2-40B4-BE49-F238E27FC236}">
                <a16:creationId xmlns:a16="http://schemas.microsoft.com/office/drawing/2014/main" id="{CB2D94E6-3787-FD42-2B3A-A688F323071E}"/>
              </a:ext>
            </a:extLst>
          </p:cNvPr>
          <p:cNvCxnSpPr>
            <a:stCxn id="13" idx="3"/>
            <a:endCxn id="86" idx="1"/>
          </p:cNvCxnSpPr>
          <p:nvPr/>
        </p:nvCxnSpPr>
        <p:spPr>
          <a:xfrm flipV="1">
            <a:off x="3467364" y="4935947"/>
            <a:ext cx="3346450" cy="190139"/>
          </a:xfrm>
          <a:prstGeom prst="bentConnector3">
            <a:avLst>
              <a:gd name="adj1" fmla="val 947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Elipse 111">
            <a:extLst>
              <a:ext uri="{FF2B5EF4-FFF2-40B4-BE49-F238E27FC236}">
                <a16:creationId xmlns:a16="http://schemas.microsoft.com/office/drawing/2014/main" id="{53DF0827-88FE-07CB-97CB-325229734868}"/>
              </a:ext>
            </a:extLst>
          </p:cNvPr>
          <p:cNvSpPr/>
          <p:nvPr/>
        </p:nvSpPr>
        <p:spPr>
          <a:xfrm>
            <a:off x="2643915" y="5858598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C3A29DCB-3284-365E-037E-E182B16B5119}"/>
              </a:ext>
            </a:extLst>
          </p:cNvPr>
          <p:cNvCxnSpPr>
            <a:stCxn id="13" idx="2"/>
            <a:endCxn id="112" idx="0"/>
          </p:cNvCxnSpPr>
          <p:nvPr/>
        </p:nvCxnSpPr>
        <p:spPr>
          <a:xfrm flipH="1">
            <a:off x="2841915" y="5408867"/>
            <a:ext cx="1507" cy="449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4E96D35-6DF8-E5C9-E940-DF15581C2227}"/>
              </a:ext>
            </a:extLst>
          </p:cNvPr>
          <p:cNvSpPr txBox="1"/>
          <p:nvPr/>
        </p:nvSpPr>
        <p:spPr>
          <a:xfrm>
            <a:off x="6813814" y="3472328"/>
            <a:ext cx="7416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EN03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5A94DC4-8BA7-1F79-7E25-2492A68E0000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 flipV="1">
            <a:off x="7555414" y="3632923"/>
            <a:ext cx="275050" cy="5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22">
            <a:extLst>
              <a:ext uri="{FF2B5EF4-FFF2-40B4-BE49-F238E27FC236}">
                <a16:creationId xmlns:a16="http://schemas.microsoft.com/office/drawing/2014/main" id="{3B9C2DEB-01E4-E6E0-00AE-7922136C7729}"/>
              </a:ext>
            </a:extLst>
          </p:cNvPr>
          <p:cNvCxnSpPr>
            <a:stCxn id="13" idx="3"/>
            <a:endCxn id="87" idx="1"/>
          </p:cNvCxnSpPr>
          <p:nvPr/>
        </p:nvCxnSpPr>
        <p:spPr>
          <a:xfrm>
            <a:off x="3467364" y="5126086"/>
            <a:ext cx="3346450" cy="973318"/>
          </a:xfrm>
          <a:prstGeom prst="bentConnector3">
            <a:avLst>
              <a:gd name="adj1" fmla="val 947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2720C3A-4CAB-985F-2BB5-DA34C4704A87}"/>
              </a:ext>
            </a:extLst>
          </p:cNvPr>
          <p:cNvSpPr txBox="1"/>
          <p:nvPr/>
        </p:nvSpPr>
        <p:spPr>
          <a:xfrm>
            <a:off x="8910290" y="1853712"/>
            <a:ext cx="2968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F5434A1-8D41-866F-1056-D29E10B5E2EB}"/>
              </a:ext>
            </a:extLst>
          </p:cNvPr>
          <p:cNvSpPr txBox="1"/>
          <p:nvPr/>
        </p:nvSpPr>
        <p:spPr>
          <a:xfrm>
            <a:off x="138609" y="6421013"/>
            <a:ext cx="34121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 i="1"/>
              <a:t>Nota: Este escenario describe integraciones compatibles con la nube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B399E9-3961-14F6-4E64-7BAEE562EAC9}"/>
              </a:ext>
            </a:extLst>
          </p:cNvPr>
          <p:cNvSpPr txBox="1"/>
          <p:nvPr/>
        </p:nvSpPr>
        <p:spPr>
          <a:xfrm>
            <a:off x="6799848" y="4084995"/>
            <a:ext cx="749942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N-D-TR-01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0AF252B1-A4CF-AD95-B645-9D681206AEA4}"/>
              </a:ext>
            </a:extLst>
          </p:cNvPr>
          <p:cNvSpPr/>
          <p:nvPr/>
        </p:nvSpPr>
        <p:spPr>
          <a:xfrm>
            <a:off x="7828790" y="3997807"/>
            <a:ext cx="1255821" cy="50203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ZReferencias SPEI/ventanilla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6D0BBB-398B-71A9-EC08-E1DC9708AAF3}"/>
              </a:ext>
            </a:extLst>
          </p:cNvPr>
          <p:cNvSpPr txBox="1"/>
          <p:nvPr/>
        </p:nvSpPr>
        <p:spPr>
          <a:xfrm>
            <a:off x="9051254" y="3714853"/>
            <a:ext cx="1332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/>
              <a:t>* Modificar estatus en transferencias</a:t>
            </a:r>
          </a:p>
        </p:txBody>
      </p:sp>
      <p:sp>
        <p:nvSpPr>
          <p:cNvPr id="27" name="Rombo 26">
            <a:extLst>
              <a:ext uri="{FF2B5EF4-FFF2-40B4-BE49-F238E27FC236}">
                <a16:creationId xmlns:a16="http://schemas.microsoft.com/office/drawing/2014/main" id="{9C31DAD1-8822-8FA0-C140-DED5A674E7D3}"/>
              </a:ext>
            </a:extLst>
          </p:cNvPr>
          <p:cNvSpPr/>
          <p:nvPr/>
        </p:nvSpPr>
        <p:spPr>
          <a:xfrm>
            <a:off x="3614785" y="3451665"/>
            <a:ext cx="350943" cy="36251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7344750-E14D-F5D1-134D-0FE781037F9A}"/>
              </a:ext>
            </a:extLst>
          </p:cNvPr>
          <p:cNvCxnSpPr>
            <a:stCxn id="11" idx="3"/>
            <a:endCxn id="27" idx="1"/>
          </p:cNvCxnSpPr>
          <p:nvPr/>
        </p:nvCxnSpPr>
        <p:spPr>
          <a:xfrm flipV="1">
            <a:off x="3467364" y="3632923"/>
            <a:ext cx="147421" cy="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27103157-9AAE-B168-F0F8-833C2A640B21}"/>
              </a:ext>
            </a:extLst>
          </p:cNvPr>
          <p:cNvCxnSpPr>
            <a:cxnSpLocks/>
            <a:stCxn id="27" idx="2"/>
            <a:endCxn id="9" idx="1"/>
          </p:cNvCxnSpPr>
          <p:nvPr/>
        </p:nvCxnSpPr>
        <p:spPr>
          <a:xfrm rot="16200000" flipH="1">
            <a:off x="5076845" y="2527592"/>
            <a:ext cx="436414" cy="30095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BC2BB361-9997-F06B-B56B-7B3827468548}"/>
              </a:ext>
            </a:extLst>
          </p:cNvPr>
          <p:cNvCxnSpPr>
            <a:cxnSpLocks/>
            <a:stCxn id="9" idx="3"/>
            <a:endCxn id="22" idx="5"/>
          </p:cNvCxnSpPr>
          <p:nvPr/>
        </p:nvCxnSpPr>
        <p:spPr>
          <a:xfrm flipV="1">
            <a:off x="7549790" y="4248824"/>
            <a:ext cx="341754" cy="1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aralelogramo 12">
            <a:extLst>
              <a:ext uri="{FF2B5EF4-FFF2-40B4-BE49-F238E27FC236}">
                <a16:creationId xmlns:a16="http://schemas.microsoft.com/office/drawing/2014/main" id="{28620ABE-592D-1B5F-9E9D-7D3D3255C8F7}"/>
              </a:ext>
            </a:extLst>
          </p:cNvPr>
          <p:cNvSpPr/>
          <p:nvPr/>
        </p:nvSpPr>
        <p:spPr>
          <a:xfrm>
            <a:off x="8739289" y="4565319"/>
            <a:ext cx="1049189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6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36" name="Paralelogramo 12">
            <a:extLst>
              <a:ext uri="{FF2B5EF4-FFF2-40B4-BE49-F238E27FC236}">
                <a16:creationId xmlns:a16="http://schemas.microsoft.com/office/drawing/2014/main" id="{0207BAEB-550B-A260-A796-5F4EDD364CBC}"/>
              </a:ext>
            </a:extLst>
          </p:cNvPr>
          <p:cNvSpPr/>
          <p:nvPr/>
        </p:nvSpPr>
        <p:spPr>
          <a:xfrm>
            <a:off x="8825490" y="5722448"/>
            <a:ext cx="1049189" cy="27341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6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3FA684B-6484-17F9-2540-40B3802F8A8A}"/>
              </a:ext>
            </a:extLst>
          </p:cNvPr>
          <p:cNvSpPr txBox="1"/>
          <p:nvPr/>
        </p:nvSpPr>
        <p:spPr>
          <a:xfrm>
            <a:off x="6813814" y="5214993"/>
            <a:ext cx="7416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48BF0D91-7A38-7880-88E1-B76E00DDED82}"/>
              </a:ext>
            </a:extLst>
          </p:cNvPr>
          <p:cNvCxnSpPr>
            <a:cxnSpLocks/>
            <a:stCxn id="13" idx="3"/>
            <a:endCxn id="28" idx="1"/>
          </p:cNvCxnSpPr>
          <p:nvPr/>
        </p:nvCxnSpPr>
        <p:spPr>
          <a:xfrm>
            <a:off x="3467364" y="5126086"/>
            <a:ext cx="3346450" cy="254507"/>
          </a:xfrm>
          <a:prstGeom prst="bentConnector3">
            <a:avLst>
              <a:gd name="adj1" fmla="val 947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C230A9FB-EE5E-F1D9-3992-91DEDBB58DCC}"/>
              </a:ext>
            </a:extLst>
          </p:cNvPr>
          <p:cNvSpPr/>
          <p:nvPr/>
        </p:nvSpPr>
        <p:spPr>
          <a:xfrm>
            <a:off x="10507044" y="5062841"/>
            <a:ext cx="1260202" cy="3204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</a:t>
            </a:r>
            <a:r>
              <a:rPr lang="es-ES_tradnl" sz="800" b="1">
                <a:latin typeface="Arial Nova" panose="020B0504020202020204" pitchFamily="34" charset="0"/>
              </a:rPr>
              <a:t> </a:t>
            </a:r>
            <a:r>
              <a:rPr lang="es-ES_tradnl" sz="700" b="1">
                <a:latin typeface="Arial Nova" panose="020B0504020202020204" pitchFamily="34" charset="0"/>
              </a:rPr>
              <a:t>MOVBITACORA</a:t>
            </a:r>
            <a:endParaRPr lang="es-ES_tradnl" sz="800" b="1">
              <a:latin typeface="Arial Nova" panose="020B0504020202020204" pitchFamily="34" charset="0"/>
            </a:endParaRPr>
          </a:p>
        </p:txBody>
      </p: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ED2708BC-2C6B-433D-3BCE-701A8ED051D6}"/>
              </a:ext>
            </a:extLst>
          </p:cNvPr>
          <p:cNvSpPr/>
          <p:nvPr/>
        </p:nvSpPr>
        <p:spPr>
          <a:xfrm>
            <a:off x="10507044" y="5458708"/>
            <a:ext cx="1260202" cy="3204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7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39" name="Conector: angular 12">
            <a:extLst>
              <a:ext uri="{FF2B5EF4-FFF2-40B4-BE49-F238E27FC236}">
                <a16:creationId xmlns:a16="http://schemas.microsoft.com/office/drawing/2014/main" id="{9B556A01-44C9-8EA0-BCBC-A245A74E87A7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 flipV="1">
            <a:off x="7555414" y="5223041"/>
            <a:ext cx="2991680" cy="157552"/>
          </a:xfrm>
          <a:prstGeom prst="bentConnector3">
            <a:avLst>
              <a:gd name="adj1" fmla="val 90637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12">
            <a:extLst>
              <a:ext uri="{FF2B5EF4-FFF2-40B4-BE49-F238E27FC236}">
                <a16:creationId xmlns:a16="http://schemas.microsoft.com/office/drawing/2014/main" id="{1D40712C-5946-030D-E8F6-EE80C78E2F9C}"/>
              </a:ext>
            </a:extLst>
          </p:cNvPr>
          <p:cNvCxnSpPr>
            <a:cxnSpLocks/>
            <a:stCxn id="28" idx="3"/>
            <a:endCxn id="33" idx="5"/>
          </p:cNvCxnSpPr>
          <p:nvPr/>
        </p:nvCxnSpPr>
        <p:spPr>
          <a:xfrm>
            <a:off x="7555414" y="5380593"/>
            <a:ext cx="2991680" cy="238315"/>
          </a:xfrm>
          <a:prstGeom prst="bentConnector3">
            <a:avLst>
              <a:gd name="adj1" fmla="val 90637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118">
            <a:extLst>
              <a:ext uri="{FF2B5EF4-FFF2-40B4-BE49-F238E27FC236}">
                <a16:creationId xmlns:a16="http://schemas.microsoft.com/office/drawing/2014/main" id="{D80535CE-78C5-F47E-BC5F-FA1CE05749AC}"/>
              </a:ext>
            </a:extLst>
          </p:cNvPr>
          <p:cNvSpPr txBox="1"/>
          <p:nvPr/>
        </p:nvSpPr>
        <p:spPr>
          <a:xfrm>
            <a:off x="10818941" y="269614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D88153F-9DDD-958E-EE21-3B11154687E2}"/>
              </a:ext>
            </a:extLst>
          </p:cNvPr>
          <p:cNvSpPr/>
          <p:nvPr/>
        </p:nvSpPr>
        <p:spPr>
          <a:xfrm>
            <a:off x="10512073" y="3995172"/>
            <a:ext cx="1116000" cy="5020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(salida de dinero banco vs cliente)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0BCBD95-48B3-27A9-9883-A50FBA46B520}"/>
              </a:ext>
            </a:extLst>
          </p:cNvPr>
          <p:cNvSpPr txBox="1"/>
          <p:nvPr/>
        </p:nvSpPr>
        <p:spPr>
          <a:xfrm>
            <a:off x="9505911" y="4085513"/>
            <a:ext cx="771286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D-TR-01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030FE2FF-3B74-0903-2971-59BC46846CE8}"/>
              </a:ext>
            </a:extLst>
          </p:cNvPr>
          <p:cNvCxnSpPr>
            <a:cxnSpLocks/>
            <a:stCxn id="22" idx="2"/>
            <a:endCxn id="50" idx="1"/>
          </p:cNvCxnSpPr>
          <p:nvPr/>
        </p:nvCxnSpPr>
        <p:spPr>
          <a:xfrm>
            <a:off x="9021857" y="4248824"/>
            <a:ext cx="484054" cy="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59C32F77-A858-C78F-CC5F-B3D2CD33EA8A}"/>
              </a:ext>
            </a:extLst>
          </p:cNvPr>
          <p:cNvCxnSpPr>
            <a:stCxn id="50" idx="3"/>
            <a:endCxn id="48" idx="1"/>
          </p:cNvCxnSpPr>
          <p:nvPr/>
        </p:nvCxnSpPr>
        <p:spPr>
          <a:xfrm flipV="1">
            <a:off x="10277197" y="4246189"/>
            <a:ext cx="234876" cy="4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810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265-98C5-FB06-A0C0-12718FDE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25192131-90E5-DFDA-54A0-A3D21BB6965D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DDEC027-A154-0A98-E45D-A59F7492F8A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74F5595-81EC-D5CE-286A-93B626286A50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DA2DB84-B813-73EE-4E83-C26642550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3C9403-7A7F-A6B9-6A0B-6B0F96FB0397}"/>
              </a:ext>
            </a:extLst>
          </p:cNvPr>
          <p:cNvSpPr/>
          <p:nvPr/>
        </p:nvSpPr>
        <p:spPr>
          <a:xfrm>
            <a:off x="142800" y="1412758"/>
            <a:ext cx="2264069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2014113-C47D-8217-6577-F445A7E5DF8F}"/>
              </a:ext>
            </a:extLst>
          </p:cNvPr>
          <p:cNvSpPr/>
          <p:nvPr/>
        </p:nvSpPr>
        <p:spPr>
          <a:xfrm>
            <a:off x="6077548" y="1412758"/>
            <a:ext cx="1346781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D285C11-96F9-9621-0194-256E1C7A1FED}"/>
              </a:ext>
            </a:extLst>
          </p:cNvPr>
          <p:cNvSpPr/>
          <p:nvPr/>
        </p:nvSpPr>
        <p:spPr>
          <a:xfrm>
            <a:off x="7559753" y="1412758"/>
            <a:ext cx="4479288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D470D9-4819-A7E2-AF3B-A7C53C3631CD}"/>
              </a:ext>
            </a:extLst>
          </p:cNvPr>
          <p:cNvSpPr/>
          <p:nvPr/>
        </p:nvSpPr>
        <p:spPr>
          <a:xfrm>
            <a:off x="2540165" y="1412758"/>
            <a:ext cx="2139566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D0C6BBD-0246-7F71-7336-BFC366921E40}"/>
              </a:ext>
            </a:extLst>
          </p:cNvPr>
          <p:cNvSpPr txBox="1"/>
          <p:nvPr/>
        </p:nvSpPr>
        <p:spPr>
          <a:xfrm>
            <a:off x="7885675" y="2781575"/>
            <a:ext cx="7416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SD11</a:t>
            </a:r>
          </a:p>
        </p:txBody>
      </p:sp>
      <p:cxnSp>
        <p:nvCxnSpPr>
          <p:cNvPr id="38" name="Conector: angular 12">
            <a:extLst>
              <a:ext uri="{FF2B5EF4-FFF2-40B4-BE49-F238E27FC236}">
                <a16:creationId xmlns:a16="http://schemas.microsoft.com/office/drawing/2014/main" id="{163DF96A-2FE8-59CE-6385-83E1DD92AFF8}"/>
              </a:ext>
            </a:extLst>
          </p:cNvPr>
          <p:cNvCxnSpPr>
            <a:cxnSpLocks/>
            <a:stCxn id="110" idx="3"/>
            <a:endCxn id="29" idx="1"/>
          </p:cNvCxnSpPr>
          <p:nvPr/>
        </p:nvCxnSpPr>
        <p:spPr>
          <a:xfrm>
            <a:off x="3897690" y="2942922"/>
            <a:ext cx="3987985" cy="4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4363739-E2E0-06F0-0EE4-260FADA712E4}"/>
              </a:ext>
            </a:extLst>
          </p:cNvPr>
          <p:cNvSpPr txBox="1"/>
          <p:nvPr/>
        </p:nvSpPr>
        <p:spPr>
          <a:xfrm>
            <a:off x="6077548" y="1051240"/>
            <a:ext cx="5961492" cy="26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D2CCD03E-C9D9-BDB8-ABE5-E19B2E6D45D9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 flipV="1">
            <a:off x="8627275" y="2944795"/>
            <a:ext cx="321047" cy="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AC3A35-0D36-91EE-8F93-85D3C61B4C89}"/>
              </a:ext>
            </a:extLst>
          </p:cNvPr>
          <p:cNvSpPr txBox="1"/>
          <p:nvPr/>
        </p:nvSpPr>
        <p:spPr>
          <a:xfrm>
            <a:off x="142799" y="1051240"/>
            <a:ext cx="2264069" cy="26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FD392078-E512-3600-E26A-DD411126BC70}"/>
              </a:ext>
            </a:extLst>
          </p:cNvPr>
          <p:cNvSpPr/>
          <p:nvPr/>
        </p:nvSpPr>
        <p:spPr>
          <a:xfrm>
            <a:off x="924440" y="323577"/>
            <a:ext cx="604531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Devolución Credilanas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A57FDF07-97DB-495F-5FA5-E258CA778EF9}"/>
              </a:ext>
            </a:extLst>
          </p:cNvPr>
          <p:cNvSpPr/>
          <p:nvPr/>
        </p:nvSpPr>
        <p:spPr>
          <a:xfrm>
            <a:off x="8908858" y="3794471"/>
            <a:ext cx="1166837" cy="45391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BB871E87-85B1-C07B-AA31-E2005E8B6A90}"/>
              </a:ext>
            </a:extLst>
          </p:cNvPr>
          <p:cNvSpPr txBox="1"/>
          <p:nvPr/>
        </p:nvSpPr>
        <p:spPr>
          <a:xfrm>
            <a:off x="7885675" y="3841426"/>
            <a:ext cx="7416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B53B0F6D-07DF-CF1E-3265-E6D8C718038C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>
            <a:off x="8627275" y="4021426"/>
            <a:ext cx="33832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6387AD9-42B7-DE93-34C1-5CCBDE5148A2}"/>
              </a:ext>
            </a:extLst>
          </p:cNvPr>
          <p:cNvSpPr/>
          <p:nvPr/>
        </p:nvSpPr>
        <p:spPr>
          <a:xfrm>
            <a:off x="4822973" y="1412758"/>
            <a:ext cx="1119151" cy="500430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B770D3-52B2-8A76-C788-8EC04064D6C3}"/>
              </a:ext>
            </a:extLst>
          </p:cNvPr>
          <p:cNvSpPr txBox="1"/>
          <p:nvPr/>
        </p:nvSpPr>
        <p:spPr>
          <a:xfrm>
            <a:off x="4833257" y="1051240"/>
            <a:ext cx="1108867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31934C-6880-BF94-56E3-B32F89A552D6}"/>
              </a:ext>
            </a:extLst>
          </p:cNvPr>
          <p:cNvSpPr txBox="1"/>
          <p:nvPr/>
        </p:nvSpPr>
        <p:spPr>
          <a:xfrm>
            <a:off x="2537464" y="1051240"/>
            <a:ext cx="2147863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8E7AC9-9B8D-9D34-CB40-5D5597E3CA73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4B345F6C-9B72-A8A9-E619-B3241E5E77DF}"/>
              </a:ext>
            </a:extLst>
          </p:cNvPr>
          <p:cNvSpPr/>
          <p:nvPr/>
        </p:nvSpPr>
        <p:spPr>
          <a:xfrm>
            <a:off x="2673690" y="2660141"/>
            <a:ext cx="1224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Creación NCargo con referencia a NC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49A8195-5723-DBE3-FA6C-087F9FB3281A}"/>
              </a:ext>
            </a:extLst>
          </p:cNvPr>
          <p:cNvSpPr/>
          <p:nvPr/>
        </p:nvSpPr>
        <p:spPr>
          <a:xfrm>
            <a:off x="3090183" y="1809115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768D804-3FEA-FD2A-46E6-11CE2D8AADB9}"/>
              </a:ext>
            </a:extLst>
          </p:cNvPr>
          <p:cNvCxnSpPr>
            <a:cxnSpLocks/>
            <a:stCxn id="19" idx="4"/>
            <a:endCxn id="110" idx="0"/>
          </p:cNvCxnSpPr>
          <p:nvPr/>
        </p:nvCxnSpPr>
        <p:spPr>
          <a:xfrm flipH="1">
            <a:off x="3285690" y="2169115"/>
            <a:ext cx="2493" cy="49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571469F-D238-733A-1745-7B9A77A0076D}"/>
              </a:ext>
            </a:extLst>
          </p:cNvPr>
          <p:cNvSpPr/>
          <p:nvPr/>
        </p:nvSpPr>
        <p:spPr>
          <a:xfrm>
            <a:off x="8948322" y="2728795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Cargo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E118673D-48B8-4662-D567-1F2047EE7E15}"/>
              </a:ext>
            </a:extLst>
          </p:cNvPr>
          <p:cNvSpPr/>
          <p:nvPr/>
        </p:nvSpPr>
        <p:spPr>
          <a:xfrm>
            <a:off x="2673690" y="3738645"/>
            <a:ext cx="1224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 Estatus Préstamo cancelado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0BD65DD-7561-3CA6-F1C8-D598265825D1}"/>
              </a:ext>
            </a:extLst>
          </p:cNvPr>
          <p:cNvCxnSpPr>
            <a:cxnSpLocks/>
            <a:stCxn id="110" idx="2"/>
            <a:endCxn id="54" idx="0"/>
          </p:cNvCxnSpPr>
          <p:nvPr/>
        </p:nvCxnSpPr>
        <p:spPr>
          <a:xfrm>
            <a:off x="3285690" y="3225703"/>
            <a:ext cx="0" cy="512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C8D8213-5F60-2D5A-4C6D-4ABB563BC04D}"/>
              </a:ext>
            </a:extLst>
          </p:cNvPr>
          <p:cNvCxnSpPr>
            <a:cxnSpLocks/>
            <a:stCxn id="54" idx="3"/>
            <a:endCxn id="68" idx="1"/>
          </p:cNvCxnSpPr>
          <p:nvPr/>
        </p:nvCxnSpPr>
        <p:spPr>
          <a:xfrm>
            <a:off x="3897690" y="4021426"/>
            <a:ext cx="3987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41E0A3C-25BE-D2D2-F1CB-D1E3856687F6}"/>
              </a:ext>
            </a:extLst>
          </p:cNvPr>
          <p:cNvSpPr/>
          <p:nvPr/>
        </p:nvSpPr>
        <p:spPr>
          <a:xfrm>
            <a:off x="2673690" y="4727449"/>
            <a:ext cx="1224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Cancelación Bonificación y Monedero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9C104ED-9099-FCF1-4E61-B8D8E3C4F589}"/>
              </a:ext>
            </a:extLst>
          </p:cNvPr>
          <p:cNvSpPr txBox="1"/>
          <p:nvPr/>
        </p:nvSpPr>
        <p:spPr>
          <a:xfrm>
            <a:off x="7885675" y="4854307"/>
            <a:ext cx="7416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SD20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CD3E48B5-9FB6-BFBD-EDED-C2C59C5E38CF}"/>
              </a:ext>
            </a:extLst>
          </p:cNvPr>
          <p:cNvSpPr/>
          <p:nvPr/>
        </p:nvSpPr>
        <p:spPr>
          <a:xfrm>
            <a:off x="8948322" y="4806348"/>
            <a:ext cx="1116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NC Disminución de Monedero</a:t>
            </a:r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316D2DD-7B82-7475-5CC7-47CAC027530B}"/>
              </a:ext>
            </a:extLst>
          </p:cNvPr>
          <p:cNvCxnSpPr>
            <a:cxnSpLocks/>
            <a:stCxn id="78" idx="3"/>
            <a:endCxn id="86" idx="1"/>
          </p:cNvCxnSpPr>
          <p:nvPr/>
        </p:nvCxnSpPr>
        <p:spPr>
          <a:xfrm>
            <a:off x="8627275" y="5019907"/>
            <a:ext cx="321047" cy="2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: angular 12">
            <a:extLst>
              <a:ext uri="{FF2B5EF4-FFF2-40B4-BE49-F238E27FC236}">
                <a16:creationId xmlns:a16="http://schemas.microsoft.com/office/drawing/2014/main" id="{C3DAD452-0F68-8B06-AF6E-C6695265B9C5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>
            <a:off x="3897690" y="5010230"/>
            <a:ext cx="3987985" cy="96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de flecha 106">
            <a:extLst>
              <a:ext uri="{FF2B5EF4-FFF2-40B4-BE49-F238E27FC236}">
                <a16:creationId xmlns:a16="http://schemas.microsoft.com/office/drawing/2014/main" id="{0F00360E-EC57-C3E9-785F-096F770350CB}"/>
              </a:ext>
            </a:extLst>
          </p:cNvPr>
          <p:cNvCxnSpPr>
            <a:cxnSpLocks/>
            <a:stCxn id="54" idx="2"/>
            <a:endCxn id="72" idx="0"/>
          </p:cNvCxnSpPr>
          <p:nvPr/>
        </p:nvCxnSpPr>
        <p:spPr>
          <a:xfrm>
            <a:off x="3285690" y="4304207"/>
            <a:ext cx="0" cy="423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FE7B4B9-8B99-B8D3-1BBC-67EF58DDD934}"/>
              </a:ext>
            </a:extLst>
          </p:cNvPr>
          <p:cNvSpPr txBox="1"/>
          <p:nvPr/>
        </p:nvSpPr>
        <p:spPr>
          <a:xfrm>
            <a:off x="138609" y="6421013"/>
            <a:ext cx="34121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 i="1"/>
              <a:t>Nota: Este escenario describe integraciones compatibles con la nube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30AFC6-4834-E51F-5449-E9D09843C702}"/>
              </a:ext>
            </a:extLst>
          </p:cNvPr>
          <p:cNvSpPr txBox="1"/>
          <p:nvPr/>
        </p:nvSpPr>
        <p:spPr>
          <a:xfrm>
            <a:off x="10043290" y="2699130"/>
            <a:ext cx="140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8" name="CuadroTexto 111">
            <a:extLst>
              <a:ext uri="{FF2B5EF4-FFF2-40B4-BE49-F238E27FC236}">
                <a16:creationId xmlns:a16="http://schemas.microsoft.com/office/drawing/2014/main" id="{EE01ECD3-94E7-731F-B06F-27B88240AEE5}"/>
              </a:ext>
            </a:extLst>
          </p:cNvPr>
          <p:cNvSpPr txBox="1"/>
          <p:nvPr/>
        </p:nvSpPr>
        <p:spPr>
          <a:xfrm>
            <a:off x="9110928" y="1963077"/>
            <a:ext cx="792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0980D8D-4C79-06F7-566E-ABEED86AC56A}"/>
              </a:ext>
            </a:extLst>
          </p:cNvPr>
          <p:cNvCxnSpPr>
            <a:cxnSpLocks/>
            <a:stCxn id="28" idx="0"/>
            <a:endCxn id="8" idx="2"/>
          </p:cNvCxnSpPr>
          <p:nvPr/>
        </p:nvCxnSpPr>
        <p:spPr>
          <a:xfrm flipV="1">
            <a:off x="9506322" y="2287077"/>
            <a:ext cx="606" cy="441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55">
            <a:extLst>
              <a:ext uri="{FF2B5EF4-FFF2-40B4-BE49-F238E27FC236}">
                <a16:creationId xmlns:a16="http://schemas.microsoft.com/office/drawing/2014/main" id="{359D3332-AFB8-555E-EBD7-84F1B953143B}"/>
              </a:ext>
            </a:extLst>
          </p:cNvPr>
          <p:cNvSpPr txBox="1"/>
          <p:nvPr/>
        </p:nvSpPr>
        <p:spPr>
          <a:xfrm>
            <a:off x="9938125" y="1804074"/>
            <a:ext cx="1669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 la Nota Crédito No CFDI a la que se le da reversa</a:t>
            </a:r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1CC69419-54D4-819C-E053-8EC7CD22505A}"/>
              </a:ext>
            </a:extLst>
          </p:cNvPr>
          <p:cNvSpPr txBox="1"/>
          <p:nvPr/>
        </p:nvSpPr>
        <p:spPr>
          <a:xfrm>
            <a:off x="9220900" y="363548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893174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4897-A87D-EE98-ED43-3F7F312A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F30DDD2-8F77-F396-FB2E-9371D94ED6C1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5776231-2A54-D5A7-1BD3-96E5BF73B6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04797EE-B308-944D-3DDE-50BEF7541E7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00A7423-B1FC-08CA-1ED9-CBD98B77D5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E573984-E105-938A-480E-6CE59E82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ADFA4C1-46EC-9B5E-323A-55BD887555F5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BB0385-9EA2-897C-3FB6-5245BD04E3BC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6E5EC-1238-D24D-DF5E-75510F2E3EC1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BB11F-371E-D4E6-B199-D4105B95B1EF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E7ACF2-D11C-419B-1E3A-B12092E72735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3EFB894-490C-26BA-748E-C0681E805503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A26D302-7D00-2EA2-E7B5-CFE39F347CB0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328598-D1C1-7FA1-A808-7052D4318BD7}"/>
              </a:ext>
            </a:extLst>
          </p:cNvPr>
          <p:cNvSpPr txBox="1"/>
          <p:nvPr/>
        </p:nvSpPr>
        <p:spPr>
          <a:xfrm>
            <a:off x="8374933" y="228484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5BFD65-4B3D-6E42-9684-9674961E76E8}"/>
              </a:ext>
            </a:extLst>
          </p:cNvPr>
          <p:cNvSpPr/>
          <p:nvPr/>
        </p:nvSpPr>
        <p:spPr>
          <a:xfrm>
            <a:off x="10105777" y="223444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15CC494-A4AC-C8E0-AC91-53B6529B8E6F}"/>
              </a:ext>
            </a:extLst>
          </p:cNvPr>
          <p:cNvSpPr/>
          <p:nvPr/>
        </p:nvSpPr>
        <p:spPr>
          <a:xfrm>
            <a:off x="10139029" y="4186948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B15FC3F-BCDB-A1E8-8411-7AD54A8B5246}"/>
              </a:ext>
            </a:extLst>
          </p:cNvPr>
          <p:cNvSpPr txBox="1"/>
          <p:nvPr/>
        </p:nvSpPr>
        <p:spPr>
          <a:xfrm>
            <a:off x="8374933" y="416568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883E2DC-E6F6-891A-1BBD-FE4B63869626}"/>
              </a:ext>
            </a:extLst>
          </p:cNvPr>
          <p:cNvSpPr/>
          <p:nvPr/>
        </p:nvSpPr>
        <p:spPr>
          <a:xfrm>
            <a:off x="4741208" y="5108303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D9B5CD-7E58-2D0B-7423-2D2738F90345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E77C61-F116-A0A9-088C-EA9953DC8485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5E142C2-900C-B6C3-2A2D-6F348785D55B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854E2E4B-1FCB-1D49-6DC8-B3F8AB1FD3D7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450447"/>
            <a:ext cx="2733270" cy="603250"/>
          </a:xfrm>
          <a:prstGeom prst="bentConnector3">
            <a:avLst>
              <a:gd name="adj1" fmla="val 8454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786A3B57-CDC2-814D-BDDB-20725F5B08AB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3053697"/>
            <a:ext cx="2733270" cy="1277585"/>
          </a:xfrm>
          <a:prstGeom prst="bentConnector3">
            <a:avLst>
              <a:gd name="adj1" fmla="val 8427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B458D3C-8060-CDC8-AB7E-03F8547880C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454933" y="2450447"/>
            <a:ext cx="650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4E1192E-351A-D1F1-5C0A-B1547E220F28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454933" y="4331282"/>
            <a:ext cx="721644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6C2768A-6A87-452C-529D-D726A9F8C08C}"/>
              </a:ext>
            </a:extLst>
          </p:cNvPr>
          <p:cNvSpPr txBox="1"/>
          <p:nvPr/>
        </p:nvSpPr>
        <p:spPr>
          <a:xfrm>
            <a:off x="8374933" y="499256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D6CA24AC-2E42-433B-55A7-9EF30F908D7A}"/>
              </a:ext>
            </a:extLst>
          </p:cNvPr>
          <p:cNvSpPr/>
          <p:nvPr/>
        </p:nvSpPr>
        <p:spPr>
          <a:xfrm>
            <a:off x="9960127" y="495416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015967D-6627-6C9D-26A0-0F7621E78FE0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9454933" y="5158164"/>
            <a:ext cx="557741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88C1382A-2AB4-B831-E972-4D5FF3F52AFA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>
            <a:off x="5641663" y="3053697"/>
            <a:ext cx="2733270" cy="2104467"/>
          </a:xfrm>
          <a:prstGeom prst="bentConnector3">
            <a:avLst>
              <a:gd name="adj1" fmla="val 8454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3B5802-C5EE-DD94-6167-646DD8267EF6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4AD173-12AE-658E-DB9F-1B9345581AED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E8F51FB-04C9-5C20-64FF-BD9079228987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737140C-77B1-3A7B-DBF0-4292362FF514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CBCB5F27-DA9F-9C22-A2CE-C1CA2B8E43DC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9CD4B82B-60DF-6AE5-7E8D-B61E0048004D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95E73DEF-E686-2A58-D958-6A657C587BFA}"/>
              </a:ext>
            </a:extLst>
          </p:cNvPr>
          <p:cNvCxnSpPr>
            <a:cxnSpLocks/>
            <a:stCxn id="5" idx="2"/>
            <a:endCxn id="121" idx="0"/>
          </p:cNvCxnSpPr>
          <p:nvPr/>
        </p:nvCxnSpPr>
        <p:spPr>
          <a:xfrm>
            <a:off x="4921293" y="3269697"/>
            <a:ext cx="17915" cy="18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D2EC5AA-474D-C959-874A-E834D32B98D7}"/>
              </a:ext>
            </a:extLst>
          </p:cNvPr>
          <p:cNvSpPr/>
          <p:nvPr/>
        </p:nvSpPr>
        <p:spPr>
          <a:xfrm>
            <a:off x="4200923" y="2837697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cxnSp>
        <p:nvCxnSpPr>
          <p:cNvPr id="31" name="Conector angular 9">
            <a:extLst>
              <a:ext uri="{FF2B5EF4-FFF2-40B4-BE49-F238E27FC236}">
                <a16:creationId xmlns:a16="http://schemas.microsoft.com/office/drawing/2014/main" id="{BBD6050B-90B8-242D-557F-A8312B44587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02148" y="3050688"/>
            <a:ext cx="2598775" cy="30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256B82F-4B0E-4AF7-9930-23C8DF3156F8}"/>
              </a:ext>
            </a:extLst>
          </p:cNvPr>
          <p:cNvSpPr txBox="1"/>
          <p:nvPr/>
        </p:nvSpPr>
        <p:spPr>
          <a:xfrm>
            <a:off x="9836829" y="2666447"/>
            <a:ext cx="1980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985C777B-2743-55C6-8F2C-FA5AB3CC5770}"/>
              </a:ext>
            </a:extLst>
          </p:cNvPr>
          <p:cNvSpPr txBox="1"/>
          <p:nvPr/>
        </p:nvSpPr>
        <p:spPr>
          <a:xfrm>
            <a:off x="10519458" y="4001578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114220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64B6-1D96-ABC5-69A0-0F4DEFFC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5DEE693-919A-628F-2819-2055DFA5ED9C}"/>
              </a:ext>
            </a:extLst>
          </p:cNvPr>
          <p:cNvSpPr/>
          <p:nvPr/>
        </p:nvSpPr>
        <p:spPr>
          <a:xfrm>
            <a:off x="476931" y="1787857"/>
            <a:ext cx="1815859" cy="4424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5D101BD-2E43-D099-8B5F-3D1F604E62B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D5A404F-07ED-471D-3093-AF8044B2D8C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4831229-A4D3-4EBB-9A7C-C5786AD49BB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ACAACAB-8D57-5CD3-3704-291394B5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15B6812-DBAE-B29E-94C7-F0DE8C97B0B8}"/>
              </a:ext>
            </a:extLst>
          </p:cNvPr>
          <p:cNvSpPr/>
          <p:nvPr/>
        </p:nvSpPr>
        <p:spPr>
          <a:xfrm>
            <a:off x="6745319" y="1464578"/>
            <a:ext cx="529372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253D89-2307-CCBA-B630-70E294015607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3DFF877-212F-576D-CF63-BD12AA0CA1D4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DE0D08-E7A3-A697-3EE6-F105A8ABE184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0BE8ADD-6058-022E-A16B-752701D07AE5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EDF26EF7-5A2B-6CBE-5C40-356960F0B00F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</a:t>
            </a:r>
            <a:r>
              <a:rPr lang="es-MX" sz="2200" b="1" spc="-1" err="1">
                <a:latin typeface="Arial"/>
              </a:rPr>
              <a:t>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A49D57A9-191D-A52B-679D-7CE55FE8F89D}"/>
              </a:ext>
            </a:extLst>
          </p:cNvPr>
          <p:cNvSpPr/>
          <p:nvPr/>
        </p:nvSpPr>
        <p:spPr>
          <a:xfrm>
            <a:off x="821880" y="2793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Importes 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B44306D3-F4EE-ED8E-5660-EB9190B3DE61}"/>
              </a:ext>
            </a:extLst>
          </p:cNvPr>
          <p:cNvSpPr/>
          <p:nvPr/>
        </p:nvSpPr>
        <p:spPr>
          <a:xfrm>
            <a:off x="1127049" y="183732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B204EFA-7D7D-1201-7CA4-64CDDDAB024F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5F7542-4834-C616-93B7-A721E8CB9FE8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639BB9BF-7307-E552-47C0-BB1E2CF10E78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197320"/>
            <a:ext cx="4148" cy="595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2037DBF-058C-81AD-734A-F07BD6D64076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F916758-50F7-7CC8-E346-FC72FBF11657}"/>
              </a:ext>
            </a:extLst>
          </p:cNvPr>
          <p:cNvSpPr txBox="1"/>
          <p:nvPr/>
        </p:nvSpPr>
        <p:spPr>
          <a:xfrm>
            <a:off x="5190199" y="203913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PV02_CM-R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F2790FC6-FFDC-51CB-F8CB-1911E412DEB1}"/>
              </a:ext>
            </a:extLst>
          </p:cNvPr>
          <p:cNvSpPr/>
          <p:nvPr/>
        </p:nvSpPr>
        <p:spPr>
          <a:xfrm>
            <a:off x="9059840" y="3406105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3E69001-B014-5756-B17F-A06155378142}"/>
              </a:ext>
            </a:extLst>
          </p:cNvPr>
          <p:cNvSpPr txBox="1"/>
          <p:nvPr/>
        </p:nvSpPr>
        <p:spPr>
          <a:xfrm>
            <a:off x="7098294" y="203913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800">
                <a:latin typeface="Arial Nova" panose="020B0504020202020204" pitchFamily="34" charset="0"/>
              </a:rPr>
              <a:t>PV02_CM-NCR-R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F1D3B975-BF0A-1887-C170-764C3B2B058D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 flipV="1">
            <a:off x="1819922" y="2878477"/>
            <a:ext cx="3370277" cy="121728"/>
          </a:xfrm>
          <a:prstGeom prst="bentConnector3">
            <a:avLst>
              <a:gd name="adj1" fmla="val 888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ECFA343F-08EF-AD0D-7F11-CB0C5E971BA7}"/>
              </a:ext>
            </a:extLst>
          </p:cNvPr>
          <p:cNvCxnSpPr>
            <a:cxnSpLocks/>
            <a:stCxn id="64" idx="3"/>
            <a:endCxn id="43" idx="1"/>
          </p:cNvCxnSpPr>
          <p:nvPr/>
        </p:nvCxnSpPr>
        <p:spPr>
          <a:xfrm flipV="1">
            <a:off x="1819922" y="2201138"/>
            <a:ext cx="3370277" cy="799067"/>
          </a:xfrm>
          <a:prstGeom prst="bentConnector3">
            <a:avLst>
              <a:gd name="adj1" fmla="val 888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0EE04E4B-9DAA-8F8B-164D-1632095CA831}"/>
              </a:ext>
            </a:extLst>
          </p:cNvPr>
          <p:cNvCxnSpPr>
            <a:cxnSpLocks/>
            <a:stCxn id="57" idx="3"/>
            <a:endCxn id="28" idx="1"/>
          </p:cNvCxnSpPr>
          <p:nvPr/>
        </p:nvCxnSpPr>
        <p:spPr>
          <a:xfrm flipV="1">
            <a:off x="8178294" y="2200836"/>
            <a:ext cx="663833" cy="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FFD761CD-7BDC-2422-3EE6-AEF7A5A35CD7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70199" y="220113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9E8F767-8ABD-688C-9574-E3F8CC7B8B3F}"/>
              </a:ext>
            </a:extLst>
          </p:cNvPr>
          <p:cNvSpPr txBox="1"/>
          <p:nvPr/>
        </p:nvSpPr>
        <p:spPr>
          <a:xfrm>
            <a:off x="7111231" y="344985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69E6AD5D-BF58-F20F-64CE-FE2760875E2B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3000205"/>
            <a:ext cx="5291309" cy="611645"/>
          </a:xfrm>
          <a:prstGeom prst="bentConnector3">
            <a:avLst>
              <a:gd name="adj1" fmla="val 565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DCE9973B-C12D-DD3D-7BEC-62FA94F388FC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>
            <a:off x="8191231" y="3611850"/>
            <a:ext cx="921156" cy="44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21098552-CFDC-A3AA-915E-CBD65E458624}"/>
              </a:ext>
            </a:extLst>
          </p:cNvPr>
          <p:cNvSpPr/>
          <p:nvPr/>
        </p:nvSpPr>
        <p:spPr>
          <a:xfrm>
            <a:off x="823223" y="4056767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63E05DCF-D534-3862-6545-41905F73621D}"/>
              </a:ext>
            </a:extLst>
          </p:cNvPr>
          <p:cNvSpPr txBox="1"/>
          <p:nvPr/>
        </p:nvSpPr>
        <p:spPr>
          <a:xfrm>
            <a:off x="5190199" y="410880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F14C101-2AB1-8743-3128-801432B86214}"/>
              </a:ext>
            </a:extLst>
          </p:cNvPr>
          <p:cNvSpPr txBox="1"/>
          <p:nvPr/>
        </p:nvSpPr>
        <p:spPr>
          <a:xfrm>
            <a:off x="7098294" y="410880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6B48442F-1E1E-802D-481B-4C931F5EF02F}"/>
              </a:ext>
            </a:extLst>
          </p:cNvPr>
          <p:cNvSpPr/>
          <p:nvPr/>
        </p:nvSpPr>
        <p:spPr>
          <a:xfrm>
            <a:off x="8842127" y="4057821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9E19FFAA-5C5E-9C9F-84EA-F659E7887B8C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207205"/>
            <a:ext cx="1343" cy="849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D1C07B8-CCBD-DCC4-F778-448E043E43A0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4270800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0535AE25-07FA-F3BD-25A0-C24F136B5FDE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4270800"/>
            <a:ext cx="663833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C37587BC-0AB2-DBFF-51BD-ACBA8F69D073}"/>
              </a:ext>
            </a:extLst>
          </p:cNvPr>
          <p:cNvSpPr/>
          <p:nvPr/>
        </p:nvSpPr>
        <p:spPr>
          <a:xfrm>
            <a:off x="1132426" y="5520669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3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5A0EB17C-662B-BBB0-5B3A-15C7BF70A4B3}"/>
              </a:ext>
            </a:extLst>
          </p:cNvPr>
          <p:cNvCxnSpPr>
            <a:stCxn id="106" idx="2"/>
            <a:endCxn id="69" idx="0"/>
          </p:cNvCxnSpPr>
          <p:nvPr/>
        </p:nvCxnSpPr>
        <p:spPr>
          <a:xfrm>
            <a:off x="1322244" y="4470767"/>
            <a:ext cx="4116" cy="25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grama de flujo: documento 84">
            <a:extLst>
              <a:ext uri="{FF2B5EF4-FFF2-40B4-BE49-F238E27FC236}">
                <a16:creationId xmlns:a16="http://schemas.microsoft.com/office/drawing/2014/main" id="{EB4B24B5-6E8F-E125-67A5-C5C7DF901D7F}"/>
              </a:ext>
            </a:extLst>
          </p:cNvPr>
          <p:cNvSpPr/>
          <p:nvPr/>
        </p:nvSpPr>
        <p:spPr>
          <a:xfrm>
            <a:off x="8842127" y="1984836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sp>
        <p:nvSpPr>
          <p:cNvPr id="37" name="Rombo 36">
            <a:extLst>
              <a:ext uri="{FF2B5EF4-FFF2-40B4-BE49-F238E27FC236}">
                <a16:creationId xmlns:a16="http://schemas.microsoft.com/office/drawing/2014/main" id="{E13B8FD8-2645-8F6C-4113-A82DB1177812}"/>
              </a:ext>
            </a:extLst>
          </p:cNvPr>
          <p:cNvSpPr/>
          <p:nvPr/>
        </p:nvSpPr>
        <p:spPr>
          <a:xfrm>
            <a:off x="1965758" y="2872470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C659AE-CD87-0D1A-32A9-F23FE1552B57}"/>
              </a:ext>
            </a:extLst>
          </p:cNvPr>
          <p:cNvSpPr txBox="1"/>
          <p:nvPr/>
        </p:nvSpPr>
        <p:spPr>
          <a:xfrm>
            <a:off x="9858935" y="4134714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sp>
        <p:nvSpPr>
          <p:cNvPr id="54" name="CuadroTexto 56">
            <a:extLst>
              <a:ext uri="{FF2B5EF4-FFF2-40B4-BE49-F238E27FC236}">
                <a16:creationId xmlns:a16="http://schemas.microsoft.com/office/drawing/2014/main" id="{8D1B2AA1-FA76-8992-C518-8E6CA324D8CD}"/>
              </a:ext>
            </a:extLst>
          </p:cNvPr>
          <p:cNvSpPr txBox="1"/>
          <p:nvPr/>
        </p:nvSpPr>
        <p:spPr>
          <a:xfrm>
            <a:off x="5190199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55" name="CuadroTexto 56">
            <a:extLst>
              <a:ext uri="{FF2B5EF4-FFF2-40B4-BE49-F238E27FC236}">
                <a16:creationId xmlns:a16="http://schemas.microsoft.com/office/drawing/2014/main" id="{37694B0B-1DFD-D842-8192-131ED12B138E}"/>
              </a:ext>
            </a:extLst>
          </p:cNvPr>
          <p:cNvSpPr txBox="1"/>
          <p:nvPr/>
        </p:nvSpPr>
        <p:spPr>
          <a:xfrm>
            <a:off x="7109503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cxnSp>
        <p:nvCxnSpPr>
          <p:cNvPr id="59" name="Conector recto de flecha 79">
            <a:extLst>
              <a:ext uri="{FF2B5EF4-FFF2-40B4-BE49-F238E27FC236}">
                <a16:creationId xmlns:a16="http://schemas.microsoft.com/office/drawing/2014/main" id="{F369435D-FC89-297E-D4BA-83A9750B008C}"/>
              </a:ext>
            </a:extLst>
          </p:cNvPr>
          <p:cNvCxnSpPr>
            <a:cxnSpLocks/>
            <a:stCxn id="55" idx="3"/>
            <a:endCxn id="61" idx="1"/>
          </p:cNvCxnSpPr>
          <p:nvPr/>
        </p:nvCxnSpPr>
        <p:spPr>
          <a:xfrm flipV="1">
            <a:off x="8189503" y="2875582"/>
            <a:ext cx="652624" cy="2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84">
            <a:extLst>
              <a:ext uri="{FF2B5EF4-FFF2-40B4-BE49-F238E27FC236}">
                <a16:creationId xmlns:a16="http://schemas.microsoft.com/office/drawing/2014/main" id="{B2BFB710-8F57-2067-B3A5-6267290F69FE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0199" y="2878477"/>
            <a:ext cx="839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28">
            <a:extLst>
              <a:ext uri="{FF2B5EF4-FFF2-40B4-BE49-F238E27FC236}">
                <a16:creationId xmlns:a16="http://schemas.microsoft.com/office/drawing/2014/main" id="{3CDFA4EF-F239-E3A5-8C47-8EAEB6A54322}"/>
              </a:ext>
            </a:extLst>
          </p:cNvPr>
          <p:cNvSpPr/>
          <p:nvPr/>
        </p:nvSpPr>
        <p:spPr>
          <a:xfrm>
            <a:off x="8842127" y="265958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62" name="CuadroTexto 3">
            <a:extLst>
              <a:ext uri="{FF2B5EF4-FFF2-40B4-BE49-F238E27FC236}">
                <a16:creationId xmlns:a16="http://schemas.microsoft.com/office/drawing/2014/main" id="{46FE4A15-3390-674E-0B83-6BA3E2F8D418}"/>
              </a:ext>
            </a:extLst>
          </p:cNvPr>
          <p:cNvSpPr txBox="1"/>
          <p:nvPr/>
        </p:nvSpPr>
        <p:spPr>
          <a:xfrm>
            <a:off x="9863018" y="2725142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sp>
        <p:nvSpPr>
          <p:cNvPr id="69" name="Rectángulo 63">
            <a:extLst>
              <a:ext uri="{FF2B5EF4-FFF2-40B4-BE49-F238E27FC236}">
                <a16:creationId xmlns:a16="http://schemas.microsoft.com/office/drawing/2014/main" id="{F3352604-408B-E0B3-2A17-57B2686163AF}"/>
              </a:ext>
            </a:extLst>
          </p:cNvPr>
          <p:cNvSpPr/>
          <p:nvPr/>
        </p:nvSpPr>
        <p:spPr>
          <a:xfrm>
            <a:off x="790575" y="4729443"/>
            <a:ext cx="1071570" cy="5627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Reversa Importe </a:t>
            </a:r>
            <a:r>
              <a:rPr lang="es-MX" sz="900">
                <a:solidFill>
                  <a:schemeClr val="tx1"/>
                </a:solidFill>
              </a:rPr>
              <a:t>Interés</a:t>
            </a:r>
            <a:r>
              <a:rPr lang="es-MX" sz="800">
                <a:solidFill>
                  <a:schemeClr val="tx1"/>
                </a:solidFill>
              </a:rPr>
              <a:t> Cobrado</a:t>
            </a:r>
          </a:p>
          <a:p>
            <a:pPr algn="ctr"/>
            <a:r>
              <a:rPr lang="es-MX" sz="800">
                <a:solidFill>
                  <a:schemeClr val="tx1"/>
                </a:solidFill>
              </a:rPr>
              <a:t>(Dentro del Mes</a:t>
            </a:r>
            <a:r>
              <a:rPr lang="es-MX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0" name="CuadroTexto 56">
            <a:extLst>
              <a:ext uri="{FF2B5EF4-FFF2-40B4-BE49-F238E27FC236}">
                <a16:creationId xmlns:a16="http://schemas.microsoft.com/office/drawing/2014/main" id="{8F94D0BE-7437-10A4-7984-95A7DDD972D1}"/>
              </a:ext>
            </a:extLst>
          </p:cNvPr>
          <p:cNvSpPr txBox="1"/>
          <p:nvPr/>
        </p:nvSpPr>
        <p:spPr>
          <a:xfrm>
            <a:off x="5215056" y="484738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PV02_CI-R</a:t>
            </a:r>
          </a:p>
        </p:txBody>
      </p:sp>
      <p:sp>
        <p:nvSpPr>
          <p:cNvPr id="71" name="Diagrama de flujo: documento 84">
            <a:extLst>
              <a:ext uri="{FF2B5EF4-FFF2-40B4-BE49-F238E27FC236}">
                <a16:creationId xmlns:a16="http://schemas.microsoft.com/office/drawing/2014/main" id="{B283C1FA-64CA-E1BF-0669-864A0D25E518}"/>
              </a:ext>
            </a:extLst>
          </p:cNvPr>
          <p:cNvSpPr/>
          <p:nvPr/>
        </p:nvSpPr>
        <p:spPr>
          <a:xfrm>
            <a:off x="8842127" y="4684274"/>
            <a:ext cx="1080000" cy="64528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Crédito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</a:rPr>
              <a:t>CFDI - PUE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EA7B15D2-E6D6-213E-707C-005EC3DF3934}"/>
              </a:ext>
            </a:extLst>
          </p:cNvPr>
          <p:cNvSpPr txBox="1"/>
          <p:nvPr/>
        </p:nvSpPr>
        <p:spPr>
          <a:xfrm>
            <a:off x="7123151" y="484738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PV02_CI-FI-R</a:t>
            </a:r>
          </a:p>
        </p:txBody>
      </p:sp>
      <p:cxnSp>
        <p:nvCxnSpPr>
          <p:cNvPr id="75" name="Conector angular 71">
            <a:extLst>
              <a:ext uri="{FF2B5EF4-FFF2-40B4-BE49-F238E27FC236}">
                <a16:creationId xmlns:a16="http://schemas.microsoft.com/office/drawing/2014/main" id="{B9794684-380D-85F7-B202-5F7C2690A293}"/>
              </a:ext>
            </a:extLst>
          </p:cNvPr>
          <p:cNvCxnSpPr>
            <a:stCxn id="69" idx="3"/>
            <a:endCxn id="70" idx="1"/>
          </p:cNvCxnSpPr>
          <p:nvPr/>
        </p:nvCxnSpPr>
        <p:spPr>
          <a:xfrm flipV="1">
            <a:off x="1862145" y="5009387"/>
            <a:ext cx="3352911" cy="1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9">
            <a:extLst>
              <a:ext uri="{FF2B5EF4-FFF2-40B4-BE49-F238E27FC236}">
                <a16:creationId xmlns:a16="http://schemas.microsoft.com/office/drawing/2014/main" id="{73B098B5-E318-9693-D646-7AEFCE612460}"/>
              </a:ext>
            </a:extLst>
          </p:cNvPr>
          <p:cNvCxnSpPr>
            <a:cxnSpLocks/>
            <a:stCxn id="73" idx="3"/>
            <a:endCxn id="71" idx="1"/>
          </p:cNvCxnSpPr>
          <p:nvPr/>
        </p:nvCxnSpPr>
        <p:spPr>
          <a:xfrm flipV="1">
            <a:off x="8203151" y="5006918"/>
            <a:ext cx="638976" cy="2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84">
            <a:extLst>
              <a:ext uri="{FF2B5EF4-FFF2-40B4-BE49-F238E27FC236}">
                <a16:creationId xmlns:a16="http://schemas.microsoft.com/office/drawing/2014/main" id="{FB6339EA-81ED-C39D-6B27-73B3AA6D3071}"/>
              </a:ext>
            </a:extLst>
          </p:cNvPr>
          <p:cNvCxnSpPr>
            <a:stCxn id="70" idx="3"/>
            <a:endCxn id="73" idx="1"/>
          </p:cNvCxnSpPr>
          <p:nvPr/>
        </p:nvCxnSpPr>
        <p:spPr>
          <a:xfrm>
            <a:off x="6295056" y="5009387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uadroTexto 1">
            <a:extLst>
              <a:ext uri="{FF2B5EF4-FFF2-40B4-BE49-F238E27FC236}">
                <a16:creationId xmlns:a16="http://schemas.microsoft.com/office/drawing/2014/main" id="{AB0202C5-0733-7FA2-9344-540C06506CF8}"/>
              </a:ext>
            </a:extLst>
          </p:cNvPr>
          <p:cNvSpPr txBox="1"/>
          <p:nvPr/>
        </p:nvSpPr>
        <p:spPr>
          <a:xfrm>
            <a:off x="8847762" y="554474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79" name="Conector recto de flecha 4">
            <a:extLst>
              <a:ext uri="{FF2B5EF4-FFF2-40B4-BE49-F238E27FC236}">
                <a16:creationId xmlns:a16="http://schemas.microsoft.com/office/drawing/2014/main" id="{468EAAB0-0F0B-651E-E7E2-159D203C97AC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382127" y="5286901"/>
            <a:ext cx="5635" cy="25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123">
            <a:extLst>
              <a:ext uri="{FF2B5EF4-FFF2-40B4-BE49-F238E27FC236}">
                <a16:creationId xmlns:a16="http://schemas.microsoft.com/office/drawing/2014/main" id="{5A0EB17C-662B-BBB0-5B3A-15C7BF70A4B3}"/>
              </a:ext>
            </a:extLst>
          </p:cNvPr>
          <p:cNvCxnSpPr>
            <a:stCxn id="69" idx="2"/>
            <a:endCxn id="122" idx="0"/>
          </p:cNvCxnSpPr>
          <p:nvPr/>
        </p:nvCxnSpPr>
        <p:spPr>
          <a:xfrm>
            <a:off x="1326360" y="5292175"/>
            <a:ext cx="4066" cy="2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65">
            <a:extLst>
              <a:ext uri="{FF2B5EF4-FFF2-40B4-BE49-F238E27FC236}">
                <a16:creationId xmlns:a16="http://schemas.microsoft.com/office/drawing/2014/main" id="{147ED00C-E0EC-35F0-9F13-E9896476CB7C}"/>
              </a:ext>
            </a:extLst>
          </p:cNvPr>
          <p:cNvSpPr txBox="1"/>
          <p:nvPr/>
        </p:nvSpPr>
        <p:spPr>
          <a:xfrm>
            <a:off x="9991637" y="5469519"/>
            <a:ext cx="2018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 Cobro operativo que se reversa</a:t>
            </a:r>
          </a:p>
        </p:txBody>
      </p:sp>
      <p:sp>
        <p:nvSpPr>
          <p:cNvPr id="100" name="CuadroTexto 60">
            <a:extLst>
              <a:ext uri="{FF2B5EF4-FFF2-40B4-BE49-F238E27FC236}">
                <a16:creationId xmlns:a16="http://schemas.microsoft.com/office/drawing/2014/main" id="{10441DA5-5246-7857-831F-BF0651B72DC6}"/>
              </a:ext>
            </a:extLst>
          </p:cNvPr>
          <p:cNvSpPr txBox="1"/>
          <p:nvPr/>
        </p:nvSpPr>
        <p:spPr>
          <a:xfrm>
            <a:off x="10250139" y="3452075"/>
            <a:ext cx="1647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por reversa moratorios</a:t>
            </a:r>
          </a:p>
        </p:txBody>
      </p:sp>
      <p:sp>
        <p:nvSpPr>
          <p:cNvPr id="2" name="CuadroTexto 118">
            <a:extLst>
              <a:ext uri="{FF2B5EF4-FFF2-40B4-BE49-F238E27FC236}">
                <a16:creationId xmlns:a16="http://schemas.microsoft.com/office/drawing/2014/main" id="{125E343D-D5ED-20A5-071B-41841F38B012}"/>
              </a:ext>
            </a:extLst>
          </p:cNvPr>
          <p:cNvSpPr txBox="1"/>
          <p:nvPr/>
        </p:nvSpPr>
        <p:spPr>
          <a:xfrm>
            <a:off x="9442612" y="3256205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1CB2A94-38BC-0058-3B16-FD82C67EAAF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>
            <a:off x="1821265" y="4263767"/>
            <a:ext cx="3368934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450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3D5C-5E04-0F0A-B253-2CAB4CAE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91D721D0-0509-0B26-F018-1CA06790714D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BC787F6-7886-9A6B-47CE-C521BCA766E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06B933C-04BF-D09D-947D-4724DBB1A48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17F2676-8603-FF54-AF87-19C4D202F07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15259D8-D335-E41D-A785-73437DD6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33B0923-6654-726A-D4C0-A894C00EA1BE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2E74785-B42E-A384-1C53-528D59C733B4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0F394E5-2537-34D9-8E6D-FFABA32518DB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5FA2A6-51E0-91D2-8C01-23F1E74BF4EC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89B9837-6312-1E40-4010-75A51683C21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A51F185-C364-E933-4796-EE5098AE51EF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C3DE1A48-D548-1C49-374F-82D3B7FA335F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993E78-5DA5-EB58-DCB6-C0AA1B00F58D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A833DE7-6682-7453-8F8E-A647D0EA24AD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B81FE523-6234-8B5B-499F-542E441709E8}"/>
              </a:ext>
            </a:extLst>
          </p:cNvPr>
          <p:cNvCxnSpPr>
            <a:cxnSpLocks/>
            <a:stCxn id="121" idx="4"/>
            <a:endCxn id="106" idx="0"/>
          </p:cNvCxnSpPr>
          <p:nvPr/>
        </p:nvCxnSpPr>
        <p:spPr>
          <a:xfrm flipH="1">
            <a:off x="1322244" y="2333800"/>
            <a:ext cx="2805" cy="208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2E25644-AD9D-D4F8-5A5D-178422D8AE13}"/>
              </a:ext>
            </a:extLst>
          </p:cNvPr>
          <p:cNvSpPr/>
          <p:nvPr/>
        </p:nvSpPr>
        <p:spPr>
          <a:xfrm>
            <a:off x="4434773" y="1464578"/>
            <a:ext cx="21884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5E66B965-E0B0-5247-D41D-8351B9B5FE27}"/>
              </a:ext>
            </a:extLst>
          </p:cNvPr>
          <p:cNvSpPr txBox="1"/>
          <p:nvPr/>
        </p:nvSpPr>
        <p:spPr>
          <a:xfrm>
            <a:off x="9948838" y="2559679"/>
            <a:ext cx="1994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*Esta salida de dinero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DF8C46AF-A11B-113E-E1B2-E7BB7FDA8161}"/>
              </a:ext>
            </a:extLst>
          </p:cNvPr>
          <p:cNvSpPr/>
          <p:nvPr/>
        </p:nvSpPr>
        <p:spPr>
          <a:xfrm>
            <a:off x="823223" y="2541963"/>
            <a:ext cx="998042" cy="61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Importe 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400A4E8-72DC-F60E-6F22-DF986E79BFE9}"/>
              </a:ext>
            </a:extLst>
          </p:cNvPr>
          <p:cNvSpPr txBox="1"/>
          <p:nvPr/>
        </p:nvSpPr>
        <p:spPr>
          <a:xfrm>
            <a:off x="5190199" y="268648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648374C-1177-06D5-AF58-6C1AA3B63C24}"/>
              </a:ext>
            </a:extLst>
          </p:cNvPr>
          <p:cNvSpPr txBox="1"/>
          <p:nvPr/>
        </p:nvSpPr>
        <p:spPr>
          <a:xfrm>
            <a:off x="7098294" y="268648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00E3E73-1A44-746D-FF1B-D583612166FA}"/>
              </a:ext>
            </a:extLst>
          </p:cNvPr>
          <p:cNvSpPr/>
          <p:nvPr/>
        </p:nvSpPr>
        <p:spPr>
          <a:xfrm>
            <a:off x="8868839" y="263551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FFC32633-B554-616D-FB52-2FF3C7D410AC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>
            <a:off x="1821265" y="2847963"/>
            <a:ext cx="3368934" cy="5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2B2ECEB-3578-126E-F1DD-33218D560E6E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2848489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C0CF94C8-0B8D-3761-EE4B-5665A76DBA6C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2848489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BE77B90D-FD03-3E06-3401-9E94CAE3B9B3}"/>
              </a:ext>
            </a:extLst>
          </p:cNvPr>
          <p:cNvSpPr/>
          <p:nvPr/>
        </p:nvSpPr>
        <p:spPr>
          <a:xfrm>
            <a:off x="1122901" y="554444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4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AA4B0256-AAEB-EEBD-1B1A-917094890F8C}"/>
              </a:ext>
            </a:extLst>
          </p:cNvPr>
          <p:cNvCxnSpPr>
            <a:cxnSpLocks/>
            <a:stCxn id="106" idx="2"/>
            <a:endCxn id="29" idx="0"/>
          </p:cNvCxnSpPr>
          <p:nvPr/>
        </p:nvCxnSpPr>
        <p:spPr>
          <a:xfrm flipH="1">
            <a:off x="1321567" y="3153963"/>
            <a:ext cx="677" cy="1510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F55A268-BF74-524B-9798-F7400BD8D3AF}"/>
              </a:ext>
            </a:extLst>
          </p:cNvPr>
          <p:cNvSpPr txBox="1"/>
          <p:nvPr/>
        </p:nvSpPr>
        <p:spPr>
          <a:xfrm>
            <a:off x="5190199" y="390508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9805E01-7809-CA42-0004-34B16CCA716A}"/>
              </a:ext>
            </a:extLst>
          </p:cNvPr>
          <p:cNvSpPr txBox="1"/>
          <p:nvPr/>
        </p:nvSpPr>
        <p:spPr>
          <a:xfrm>
            <a:off x="7098294" y="390508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E9E11DA-940F-08B3-0C63-2A2095E64782}"/>
              </a:ext>
            </a:extLst>
          </p:cNvPr>
          <p:cNvSpPr/>
          <p:nvPr/>
        </p:nvSpPr>
        <p:spPr>
          <a:xfrm>
            <a:off x="8868839" y="385410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89D207D-C2D0-DA68-A401-F51347D12337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70199" y="406708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5C21DC-D8DB-4F37-05C1-1293A3611F8E}"/>
              </a:ext>
            </a:extLst>
          </p:cNvPr>
          <p:cNvCxnSpPr>
            <a:endCxn id="11" idx="1"/>
          </p:cNvCxnSpPr>
          <p:nvPr/>
        </p:nvCxnSpPr>
        <p:spPr>
          <a:xfrm>
            <a:off x="8189503" y="4060248"/>
            <a:ext cx="679336" cy="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FAE08C1B-77D8-45C9-3A93-1B1AB8E073B2}"/>
              </a:ext>
            </a:extLst>
          </p:cNvPr>
          <p:cNvCxnSpPr>
            <a:cxnSpLocks/>
            <a:stCxn id="106" idx="3"/>
            <a:endCxn id="9" idx="1"/>
          </p:cNvCxnSpPr>
          <p:nvPr/>
        </p:nvCxnSpPr>
        <p:spPr>
          <a:xfrm>
            <a:off x="1821265" y="2847963"/>
            <a:ext cx="3368934" cy="1219125"/>
          </a:xfrm>
          <a:prstGeom prst="bentConnector3">
            <a:avLst>
              <a:gd name="adj1" fmla="val 820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2F6460-E1EA-7389-494A-D91855050BCC}"/>
              </a:ext>
            </a:extLst>
          </p:cNvPr>
          <p:cNvSpPr txBox="1"/>
          <p:nvPr/>
        </p:nvSpPr>
        <p:spPr>
          <a:xfrm>
            <a:off x="4500695" y="2508792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AD7144A-86C5-6B50-5E18-8AD1BFD6CDC8}"/>
              </a:ext>
            </a:extLst>
          </p:cNvPr>
          <p:cNvSpPr txBox="1"/>
          <p:nvPr/>
        </p:nvSpPr>
        <p:spPr>
          <a:xfrm>
            <a:off x="4509011" y="3726758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C92D818-DCC8-E8C4-53A5-CC0C3FB72624}"/>
              </a:ext>
            </a:extLst>
          </p:cNvPr>
          <p:cNvSpPr/>
          <p:nvPr/>
        </p:nvSpPr>
        <p:spPr>
          <a:xfrm>
            <a:off x="822546" y="4664650"/>
            <a:ext cx="998042" cy="61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Importe 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DA207FD-A756-9BD8-8CA0-68EF368A2CC6}"/>
              </a:ext>
            </a:extLst>
          </p:cNvPr>
          <p:cNvCxnSpPr>
            <a:endCxn id="122" idx="0"/>
          </p:cNvCxnSpPr>
          <p:nvPr/>
        </p:nvCxnSpPr>
        <p:spPr>
          <a:xfrm>
            <a:off x="1320901" y="5171250"/>
            <a:ext cx="0" cy="373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F72A75-1C52-8C28-048F-952F18D1AEC0}"/>
              </a:ext>
            </a:extLst>
          </p:cNvPr>
          <p:cNvSpPr txBox="1"/>
          <p:nvPr/>
        </p:nvSpPr>
        <p:spPr>
          <a:xfrm>
            <a:off x="5190199" y="480299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PV02_CICMV-R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9AE82BA2-4A70-B4B5-AF07-5F096F8D9A98}"/>
              </a:ext>
            </a:extLst>
          </p:cNvPr>
          <p:cNvSpPr/>
          <p:nvPr/>
        </p:nvSpPr>
        <p:spPr>
          <a:xfrm>
            <a:off x="8868839" y="4650816"/>
            <a:ext cx="1080000" cy="62178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Fact. Nota Crédito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507AF9C-A7E7-9271-7A87-96D3AC9256F5}"/>
              </a:ext>
            </a:extLst>
          </p:cNvPr>
          <p:cNvSpPr txBox="1"/>
          <p:nvPr/>
        </p:nvSpPr>
        <p:spPr>
          <a:xfrm>
            <a:off x="7119849" y="479992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PV02_CICMV-NCR-R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4967769-D3D1-AF0E-7243-76B93A8040C1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270199" y="4964994"/>
            <a:ext cx="849650" cy="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363D910-1578-B14C-3494-6DFE14811E58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8199849" y="4961707"/>
            <a:ext cx="668990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078065D8-4664-A6C3-C3B9-6CFDEC6C1E7A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 flipV="1">
            <a:off x="1820588" y="4964994"/>
            <a:ext cx="3369611" cy="56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06A01B7-9F29-52DC-05C7-FA41D1BDD01B}"/>
              </a:ext>
            </a:extLst>
          </p:cNvPr>
          <p:cNvSpPr txBox="1"/>
          <p:nvPr/>
        </p:nvSpPr>
        <p:spPr>
          <a:xfrm>
            <a:off x="9995212" y="4640824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03D84AE-DAC4-2C26-AE44-7880C2CE4899}"/>
              </a:ext>
            </a:extLst>
          </p:cNvPr>
          <p:cNvSpPr txBox="1"/>
          <p:nvPr/>
        </p:nvSpPr>
        <p:spPr>
          <a:xfrm>
            <a:off x="9948837" y="3761935"/>
            <a:ext cx="1994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 Reversa 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salida de dinero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A351DA6-1FF4-E3BC-B6A3-11E6547D13BC}"/>
              </a:ext>
            </a:extLst>
          </p:cNvPr>
          <p:cNvSpPr txBox="1"/>
          <p:nvPr/>
        </p:nvSpPr>
        <p:spPr>
          <a:xfrm>
            <a:off x="8871783" y="5590605"/>
            <a:ext cx="1080000" cy="47768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C1E2DBAD-897E-D813-95F8-B438F059D5C9}"/>
              </a:ext>
            </a:extLst>
          </p:cNvPr>
          <p:cNvCxnSpPr>
            <a:stCxn id="37" idx="2"/>
            <a:endCxn id="65" idx="0"/>
          </p:cNvCxnSpPr>
          <p:nvPr/>
        </p:nvCxnSpPr>
        <p:spPr>
          <a:xfrm rot="16200000" flipH="1">
            <a:off x="9230754" y="5409575"/>
            <a:ext cx="359115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7">
            <a:extLst>
              <a:ext uri="{FF2B5EF4-FFF2-40B4-BE49-F238E27FC236}">
                <a16:creationId xmlns:a16="http://schemas.microsoft.com/office/drawing/2014/main" id="{00418409-1F43-FAAE-1EE6-6B4F3D3A0FC2}"/>
              </a:ext>
            </a:extLst>
          </p:cNvPr>
          <p:cNvSpPr txBox="1"/>
          <p:nvPr/>
        </p:nvSpPr>
        <p:spPr>
          <a:xfrm>
            <a:off x="5085208" y="4226269"/>
            <a:ext cx="14298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52" name="CuadroTexto 7">
            <a:extLst>
              <a:ext uri="{FF2B5EF4-FFF2-40B4-BE49-F238E27FC236}">
                <a16:creationId xmlns:a16="http://schemas.microsoft.com/office/drawing/2014/main" id="{00418409-1F43-FAAE-1EE6-6B4F3D3A0FC2}"/>
              </a:ext>
            </a:extLst>
          </p:cNvPr>
          <p:cNvSpPr txBox="1"/>
          <p:nvPr/>
        </p:nvSpPr>
        <p:spPr>
          <a:xfrm>
            <a:off x="5066158" y="3026119"/>
            <a:ext cx="1391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53" name="CuadroTexto 65">
            <a:extLst>
              <a:ext uri="{FF2B5EF4-FFF2-40B4-BE49-F238E27FC236}">
                <a16:creationId xmlns:a16="http://schemas.microsoft.com/office/drawing/2014/main" id="{147ED00C-E0EC-35F0-9F13-E9896476CB7C}"/>
              </a:ext>
            </a:extLst>
          </p:cNvPr>
          <p:cNvSpPr txBox="1"/>
          <p:nvPr/>
        </p:nvSpPr>
        <p:spPr>
          <a:xfrm>
            <a:off x="9959497" y="5478350"/>
            <a:ext cx="176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 se reversa</a:t>
            </a:r>
          </a:p>
        </p:txBody>
      </p:sp>
    </p:spTree>
    <p:extLst>
      <p:ext uri="{BB962C8B-B14F-4D97-AF65-F5344CB8AC3E}">
        <p14:creationId xmlns:p14="http://schemas.microsoft.com/office/powerpoint/2010/main" val="3889596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8403-3931-F58C-5E1F-46AC8838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785D448-0F43-3AEB-012C-7E7B4DFC8090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23887FA-38B9-C8F2-9331-3C89595D9B5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57D49CB-BA8E-6F50-35BA-DDE6FA4E488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8A30380-CFAA-63A6-7C13-DAD56BEB52AE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BE4964B-D2A1-E8FA-649C-D6315998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8D70E3F-8E97-4FB2-CA24-20E445A310E2}"/>
              </a:ext>
            </a:extLst>
          </p:cNvPr>
          <p:cNvSpPr/>
          <p:nvPr/>
        </p:nvSpPr>
        <p:spPr>
          <a:xfrm>
            <a:off x="6238178" y="1464578"/>
            <a:ext cx="583418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9C45B6-99B4-7A69-4354-6EC3A712101B}"/>
              </a:ext>
            </a:extLst>
          </p:cNvPr>
          <p:cNvSpPr/>
          <p:nvPr/>
        </p:nvSpPr>
        <p:spPr>
          <a:xfrm>
            <a:off x="2523408" y="1464578"/>
            <a:ext cx="150891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6445B9A-B48E-80E9-42D7-EDF810AFC768}"/>
              </a:ext>
            </a:extLst>
          </p:cNvPr>
          <p:cNvSpPr txBox="1"/>
          <p:nvPr/>
        </p:nvSpPr>
        <p:spPr>
          <a:xfrm>
            <a:off x="4181309" y="1096869"/>
            <a:ext cx="7857731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AFEDB3B-9510-3F65-07EB-4540316DA594}"/>
              </a:ext>
            </a:extLst>
          </p:cNvPr>
          <p:cNvSpPr txBox="1"/>
          <p:nvPr/>
        </p:nvSpPr>
        <p:spPr>
          <a:xfrm>
            <a:off x="2523407" y="1096869"/>
            <a:ext cx="1508911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90C959F-666D-DBA5-E8B4-00E4320012F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B1CCBB2-A66F-DF0B-25CD-D26182AE686B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0207CF1-F565-A872-FA71-B7229A2EDA27}"/>
              </a:ext>
            </a:extLst>
          </p:cNvPr>
          <p:cNvSpPr/>
          <p:nvPr/>
        </p:nvSpPr>
        <p:spPr>
          <a:xfrm>
            <a:off x="785947" y="3148469"/>
            <a:ext cx="1080000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Bonificaciones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682597F0-4C97-908C-2230-1DD65327B233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3A4EB43-1353-4F1E-4FAE-C968FD96A450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D48C58-F57A-3CC5-5ECE-3621452A3711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08D79AF4-2647-DDE6-1B12-F1A80DC833D8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>
            <a:off x="1325049" y="2333800"/>
            <a:ext cx="898" cy="81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6CD8D53-AF10-16B4-E03C-CD396E7EC65A}"/>
              </a:ext>
            </a:extLst>
          </p:cNvPr>
          <p:cNvSpPr/>
          <p:nvPr/>
        </p:nvSpPr>
        <p:spPr>
          <a:xfrm>
            <a:off x="4181309" y="1464578"/>
            <a:ext cx="19146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AF074A22-B43C-C43C-B04E-0CBBBDD21B34}"/>
              </a:ext>
            </a:extLst>
          </p:cNvPr>
          <p:cNvSpPr txBox="1"/>
          <p:nvPr/>
        </p:nvSpPr>
        <p:spPr>
          <a:xfrm>
            <a:off x="4740972" y="319079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PV02_CB-R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DBFD56C2-0A3C-DE8A-9310-5913332EB2E6}"/>
              </a:ext>
            </a:extLst>
          </p:cNvPr>
          <p:cNvSpPr/>
          <p:nvPr/>
        </p:nvSpPr>
        <p:spPr>
          <a:xfrm>
            <a:off x="8868839" y="2197479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(Bonificacion Capital)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1731E150-F8E5-EFE6-D63C-29C181121342}"/>
              </a:ext>
            </a:extLst>
          </p:cNvPr>
          <p:cNvSpPr txBox="1"/>
          <p:nvPr/>
        </p:nvSpPr>
        <p:spPr>
          <a:xfrm>
            <a:off x="7107064" y="236085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00" b="1">
                <a:solidFill>
                  <a:schemeClr val="bg1"/>
                </a:solidFill>
              </a:rPr>
              <a:t>PV02_CB-NCR–C-R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57D6B621-082D-FB2A-ACD4-ED4C9E6DDA47}"/>
              </a:ext>
            </a:extLst>
          </p:cNvPr>
          <p:cNvCxnSpPr>
            <a:cxnSpLocks/>
            <a:stCxn id="60" idx="3"/>
            <a:endCxn id="36" idx="1"/>
          </p:cNvCxnSpPr>
          <p:nvPr/>
        </p:nvCxnSpPr>
        <p:spPr>
          <a:xfrm flipV="1">
            <a:off x="8187064" y="2521479"/>
            <a:ext cx="681775" cy="1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734B556-9C3C-35FB-5B69-40F03DF8CEEF}"/>
              </a:ext>
            </a:extLst>
          </p:cNvPr>
          <p:cNvSpPr txBox="1"/>
          <p:nvPr/>
        </p:nvSpPr>
        <p:spPr>
          <a:xfrm>
            <a:off x="9915847" y="3862462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20" name="Diagrama de flujo: documento 84">
            <a:extLst>
              <a:ext uri="{FF2B5EF4-FFF2-40B4-BE49-F238E27FC236}">
                <a16:creationId xmlns:a16="http://schemas.microsoft.com/office/drawing/2014/main" id="{DCCF4F74-A6AA-0CA0-C075-D9FE70A6EF2F}"/>
              </a:ext>
            </a:extLst>
          </p:cNvPr>
          <p:cNvSpPr/>
          <p:nvPr/>
        </p:nvSpPr>
        <p:spPr>
          <a:xfrm>
            <a:off x="8868837" y="3036594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Nota de Cargo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2" name="Diagrama de flujo: documento 3">
            <a:extLst>
              <a:ext uri="{FF2B5EF4-FFF2-40B4-BE49-F238E27FC236}">
                <a16:creationId xmlns:a16="http://schemas.microsoft.com/office/drawing/2014/main" id="{F9223652-B112-6442-8DB8-D59B1F6EA5AA}"/>
              </a:ext>
            </a:extLst>
          </p:cNvPr>
          <p:cNvSpPr/>
          <p:nvPr/>
        </p:nvSpPr>
        <p:spPr>
          <a:xfrm>
            <a:off x="8868837" y="3862462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</a:rPr>
              <a:t>Nota de Crédito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B4F1D5E-1673-6F7D-DD84-DB16A49927B5}"/>
              </a:ext>
            </a:extLst>
          </p:cNvPr>
          <p:cNvSpPr txBox="1"/>
          <p:nvPr/>
        </p:nvSpPr>
        <p:spPr>
          <a:xfrm>
            <a:off x="7107064" y="319219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</a:rPr>
              <a:t>PV02_CB-NC-B-R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11EACED-CD73-1FA2-74E9-2D347FCCF563}"/>
              </a:ext>
            </a:extLst>
          </p:cNvPr>
          <p:cNvSpPr txBox="1"/>
          <p:nvPr/>
        </p:nvSpPr>
        <p:spPr>
          <a:xfrm>
            <a:off x="7107064" y="4016710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s-MX" sz="700"/>
              <a:t>PV02_CB-NCR-B-R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C10326D-66A5-FB73-943B-679F90898326}"/>
              </a:ext>
            </a:extLst>
          </p:cNvPr>
          <p:cNvCxnSpPr>
            <a:stCxn id="27" idx="3"/>
            <a:endCxn id="20" idx="1"/>
          </p:cNvCxnSpPr>
          <p:nvPr/>
        </p:nvCxnSpPr>
        <p:spPr>
          <a:xfrm>
            <a:off x="8187064" y="3357790"/>
            <a:ext cx="681773" cy="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64189D3-866C-E40A-F482-5FD374739856}"/>
              </a:ext>
            </a:extLst>
          </p:cNvPr>
          <p:cNvCxnSpPr>
            <a:stCxn id="28" idx="3"/>
            <a:endCxn id="22" idx="1"/>
          </p:cNvCxnSpPr>
          <p:nvPr/>
        </p:nvCxnSpPr>
        <p:spPr>
          <a:xfrm>
            <a:off x="8187064" y="4182310"/>
            <a:ext cx="681773" cy="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9E504F4F-269D-0B68-8242-983D904428FB}"/>
              </a:ext>
            </a:extLst>
          </p:cNvPr>
          <p:cNvCxnSpPr>
            <a:stCxn id="35" idx="3"/>
            <a:endCxn id="27" idx="1"/>
          </p:cNvCxnSpPr>
          <p:nvPr/>
        </p:nvCxnSpPr>
        <p:spPr>
          <a:xfrm>
            <a:off x="5820972" y="3352790"/>
            <a:ext cx="1286092" cy="5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118">
            <a:extLst>
              <a:ext uri="{FF2B5EF4-FFF2-40B4-BE49-F238E27FC236}">
                <a16:creationId xmlns:a16="http://schemas.microsoft.com/office/drawing/2014/main" id="{B370BE68-A69E-818E-BAF6-AED091A6BF8D}"/>
              </a:ext>
            </a:extLst>
          </p:cNvPr>
          <p:cNvSpPr txBox="1"/>
          <p:nvPr/>
        </p:nvSpPr>
        <p:spPr>
          <a:xfrm>
            <a:off x="7107064" y="5577407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F569CECD-5CE3-BF11-103E-4F056165296B}"/>
              </a:ext>
            </a:extLst>
          </p:cNvPr>
          <p:cNvSpPr/>
          <p:nvPr/>
        </p:nvSpPr>
        <p:spPr>
          <a:xfrm>
            <a:off x="10075583" y="5595163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BDA2E5FE-BBD0-125B-A350-536FB1C45ACF}"/>
              </a:ext>
            </a:extLst>
          </p:cNvPr>
          <p:cNvCxnSpPr>
            <a:stCxn id="64" idx="2"/>
            <a:endCxn id="71" idx="1"/>
          </p:cNvCxnSpPr>
          <p:nvPr/>
        </p:nvCxnSpPr>
        <p:spPr>
          <a:xfrm rot="16200000" flipH="1">
            <a:off x="3119036" y="1769379"/>
            <a:ext cx="2194938" cy="57811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9CA28228-D7F1-2AB5-8CBA-6C371480E5A4}"/>
              </a:ext>
            </a:extLst>
          </p:cNvPr>
          <p:cNvCxnSpPr>
            <a:stCxn id="71" idx="3"/>
            <a:endCxn id="74" idx="5"/>
          </p:cNvCxnSpPr>
          <p:nvPr/>
        </p:nvCxnSpPr>
        <p:spPr>
          <a:xfrm flipV="1">
            <a:off x="8187064" y="5745353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5AE32530-D5B9-5F8A-4ED6-D447B86DE84E}"/>
              </a:ext>
            </a:extLst>
          </p:cNvPr>
          <p:cNvSpPr txBox="1"/>
          <p:nvPr/>
        </p:nvSpPr>
        <p:spPr>
          <a:xfrm>
            <a:off x="8868837" y="490169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AB4F0AAD-6222-E71F-F715-B1F94F39F927}"/>
              </a:ext>
            </a:extLst>
          </p:cNvPr>
          <p:cNvSpPr txBox="1"/>
          <p:nvPr/>
        </p:nvSpPr>
        <p:spPr>
          <a:xfrm>
            <a:off x="9915847" y="4600912"/>
            <a:ext cx="176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 la Nota de Crédito (BonificaciónFinanciamiento) No CFD que se le da reversa</a:t>
            </a:r>
          </a:p>
        </p:txBody>
      </p: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8FEF0BC3-78DC-72E9-B43E-5E713F6A7D5B}"/>
              </a:ext>
            </a:extLst>
          </p:cNvPr>
          <p:cNvCxnSpPr>
            <a:endCxn id="82" idx="0"/>
          </p:cNvCxnSpPr>
          <p:nvPr/>
        </p:nvCxnSpPr>
        <p:spPr>
          <a:xfrm>
            <a:off x="9408837" y="4467622"/>
            <a:ext cx="0" cy="4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6B46194A-B3D9-2636-898F-BFE2FFEFD1F3}"/>
              </a:ext>
            </a:extLst>
          </p:cNvPr>
          <p:cNvCxnSpPr>
            <a:cxnSpLocks/>
            <a:stCxn id="64" idx="3"/>
            <a:endCxn id="35" idx="1"/>
          </p:cNvCxnSpPr>
          <p:nvPr/>
        </p:nvCxnSpPr>
        <p:spPr>
          <a:xfrm flipV="1">
            <a:off x="1865947" y="3352790"/>
            <a:ext cx="2875025" cy="26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4680636-DFDC-968A-BCE3-44068DB497B0}"/>
              </a:ext>
            </a:extLst>
          </p:cNvPr>
          <p:cNvSpPr txBox="1"/>
          <p:nvPr/>
        </p:nvSpPr>
        <p:spPr>
          <a:xfrm>
            <a:off x="4216505" y="3519841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3 transacciones en 1 mensaje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99FF7872-9BE5-6B54-28B0-51BEC6BEA0CF}"/>
              </a:ext>
            </a:extLst>
          </p:cNvPr>
          <p:cNvCxnSpPr>
            <a:stCxn id="35" idx="0"/>
            <a:endCxn id="60" idx="1"/>
          </p:cNvCxnSpPr>
          <p:nvPr/>
        </p:nvCxnSpPr>
        <p:spPr>
          <a:xfrm rot="5400000" flipH="1" flipV="1">
            <a:off x="5860050" y="1943776"/>
            <a:ext cx="667936" cy="18260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46905793-F8DA-FDD9-A1B8-31CE53422EF1}"/>
              </a:ext>
            </a:extLst>
          </p:cNvPr>
          <p:cNvCxnSpPr>
            <a:cxnSpLocks/>
            <a:stCxn id="35" idx="2"/>
            <a:endCxn id="28" idx="1"/>
          </p:cNvCxnSpPr>
          <p:nvPr/>
        </p:nvCxnSpPr>
        <p:spPr>
          <a:xfrm rot="16200000" flipH="1">
            <a:off x="5860258" y="2935504"/>
            <a:ext cx="667520" cy="18260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18">
            <a:extLst>
              <a:ext uri="{FF2B5EF4-FFF2-40B4-BE49-F238E27FC236}">
                <a16:creationId xmlns:a16="http://schemas.microsoft.com/office/drawing/2014/main" id="{9A359783-8887-2DFA-C8EA-8FAF749C39B7}"/>
              </a:ext>
            </a:extLst>
          </p:cNvPr>
          <p:cNvSpPr txBox="1"/>
          <p:nvPr/>
        </p:nvSpPr>
        <p:spPr>
          <a:xfrm>
            <a:off x="10417255" y="542156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6BBAA0E-72FF-33F1-6DC0-102932127558}"/>
              </a:ext>
            </a:extLst>
          </p:cNvPr>
          <p:cNvSpPr txBox="1"/>
          <p:nvPr/>
        </p:nvSpPr>
        <p:spPr>
          <a:xfrm rot="19037112">
            <a:off x="6694445" y="3566007"/>
            <a:ext cx="1746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/>
              <a:t>Cambiar orden</a:t>
            </a:r>
          </a:p>
        </p:txBody>
      </p:sp>
    </p:spTree>
    <p:extLst>
      <p:ext uri="{BB962C8B-B14F-4D97-AF65-F5344CB8AC3E}">
        <p14:creationId xmlns:p14="http://schemas.microsoft.com/office/powerpoint/2010/main" val="1134098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FBF04-A1C8-808A-F0E8-19572916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7F315F2A-4890-EC62-F27F-7EC51CC57140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A0CACDB-E1CE-3264-C43A-E30D47D0CB2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943E124-1807-E786-9B60-29D7358DBED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0738629-76A1-A32D-81AD-6C75F11B324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E1B7E2E-C824-C473-0864-591D2E9F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9651E9EE-3A63-20CF-4074-FED1240D21F5}"/>
              </a:ext>
            </a:extLst>
          </p:cNvPr>
          <p:cNvSpPr/>
          <p:nvPr/>
        </p:nvSpPr>
        <p:spPr>
          <a:xfrm>
            <a:off x="1294647" y="1337678"/>
            <a:ext cx="5888473" cy="42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Venta</a:t>
            </a:r>
          </a:p>
          <a:p>
            <a:pPr marL="630238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Procesos Periódicos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</a:t>
            </a: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Devoluciones 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trike="noStrike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s-MX" sz="28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Mercaderias</a:t>
            </a:r>
          </a:p>
        </p:txBody>
      </p:sp>
    </p:spTree>
    <p:extLst>
      <p:ext uri="{BB962C8B-B14F-4D97-AF65-F5344CB8AC3E}">
        <p14:creationId xmlns:p14="http://schemas.microsoft.com/office/powerpoint/2010/main" val="257817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142800" y="1460310"/>
            <a:ext cx="2264069" cy="50709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849DA4-9F37-28D3-B4B3-AD73A607138D}"/>
              </a:ext>
            </a:extLst>
          </p:cNvPr>
          <p:cNvSpPr/>
          <p:nvPr/>
        </p:nvSpPr>
        <p:spPr>
          <a:xfrm>
            <a:off x="6530370" y="1460310"/>
            <a:ext cx="1040463" cy="50709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7752745" y="1460310"/>
            <a:ext cx="4286295" cy="50709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A1B44D-BB0D-9AD9-51B9-A0A4253D4BE1}"/>
              </a:ext>
            </a:extLst>
          </p:cNvPr>
          <p:cNvSpPr/>
          <p:nvPr/>
        </p:nvSpPr>
        <p:spPr>
          <a:xfrm>
            <a:off x="2540165" y="1460310"/>
            <a:ext cx="1813471" cy="50709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43B74D-7ECB-C294-89DF-7823F18EF4F5}"/>
              </a:ext>
            </a:extLst>
          </p:cNvPr>
          <p:cNvSpPr/>
          <p:nvPr/>
        </p:nvSpPr>
        <p:spPr>
          <a:xfrm>
            <a:off x="383365" y="2045793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521E4BB-60B7-7BD1-E27B-FB6B5EE6E937}"/>
              </a:ext>
            </a:extLst>
          </p:cNvPr>
          <p:cNvSpPr txBox="1"/>
          <p:nvPr/>
        </p:nvSpPr>
        <p:spPr>
          <a:xfrm>
            <a:off x="5276509" y="3014359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7FB149E-E7A8-2A88-F35F-1B45F28EC585}"/>
              </a:ext>
            </a:extLst>
          </p:cNvPr>
          <p:cNvSpPr txBox="1"/>
          <p:nvPr/>
        </p:nvSpPr>
        <p:spPr>
          <a:xfrm>
            <a:off x="5276509" y="216869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SD09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9453E12D-9520-969F-80F0-161436BCD165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2183365" y="2328574"/>
            <a:ext cx="3093144" cy="849585"/>
          </a:xfrm>
          <a:prstGeom prst="bentConnector3">
            <a:avLst>
              <a:gd name="adj1" fmla="val 83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6511207" y="1093770"/>
            <a:ext cx="5527833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2ED28A75-9D5F-9EFE-A1ED-9A78D95F5A12}"/>
              </a:ext>
            </a:extLst>
          </p:cNvPr>
          <p:cNvSpPr/>
          <p:nvPr/>
        </p:nvSpPr>
        <p:spPr>
          <a:xfrm>
            <a:off x="8757090" y="2189161"/>
            <a:ext cx="1116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 de Devolución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A28BA52-1B46-7BB9-3F25-CBD5C9B2DFAF}"/>
              </a:ext>
            </a:extLst>
          </p:cNvPr>
          <p:cNvCxnSpPr>
            <a:cxnSpLocks/>
            <a:stCxn id="28" idx="3"/>
            <a:endCxn id="89" idx="1"/>
          </p:cNvCxnSpPr>
          <p:nvPr/>
        </p:nvCxnSpPr>
        <p:spPr>
          <a:xfrm>
            <a:off x="6018109" y="2332497"/>
            <a:ext cx="2738981" cy="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4503760" y="1093770"/>
            <a:ext cx="1931101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69609342-F163-0B55-F37C-F5DB9DFD5EDD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2183365" y="2328574"/>
            <a:ext cx="3093144" cy="39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96000" y="6552813"/>
            <a:ext cx="4888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</a:t>
            </a:r>
            <a:r>
              <a:rPr lang="es-ES_tradnl" sz="1000" i="1">
                <a:latin typeface="Arial Nova" panose="020B0504020202020204" pitchFamily="34" charset="0"/>
              </a:rPr>
              <a:t>integraciones</a:t>
            </a:r>
            <a:r>
              <a:rPr lang="es-ES_tradnl" sz="1200" i="1">
                <a:latin typeface="Arial Nova" panose="020B0504020202020204" pitchFamily="34" charset="0"/>
              </a:rPr>
              <a:t>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9000" y="438480"/>
            <a:ext cx="51870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Devolución mercaderías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AA02F9A-48AD-C6A3-47C7-0F23AF4C369A}"/>
              </a:ext>
            </a:extLst>
          </p:cNvPr>
          <p:cNvSpPr/>
          <p:nvPr/>
        </p:nvSpPr>
        <p:spPr>
          <a:xfrm>
            <a:off x="10950642" y="4912842"/>
            <a:ext cx="971021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3BB1FE83-964B-57F3-B1E0-60C194FBA4B0}"/>
              </a:ext>
            </a:extLst>
          </p:cNvPr>
          <p:cNvSpPr txBox="1"/>
          <p:nvPr/>
        </p:nvSpPr>
        <p:spPr>
          <a:xfrm>
            <a:off x="9404800" y="4954617"/>
            <a:ext cx="1343687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  <a:p>
            <a:pPr algn="ctr"/>
            <a:endParaRPr lang="es-MX" sz="900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C124F668-F60F-1619-2192-018E2A85F8AC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>
            <a:off x="10748487" y="5118417"/>
            <a:ext cx="253736" cy="748"/>
          </a:xfrm>
          <a:prstGeom prst="bentConnector3">
            <a:avLst>
              <a:gd name="adj1" fmla="val 50000"/>
            </a:avLst>
          </a:prstGeom>
          <a:ln w="127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58E65722-3973-8834-F11B-F22F9D9EDCB7}"/>
              </a:ext>
            </a:extLst>
          </p:cNvPr>
          <p:cNvSpPr/>
          <p:nvPr/>
        </p:nvSpPr>
        <p:spPr>
          <a:xfrm>
            <a:off x="10577621" y="2889990"/>
            <a:ext cx="1224000" cy="252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MOVBITACORA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E5CF9D4C-0D31-F886-2E6A-A614346A1D15}"/>
              </a:ext>
            </a:extLst>
          </p:cNvPr>
          <p:cNvSpPr/>
          <p:nvPr/>
        </p:nvSpPr>
        <p:spPr>
          <a:xfrm>
            <a:off x="10577621" y="3240570"/>
            <a:ext cx="1228011" cy="252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 </a:t>
            </a:r>
          </a:p>
          <a:p>
            <a:pPr algn="ctr"/>
            <a:r>
              <a:rPr lang="es-ES_tradnl" sz="700" b="1">
                <a:latin typeface="Arial Nova" panose="020B0504020202020204" pitchFamily="34" charset="0"/>
              </a:rPr>
              <a:t>MOVTIEMPO</a:t>
            </a:r>
          </a:p>
        </p:txBody>
      </p:sp>
      <p:cxnSp>
        <p:nvCxnSpPr>
          <p:cNvPr id="76" name="Conector: angular 12">
            <a:extLst>
              <a:ext uri="{FF2B5EF4-FFF2-40B4-BE49-F238E27FC236}">
                <a16:creationId xmlns:a16="http://schemas.microsoft.com/office/drawing/2014/main" id="{DFAEF698-8770-754E-B8AC-1D368308E2E0}"/>
              </a:ext>
            </a:extLst>
          </p:cNvPr>
          <p:cNvCxnSpPr>
            <a:cxnSpLocks/>
            <a:stCxn id="20" idx="3"/>
            <a:endCxn id="73" idx="5"/>
          </p:cNvCxnSpPr>
          <p:nvPr/>
        </p:nvCxnSpPr>
        <p:spPr>
          <a:xfrm flipV="1">
            <a:off x="6018109" y="3015990"/>
            <a:ext cx="4591012" cy="1621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12">
            <a:extLst>
              <a:ext uri="{FF2B5EF4-FFF2-40B4-BE49-F238E27FC236}">
                <a16:creationId xmlns:a16="http://schemas.microsoft.com/office/drawing/2014/main" id="{78454F2C-F0AB-2E16-F03F-3F7F9C45032B}"/>
              </a:ext>
            </a:extLst>
          </p:cNvPr>
          <p:cNvCxnSpPr>
            <a:cxnSpLocks/>
            <a:stCxn id="20" idx="3"/>
            <a:endCxn id="74" idx="5"/>
          </p:cNvCxnSpPr>
          <p:nvPr/>
        </p:nvCxnSpPr>
        <p:spPr>
          <a:xfrm>
            <a:off x="6018109" y="3178159"/>
            <a:ext cx="4591012" cy="1884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E7DFD576-F309-FE87-FB7C-0D468CB319B0}"/>
              </a:ext>
            </a:extLst>
          </p:cNvPr>
          <p:cNvCxnSpPr>
            <a:cxnSpLocks/>
            <a:stCxn id="17" idx="3"/>
            <a:endCxn id="38" idx="1"/>
          </p:cNvCxnSpPr>
          <p:nvPr/>
        </p:nvCxnSpPr>
        <p:spPr>
          <a:xfrm>
            <a:off x="2183365" y="2328574"/>
            <a:ext cx="3093144" cy="1299206"/>
          </a:xfrm>
          <a:prstGeom prst="bentConnector3">
            <a:avLst>
              <a:gd name="adj1" fmla="val 838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4D6824C-1AA5-273A-0F12-3A6AED5F5BA3}"/>
              </a:ext>
            </a:extLst>
          </p:cNvPr>
          <p:cNvSpPr/>
          <p:nvPr/>
        </p:nvSpPr>
        <p:spPr>
          <a:xfrm>
            <a:off x="8757090" y="2578721"/>
            <a:ext cx="1116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NC devolución CFDI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073A44C-4B29-210C-D605-2ED501EB3A1C}"/>
              </a:ext>
            </a:extLst>
          </p:cNvPr>
          <p:cNvSpPr txBox="1"/>
          <p:nvPr/>
        </p:nvSpPr>
        <p:spPr>
          <a:xfrm>
            <a:off x="5276509" y="2567195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SD10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B330CC4-45BF-908C-29B5-1A6C3B51D2B6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 flipV="1">
            <a:off x="6018109" y="2722721"/>
            <a:ext cx="2738981" cy="8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B386FC9-0008-08B3-596E-6975DF2C352C}"/>
              </a:ext>
            </a:extLst>
          </p:cNvPr>
          <p:cNvSpPr txBox="1"/>
          <p:nvPr/>
        </p:nvSpPr>
        <p:spPr>
          <a:xfrm>
            <a:off x="166313" y="4164778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E532EA98-1F99-B00B-10CE-0AA17118BAD2}"/>
              </a:ext>
            </a:extLst>
          </p:cNvPr>
          <p:cNvSpPr/>
          <p:nvPr/>
        </p:nvSpPr>
        <p:spPr>
          <a:xfrm>
            <a:off x="659742" y="3190185"/>
            <a:ext cx="1249029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Arial Nova" panose="020B0504020202020204" pitchFamily="34" charset="0"/>
            </a:endParaRPr>
          </a:p>
        </p:txBody>
      </p:sp>
      <p:cxnSp>
        <p:nvCxnSpPr>
          <p:cNvPr id="39" name="Conector: angular 12">
            <a:extLst>
              <a:ext uri="{FF2B5EF4-FFF2-40B4-BE49-F238E27FC236}">
                <a16:creationId xmlns:a16="http://schemas.microsoft.com/office/drawing/2014/main" id="{8EE09382-D0B5-04A5-3D3D-D7B25498136E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2183365" y="2328574"/>
            <a:ext cx="3093144" cy="402421"/>
          </a:xfrm>
          <a:prstGeom prst="bentConnector3">
            <a:avLst>
              <a:gd name="adj1" fmla="val 83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12">
            <a:extLst>
              <a:ext uri="{FF2B5EF4-FFF2-40B4-BE49-F238E27FC236}">
                <a16:creationId xmlns:a16="http://schemas.microsoft.com/office/drawing/2014/main" id="{36E817ED-123B-6009-1335-9089DFA41386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16200000" flipH="1">
            <a:off x="994396" y="2900324"/>
            <a:ext cx="578830" cy="8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AE5B07-255F-3363-E932-03E51D14784E}"/>
              </a:ext>
            </a:extLst>
          </p:cNvPr>
          <p:cNvSpPr/>
          <p:nvPr/>
        </p:nvSpPr>
        <p:spPr>
          <a:xfrm>
            <a:off x="4503761" y="1460309"/>
            <a:ext cx="1931101" cy="507091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A1121B-41B2-3D11-89F3-67A5D32CEC5C}"/>
              </a:ext>
            </a:extLst>
          </p:cNvPr>
          <p:cNvSpPr txBox="1"/>
          <p:nvPr/>
        </p:nvSpPr>
        <p:spPr>
          <a:xfrm>
            <a:off x="2705391" y="5180718"/>
            <a:ext cx="1220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52CFF72C-415D-B251-1856-8E22CAD7769B}"/>
              </a:ext>
            </a:extLst>
          </p:cNvPr>
          <p:cNvSpPr/>
          <p:nvPr/>
        </p:nvSpPr>
        <p:spPr>
          <a:xfrm>
            <a:off x="9776486" y="2532458"/>
            <a:ext cx="1250965" cy="30862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6D9E91FC-A680-753F-3B5A-61FA22721BE8}"/>
              </a:ext>
            </a:extLst>
          </p:cNvPr>
          <p:cNvSpPr/>
          <p:nvPr/>
        </p:nvSpPr>
        <p:spPr>
          <a:xfrm>
            <a:off x="9754553" y="2130806"/>
            <a:ext cx="1300133" cy="31214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 Crédito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CF88EE-7513-16F3-C154-4E6470020518}"/>
              </a:ext>
            </a:extLst>
          </p:cNvPr>
          <p:cNvSpPr txBox="1"/>
          <p:nvPr/>
        </p:nvSpPr>
        <p:spPr>
          <a:xfrm>
            <a:off x="2540166" y="1090097"/>
            <a:ext cx="1813471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A42FA3-9194-7C73-E220-E0A99E3E9CB0}"/>
              </a:ext>
            </a:extLst>
          </p:cNvPr>
          <p:cNvSpPr txBox="1"/>
          <p:nvPr/>
        </p:nvSpPr>
        <p:spPr>
          <a:xfrm>
            <a:off x="160621" y="1074019"/>
            <a:ext cx="2240462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A42B7A2-BEA1-76EE-29E3-72E45915B515}"/>
              </a:ext>
            </a:extLst>
          </p:cNvPr>
          <p:cNvSpPr/>
          <p:nvPr/>
        </p:nvSpPr>
        <p:spPr>
          <a:xfrm>
            <a:off x="2787200" y="4913853"/>
            <a:ext cx="977509" cy="420373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18AD9BC2-6C89-45EA-DCD6-DF01C5CBE199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>
            <a:off x="2183365" y="2328574"/>
            <a:ext cx="1092590" cy="25852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1994CE5-753E-2F44-067F-518A808ABB57}"/>
              </a:ext>
            </a:extLst>
          </p:cNvPr>
          <p:cNvSpPr txBox="1"/>
          <p:nvPr/>
        </p:nvSpPr>
        <p:spPr>
          <a:xfrm>
            <a:off x="5276509" y="6049686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SD32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A3A2774-F5F5-CA52-9E58-E311C2FDEA17}"/>
              </a:ext>
            </a:extLst>
          </p:cNvPr>
          <p:cNvSpPr/>
          <p:nvPr/>
        </p:nvSpPr>
        <p:spPr>
          <a:xfrm>
            <a:off x="8757090" y="5994855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ND Aumento de Monedero</a:t>
            </a: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7D9AD873-6129-451C-3FD8-DA21C415A4CC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 flipV="1">
            <a:off x="6018109" y="6209055"/>
            <a:ext cx="2738981" cy="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12">
            <a:extLst>
              <a:ext uri="{FF2B5EF4-FFF2-40B4-BE49-F238E27FC236}">
                <a16:creationId xmlns:a16="http://schemas.microsoft.com/office/drawing/2014/main" id="{AD6D21DF-1DCB-0A71-31E8-C77DFC45FD52}"/>
              </a:ext>
            </a:extLst>
          </p:cNvPr>
          <p:cNvCxnSpPr>
            <a:cxnSpLocks/>
            <a:stCxn id="17" idx="3"/>
            <a:endCxn id="64" idx="1"/>
          </p:cNvCxnSpPr>
          <p:nvPr/>
        </p:nvCxnSpPr>
        <p:spPr>
          <a:xfrm>
            <a:off x="2183365" y="2328574"/>
            <a:ext cx="3093144" cy="3884912"/>
          </a:xfrm>
          <a:prstGeom prst="bentConnector3">
            <a:avLst>
              <a:gd name="adj1" fmla="val 83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F35D367-901F-2B21-0B02-E0B9FD777C6A}"/>
              </a:ext>
            </a:extLst>
          </p:cNvPr>
          <p:cNvSpPr txBox="1"/>
          <p:nvPr/>
        </p:nvSpPr>
        <p:spPr>
          <a:xfrm>
            <a:off x="5276509" y="1766769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SD08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C1A06AB-9051-A6AB-39EA-16CE1B0FB517}"/>
              </a:ext>
            </a:extLst>
          </p:cNvPr>
          <p:cNvSpPr/>
          <p:nvPr/>
        </p:nvSpPr>
        <p:spPr>
          <a:xfrm>
            <a:off x="8757090" y="1785427"/>
            <a:ext cx="1116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 de factura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5940EE5-82AC-8D79-CABC-B9F71A082F86}"/>
              </a:ext>
            </a:extLst>
          </p:cNvPr>
          <p:cNvCxnSpPr>
            <a:cxnSpLocks/>
            <a:stCxn id="19" idx="3"/>
            <a:endCxn id="29" idx="1"/>
          </p:cNvCxnSpPr>
          <p:nvPr/>
        </p:nvCxnSpPr>
        <p:spPr>
          <a:xfrm flipV="1">
            <a:off x="6018109" y="1929427"/>
            <a:ext cx="2738981" cy="1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03201563-8480-13A2-0D27-F40EF8CF53A6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2183365" y="1930569"/>
            <a:ext cx="3093144" cy="398005"/>
          </a:xfrm>
          <a:prstGeom prst="bentConnector3">
            <a:avLst>
              <a:gd name="adj1" fmla="val 838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C3555C82-1E43-5313-D34F-180E7015678D}"/>
              </a:ext>
            </a:extLst>
          </p:cNvPr>
          <p:cNvCxnSpPr>
            <a:cxnSpLocks/>
            <a:stCxn id="23" idx="3"/>
            <a:endCxn id="68" idx="1"/>
          </p:cNvCxnSpPr>
          <p:nvPr/>
        </p:nvCxnSpPr>
        <p:spPr>
          <a:xfrm flipV="1">
            <a:off x="3764709" y="5118417"/>
            <a:ext cx="5640091" cy="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9EA660A1-65E1-098A-6A59-C87847F13683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6018109" y="3627780"/>
            <a:ext cx="2738981" cy="9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463674F-C27B-13DE-5CE4-61B677D7F128}"/>
              </a:ext>
            </a:extLst>
          </p:cNvPr>
          <p:cNvSpPr/>
          <p:nvPr/>
        </p:nvSpPr>
        <p:spPr>
          <a:xfrm>
            <a:off x="8757090" y="5524027"/>
            <a:ext cx="1116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NC Disminución de Monedero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B3354F1-60CB-371E-8548-778271C4D9BD}"/>
              </a:ext>
            </a:extLst>
          </p:cNvPr>
          <p:cNvSpPr txBox="1"/>
          <p:nvPr/>
        </p:nvSpPr>
        <p:spPr>
          <a:xfrm>
            <a:off x="5276509" y="5539015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SD20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4B60CE2-2A30-2A4C-1FDE-92CC1B34E026}"/>
              </a:ext>
            </a:extLst>
          </p:cNvPr>
          <p:cNvSpPr txBox="1"/>
          <p:nvPr/>
        </p:nvSpPr>
        <p:spPr>
          <a:xfrm>
            <a:off x="9868397" y="5477363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NC Disminución de Monedero no contabiliza, no afecta ZSplits ni tampoco se timbra</a:t>
            </a:r>
          </a:p>
        </p:txBody>
      </p:sp>
      <p:cxnSp>
        <p:nvCxnSpPr>
          <p:cNvPr id="55" name="Conector: angular 12">
            <a:extLst>
              <a:ext uri="{FF2B5EF4-FFF2-40B4-BE49-F238E27FC236}">
                <a16:creationId xmlns:a16="http://schemas.microsoft.com/office/drawing/2014/main" id="{69F7D417-229B-F1C4-11D4-9A4BC249ED7D}"/>
              </a:ext>
            </a:extLst>
          </p:cNvPr>
          <p:cNvCxnSpPr>
            <a:cxnSpLocks/>
            <a:stCxn id="17" idx="3"/>
            <a:endCxn id="50" idx="1"/>
          </p:cNvCxnSpPr>
          <p:nvPr/>
        </p:nvCxnSpPr>
        <p:spPr>
          <a:xfrm>
            <a:off x="2183365" y="2328574"/>
            <a:ext cx="3093144" cy="3374241"/>
          </a:xfrm>
          <a:prstGeom prst="bentConnector3">
            <a:avLst>
              <a:gd name="adj1" fmla="val 83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8249BCE4-09E4-AFDC-83F0-79BD4A6B4529}"/>
              </a:ext>
            </a:extLst>
          </p:cNvPr>
          <p:cNvCxnSpPr>
            <a:cxnSpLocks/>
            <a:stCxn id="50" idx="3"/>
            <a:endCxn id="48" idx="1"/>
          </p:cNvCxnSpPr>
          <p:nvPr/>
        </p:nvCxnSpPr>
        <p:spPr>
          <a:xfrm>
            <a:off x="6018109" y="5702815"/>
            <a:ext cx="2738981" cy="1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B4782868-CA11-7F5C-8B8F-DDDED3EAD515}"/>
              </a:ext>
            </a:extLst>
          </p:cNvPr>
          <p:cNvSpPr txBox="1"/>
          <p:nvPr/>
        </p:nvSpPr>
        <p:spPr>
          <a:xfrm>
            <a:off x="9919197" y="5947917"/>
            <a:ext cx="20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La ND Aumento de Monedero no contabiliza, no afecta ZSplits ni tampoco se timbra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532FC67-E893-3432-65D9-B861729BAAAF}"/>
              </a:ext>
            </a:extLst>
          </p:cNvPr>
          <p:cNvSpPr/>
          <p:nvPr/>
        </p:nvSpPr>
        <p:spPr>
          <a:xfrm>
            <a:off x="8757090" y="3492899"/>
            <a:ext cx="1116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2E20EF7-60B1-389D-332E-F18A15446F16}"/>
              </a:ext>
            </a:extLst>
          </p:cNvPr>
          <p:cNvSpPr txBox="1"/>
          <p:nvPr/>
        </p:nvSpPr>
        <p:spPr>
          <a:xfrm>
            <a:off x="5276509" y="3463980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84" name="CuadroTexto 8">
            <a:extLst>
              <a:ext uri="{FF2B5EF4-FFF2-40B4-BE49-F238E27FC236}">
                <a16:creationId xmlns:a16="http://schemas.microsoft.com/office/drawing/2014/main" id="{8256B82F-4B0E-4AF7-9930-23C8DF3156F8}"/>
              </a:ext>
            </a:extLst>
          </p:cNvPr>
          <p:cNvSpPr txBox="1"/>
          <p:nvPr/>
        </p:nvSpPr>
        <p:spPr>
          <a:xfrm>
            <a:off x="9815686" y="3519880"/>
            <a:ext cx="2119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* 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saldo). Además del valor del campo de asignación de cada uno de ellos</a:t>
            </a:r>
            <a:endParaRPr lang="es-ES_tradnl" sz="700"/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4E14899D-4F07-1FD5-A839-3719DE9CA698}"/>
              </a:ext>
            </a:extLst>
          </p:cNvPr>
          <p:cNvSpPr txBox="1"/>
          <p:nvPr/>
        </p:nvSpPr>
        <p:spPr>
          <a:xfrm>
            <a:off x="11162385" y="474670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8B4605B-A116-AAC3-5A45-C32016FA28A6}"/>
              </a:ext>
            </a:extLst>
          </p:cNvPr>
          <p:cNvSpPr txBox="1"/>
          <p:nvPr/>
        </p:nvSpPr>
        <p:spPr>
          <a:xfrm>
            <a:off x="5276509" y="4462405"/>
            <a:ext cx="72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4E8530-DDED-39D2-C078-EFCEFF79800F}"/>
              </a:ext>
            </a:extLst>
          </p:cNvPr>
          <p:cNvSpPr/>
          <p:nvPr/>
        </p:nvSpPr>
        <p:spPr>
          <a:xfrm>
            <a:off x="7957876" y="4416384"/>
            <a:ext cx="1079854" cy="433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Actualizar Reporte Dcto. ZZZ</a:t>
            </a:r>
          </a:p>
        </p:txBody>
      </p: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218C2BA9-DE98-9145-C69B-F9ACF15F1C0D}"/>
              </a:ext>
            </a:extLst>
          </p:cNvPr>
          <p:cNvCxnSpPr>
            <a:stCxn id="17" idx="3"/>
            <a:endCxn id="9" idx="1"/>
          </p:cNvCxnSpPr>
          <p:nvPr/>
        </p:nvCxnSpPr>
        <p:spPr>
          <a:xfrm>
            <a:off x="2183365" y="2328574"/>
            <a:ext cx="3093144" cy="2299431"/>
          </a:xfrm>
          <a:prstGeom prst="bentConnector3">
            <a:avLst>
              <a:gd name="adj1" fmla="val 838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E4DCBE7-8299-6C03-E492-728F6E67DE5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96509" y="4628005"/>
            <a:ext cx="1961367" cy="5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5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142800" y="1453631"/>
            <a:ext cx="1645057" cy="481540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849DA4-9F37-28D3-B4B3-AD73A607138D}"/>
              </a:ext>
            </a:extLst>
          </p:cNvPr>
          <p:cNvSpPr/>
          <p:nvPr/>
        </p:nvSpPr>
        <p:spPr>
          <a:xfrm>
            <a:off x="4567481" y="1453631"/>
            <a:ext cx="1162049" cy="481540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5833644" y="1453631"/>
            <a:ext cx="6190036" cy="481540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A1B44D-BB0D-9AD9-51B9-A0A4253D4BE1}"/>
              </a:ext>
            </a:extLst>
          </p:cNvPr>
          <p:cNvSpPr/>
          <p:nvPr/>
        </p:nvSpPr>
        <p:spPr>
          <a:xfrm>
            <a:off x="1881778" y="1453631"/>
            <a:ext cx="1663356" cy="481540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43B74D-7ECB-C294-89DF-7823F18EF4F5}"/>
              </a:ext>
            </a:extLst>
          </p:cNvPr>
          <p:cNvSpPr/>
          <p:nvPr/>
        </p:nvSpPr>
        <p:spPr>
          <a:xfrm>
            <a:off x="465251" y="2018500"/>
            <a:ext cx="1117889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4567481" y="1076954"/>
            <a:ext cx="7471561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3635368" y="1076955"/>
            <a:ext cx="828000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86383" y="6317404"/>
            <a:ext cx="974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En los movimientos administrativos y en las segmentaciones de la Nota de Crédito debe conocerse la NC devolución CFDI que les dio origen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8999" y="438480"/>
            <a:ext cx="998191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Devolución mercaderías (continuación), remanente de saldo 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AE5B07-255F-3363-E932-03E51D14784E}"/>
              </a:ext>
            </a:extLst>
          </p:cNvPr>
          <p:cNvSpPr/>
          <p:nvPr/>
        </p:nvSpPr>
        <p:spPr>
          <a:xfrm>
            <a:off x="3635368" y="1453631"/>
            <a:ext cx="828000" cy="481540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CF88EE-7513-16F3-C154-4E6470020518}"/>
              </a:ext>
            </a:extLst>
          </p:cNvPr>
          <p:cNvSpPr txBox="1"/>
          <p:nvPr/>
        </p:nvSpPr>
        <p:spPr>
          <a:xfrm>
            <a:off x="1881779" y="1076955"/>
            <a:ext cx="166335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A42FA3-9194-7C73-E220-E0A99E3E9CB0}"/>
              </a:ext>
            </a:extLst>
          </p:cNvPr>
          <p:cNvSpPr txBox="1"/>
          <p:nvPr/>
        </p:nvSpPr>
        <p:spPr>
          <a:xfrm>
            <a:off x="160621" y="1076955"/>
            <a:ext cx="1640883" cy="2634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23" name="Rectángulo 63">
            <a:extLst>
              <a:ext uri="{FF2B5EF4-FFF2-40B4-BE49-F238E27FC236}">
                <a16:creationId xmlns:a16="http://schemas.microsoft.com/office/drawing/2014/main" id="{2B02FC2D-28DE-3FA6-3524-9F5EBF03D427}"/>
              </a:ext>
            </a:extLst>
          </p:cNvPr>
          <p:cNvSpPr/>
          <p:nvPr/>
        </p:nvSpPr>
        <p:spPr>
          <a:xfrm>
            <a:off x="1984411" y="2095359"/>
            <a:ext cx="1454400" cy="7792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Evaluar situación de Factura: Si existen Cobros, bonificaciones o promociones</a:t>
            </a:r>
          </a:p>
        </p:txBody>
      </p:sp>
      <p:cxnSp>
        <p:nvCxnSpPr>
          <p:cNvPr id="124" name="Conector recto de flecha 88">
            <a:extLst>
              <a:ext uri="{FF2B5EF4-FFF2-40B4-BE49-F238E27FC236}">
                <a16:creationId xmlns:a16="http://schemas.microsoft.com/office/drawing/2014/main" id="{257C3AA1-03E7-95CE-63B6-0C77636D1531}"/>
              </a:ext>
            </a:extLst>
          </p:cNvPr>
          <p:cNvCxnSpPr>
            <a:cxnSpLocks/>
            <a:stCxn id="123" idx="2"/>
            <a:endCxn id="125" idx="0"/>
          </p:cNvCxnSpPr>
          <p:nvPr/>
        </p:nvCxnSpPr>
        <p:spPr>
          <a:xfrm>
            <a:off x="2711611" y="2874653"/>
            <a:ext cx="0" cy="309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ángulo 34">
            <a:extLst>
              <a:ext uri="{FF2B5EF4-FFF2-40B4-BE49-F238E27FC236}">
                <a16:creationId xmlns:a16="http://schemas.microsoft.com/office/drawing/2014/main" id="{CEEFFF5F-2542-15C9-D091-261043262BE0}"/>
              </a:ext>
            </a:extLst>
          </p:cNvPr>
          <p:cNvSpPr/>
          <p:nvPr/>
        </p:nvSpPr>
        <p:spPr>
          <a:xfrm>
            <a:off x="1984411" y="3184086"/>
            <a:ext cx="1454400" cy="6965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Generar Documentos Administrativos</a:t>
            </a:r>
          </a:p>
        </p:txBody>
      </p:sp>
      <p:sp>
        <p:nvSpPr>
          <p:cNvPr id="126" name="Rectángulo 1">
            <a:extLst>
              <a:ext uri="{FF2B5EF4-FFF2-40B4-BE49-F238E27FC236}">
                <a16:creationId xmlns:a16="http://schemas.microsoft.com/office/drawing/2014/main" id="{CEB27377-54B1-E848-27D8-8C986CD7C8E2}"/>
              </a:ext>
            </a:extLst>
          </p:cNvPr>
          <p:cNvSpPr/>
          <p:nvPr/>
        </p:nvSpPr>
        <p:spPr>
          <a:xfrm>
            <a:off x="7568587" y="1850810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 Débito Global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27" name="CuadroTexto 8">
            <a:extLst>
              <a:ext uri="{FF2B5EF4-FFF2-40B4-BE49-F238E27FC236}">
                <a16:creationId xmlns:a16="http://schemas.microsoft.com/office/drawing/2014/main" id="{4AEDE906-B400-4711-0719-72C67D184315}"/>
              </a:ext>
            </a:extLst>
          </p:cNvPr>
          <p:cNvSpPr txBox="1"/>
          <p:nvPr/>
        </p:nvSpPr>
        <p:spPr>
          <a:xfrm>
            <a:off x="6191486" y="1902920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128" name="CuadroTexto 12">
            <a:extLst>
              <a:ext uri="{FF2B5EF4-FFF2-40B4-BE49-F238E27FC236}">
                <a16:creationId xmlns:a16="http://schemas.microsoft.com/office/drawing/2014/main" id="{4E1065CC-3A1E-79E5-CD9F-60681EBFF7B8}"/>
              </a:ext>
            </a:extLst>
          </p:cNvPr>
          <p:cNvSpPr txBox="1"/>
          <p:nvPr/>
        </p:nvSpPr>
        <p:spPr>
          <a:xfrm>
            <a:off x="6191486" y="3498276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129" name="Rectángulo 16">
            <a:extLst>
              <a:ext uri="{FF2B5EF4-FFF2-40B4-BE49-F238E27FC236}">
                <a16:creationId xmlns:a16="http://schemas.microsoft.com/office/drawing/2014/main" id="{7BC8A5D2-A952-B3CE-BFC3-6B7D8476232A}"/>
              </a:ext>
            </a:extLst>
          </p:cNvPr>
          <p:cNvSpPr/>
          <p:nvPr/>
        </p:nvSpPr>
        <p:spPr>
          <a:xfrm>
            <a:off x="7568587" y="3446316"/>
            <a:ext cx="1034776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 Crédito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130" name="Conector angular 25">
            <a:extLst>
              <a:ext uri="{FF2B5EF4-FFF2-40B4-BE49-F238E27FC236}">
                <a16:creationId xmlns:a16="http://schemas.microsoft.com/office/drawing/2014/main" id="{347A9729-5948-0D28-4FEE-805889474AE0}"/>
              </a:ext>
            </a:extLst>
          </p:cNvPr>
          <p:cNvCxnSpPr>
            <a:cxnSpLocks/>
            <a:stCxn id="125" idx="3"/>
            <a:endCxn id="127" idx="1"/>
          </p:cNvCxnSpPr>
          <p:nvPr/>
        </p:nvCxnSpPr>
        <p:spPr>
          <a:xfrm flipV="1">
            <a:off x="3438811" y="2066720"/>
            <a:ext cx="2752675" cy="1465632"/>
          </a:xfrm>
          <a:prstGeom prst="bentConnector3">
            <a:avLst>
              <a:gd name="adj1" fmla="val 912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angular 29">
            <a:extLst>
              <a:ext uri="{FF2B5EF4-FFF2-40B4-BE49-F238E27FC236}">
                <a16:creationId xmlns:a16="http://schemas.microsoft.com/office/drawing/2014/main" id="{314A9FFD-AE13-FA23-6EC9-9190C31E71A6}"/>
              </a:ext>
            </a:extLst>
          </p:cNvPr>
          <p:cNvCxnSpPr>
            <a:cxnSpLocks/>
            <a:stCxn id="125" idx="3"/>
            <a:endCxn id="128" idx="1"/>
          </p:cNvCxnSpPr>
          <p:nvPr/>
        </p:nvCxnSpPr>
        <p:spPr>
          <a:xfrm>
            <a:off x="3438811" y="3532352"/>
            <a:ext cx="2752675" cy="129724"/>
          </a:xfrm>
          <a:prstGeom prst="bentConnector3">
            <a:avLst>
              <a:gd name="adj1" fmla="val 907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cto de flecha 32">
            <a:extLst>
              <a:ext uri="{FF2B5EF4-FFF2-40B4-BE49-F238E27FC236}">
                <a16:creationId xmlns:a16="http://schemas.microsoft.com/office/drawing/2014/main" id="{CF88938D-C1F0-63DB-FCA0-47F1FEFC92C1}"/>
              </a:ext>
            </a:extLst>
          </p:cNvPr>
          <p:cNvCxnSpPr>
            <a:cxnSpLocks/>
            <a:stCxn id="127" idx="3"/>
            <a:endCxn id="126" idx="1"/>
          </p:cNvCxnSpPr>
          <p:nvPr/>
        </p:nvCxnSpPr>
        <p:spPr>
          <a:xfrm flipV="1">
            <a:off x="6933086" y="2065010"/>
            <a:ext cx="635501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de flecha 37">
            <a:extLst>
              <a:ext uri="{FF2B5EF4-FFF2-40B4-BE49-F238E27FC236}">
                <a16:creationId xmlns:a16="http://schemas.microsoft.com/office/drawing/2014/main" id="{8E7412E0-FA8B-3801-77D7-E080138ADE65}"/>
              </a:ext>
            </a:extLst>
          </p:cNvPr>
          <p:cNvCxnSpPr>
            <a:stCxn id="128" idx="3"/>
            <a:endCxn id="129" idx="1"/>
          </p:cNvCxnSpPr>
          <p:nvPr/>
        </p:nvCxnSpPr>
        <p:spPr>
          <a:xfrm flipV="1">
            <a:off x="6933086" y="3660516"/>
            <a:ext cx="635501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uadroTexto 40">
            <a:extLst>
              <a:ext uri="{FF2B5EF4-FFF2-40B4-BE49-F238E27FC236}">
                <a16:creationId xmlns:a16="http://schemas.microsoft.com/office/drawing/2014/main" id="{C584DEBD-7988-8A59-861A-16F3B9CCB04B}"/>
              </a:ext>
            </a:extLst>
          </p:cNvPr>
          <p:cNvSpPr txBox="1"/>
          <p:nvPr/>
        </p:nvSpPr>
        <p:spPr>
          <a:xfrm>
            <a:off x="8297144" y="240362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135" name="CuadroTexto 106">
            <a:extLst>
              <a:ext uri="{FF2B5EF4-FFF2-40B4-BE49-F238E27FC236}">
                <a16:creationId xmlns:a16="http://schemas.microsoft.com/office/drawing/2014/main" id="{2F501DEA-81C6-7544-9F0F-10DF0B344053}"/>
              </a:ext>
            </a:extLst>
          </p:cNvPr>
          <p:cNvSpPr txBox="1"/>
          <p:nvPr/>
        </p:nvSpPr>
        <p:spPr>
          <a:xfrm>
            <a:off x="10730843" y="3914572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136" name="CuadroTexto 122">
            <a:extLst>
              <a:ext uri="{FF2B5EF4-FFF2-40B4-BE49-F238E27FC236}">
                <a16:creationId xmlns:a16="http://schemas.microsoft.com/office/drawing/2014/main" id="{3304E1D5-8864-B0F9-3008-75E80BDB15A4}"/>
              </a:ext>
            </a:extLst>
          </p:cNvPr>
          <p:cNvSpPr txBox="1"/>
          <p:nvPr/>
        </p:nvSpPr>
        <p:spPr>
          <a:xfrm>
            <a:off x="6191486" y="4523873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137" name="Rectángulo 123">
            <a:extLst>
              <a:ext uri="{FF2B5EF4-FFF2-40B4-BE49-F238E27FC236}">
                <a16:creationId xmlns:a16="http://schemas.microsoft.com/office/drawing/2014/main" id="{62212058-3FB1-0524-2360-C3E60AD2C8AD}"/>
              </a:ext>
            </a:extLst>
          </p:cNvPr>
          <p:cNvSpPr/>
          <p:nvPr/>
        </p:nvSpPr>
        <p:spPr>
          <a:xfrm>
            <a:off x="7568587" y="448402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 Crédito I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cxnSp>
        <p:nvCxnSpPr>
          <p:cNvPr id="139" name="Conector recto de flecha 144">
            <a:extLst>
              <a:ext uri="{FF2B5EF4-FFF2-40B4-BE49-F238E27FC236}">
                <a16:creationId xmlns:a16="http://schemas.microsoft.com/office/drawing/2014/main" id="{4398896E-0F46-4EED-9263-FCD651385952}"/>
              </a:ext>
            </a:extLst>
          </p:cNvPr>
          <p:cNvCxnSpPr>
            <a:stCxn id="136" idx="3"/>
            <a:endCxn id="137" idx="1"/>
          </p:cNvCxnSpPr>
          <p:nvPr/>
        </p:nvCxnSpPr>
        <p:spPr>
          <a:xfrm>
            <a:off x="6933086" y="4687673"/>
            <a:ext cx="635501" cy="10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uadroTexto 3">
            <a:extLst>
              <a:ext uri="{FF2B5EF4-FFF2-40B4-BE49-F238E27FC236}">
                <a16:creationId xmlns:a16="http://schemas.microsoft.com/office/drawing/2014/main" id="{B8961213-5A4D-AC39-7304-906E7A2958BB}"/>
              </a:ext>
            </a:extLst>
          </p:cNvPr>
          <p:cNvSpPr txBox="1"/>
          <p:nvPr/>
        </p:nvSpPr>
        <p:spPr>
          <a:xfrm>
            <a:off x="9460854" y="3919058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</a:t>
            </a:r>
          </a:p>
        </p:txBody>
      </p:sp>
      <p:sp>
        <p:nvSpPr>
          <p:cNvPr id="145" name="CuadroTexto 6">
            <a:extLst>
              <a:ext uri="{FF2B5EF4-FFF2-40B4-BE49-F238E27FC236}">
                <a16:creationId xmlns:a16="http://schemas.microsoft.com/office/drawing/2014/main" id="{F98F630A-F036-8C27-D9AB-CD1C396E5E76}"/>
              </a:ext>
            </a:extLst>
          </p:cNvPr>
          <p:cNvSpPr txBox="1"/>
          <p:nvPr/>
        </p:nvSpPr>
        <p:spPr>
          <a:xfrm>
            <a:off x="7231353" y="2406555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</a:t>
            </a:r>
          </a:p>
        </p:txBody>
      </p:sp>
      <p:cxnSp>
        <p:nvCxnSpPr>
          <p:cNvPr id="147" name="Conector recto de flecha 17">
            <a:extLst>
              <a:ext uri="{FF2B5EF4-FFF2-40B4-BE49-F238E27FC236}">
                <a16:creationId xmlns:a16="http://schemas.microsoft.com/office/drawing/2014/main" id="{11656432-E6AA-C4F6-EFF0-70ED601F4F51}"/>
              </a:ext>
            </a:extLst>
          </p:cNvPr>
          <p:cNvCxnSpPr>
            <a:cxnSpLocks/>
            <a:stCxn id="144" idx="3"/>
            <a:endCxn id="135" idx="1"/>
          </p:cNvCxnSpPr>
          <p:nvPr/>
        </p:nvCxnSpPr>
        <p:spPr>
          <a:xfrm flipV="1">
            <a:off x="10202454" y="4076572"/>
            <a:ext cx="528389" cy="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de flecha 31">
            <a:extLst>
              <a:ext uri="{FF2B5EF4-FFF2-40B4-BE49-F238E27FC236}">
                <a16:creationId xmlns:a16="http://schemas.microsoft.com/office/drawing/2014/main" id="{979B9B03-4C52-D3C0-2718-E211BC396FD1}"/>
              </a:ext>
            </a:extLst>
          </p:cNvPr>
          <p:cNvCxnSpPr>
            <a:stCxn id="145" idx="3"/>
            <a:endCxn id="134" idx="1"/>
          </p:cNvCxnSpPr>
          <p:nvPr/>
        </p:nvCxnSpPr>
        <p:spPr>
          <a:xfrm flipV="1">
            <a:off x="7972953" y="2565629"/>
            <a:ext cx="324191" cy="4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CuadroTexto 125">
            <a:extLst>
              <a:ext uri="{FF2B5EF4-FFF2-40B4-BE49-F238E27FC236}">
                <a16:creationId xmlns:a16="http://schemas.microsoft.com/office/drawing/2014/main" id="{8F6B7004-20E8-8B2F-9EDE-71F2A1A0CAF6}"/>
              </a:ext>
            </a:extLst>
          </p:cNvPr>
          <p:cNvSpPr txBox="1"/>
          <p:nvPr/>
        </p:nvSpPr>
        <p:spPr>
          <a:xfrm>
            <a:off x="7143750" y="2708754"/>
            <a:ext cx="2990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Crea compensación entre “N Débito Global No CFDI” y “NC devolución CFDI”</a:t>
            </a:r>
          </a:p>
        </p:txBody>
      </p:sp>
      <p:sp>
        <p:nvSpPr>
          <p:cNvPr id="150" name="CuadroTexto 59">
            <a:extLst>
              <a:ext uri="{FF2B5EF4-FFF2-40B4-BE49-F238E27FC236}">
                <a16:creationId xmlns:a16="http://schemas.microsoft.com/office/drawing/2014/main" id="{2C1EDD39-00C2-E030-D7A6-A0F45E2091CF}"/>
              </a:ext>
            </a:extLst>
          </p:cNvPr>
          <p:cNvSpPr txBox="1"/>
          <p:nvPr/>
        </p:nvSpPr>
        <p:spPr>
          <a:xfrm>
            <a:off x="6191486" y="2959929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151" name="Rectángulo 61">
            <a:extLst>
              <a:ext uri="{FF2B5EF4-FFF2-40B4-BE49-F238E27FC236}">
                <a16:creationId xmlns:a16="http://schemas.microsoft.com/office/drawing/2014/main" id="{E7CB63AE-C16B-DC6B-DBE8-18E24EE0B47E}"/>
              </a:ext>
            </a:extLst>
          </p:cNvPr>
          <p:cNvSpPr/>
          <p:nvPr/>
        </p:nvSpPr>
        <p:spPr>
          <a:xfrm>
            <a:off x="10761483" y="2895221"/>
            <a:ext cx="1036391" cy="4472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 Débito Promoción/ Bonificación</a:t>
            </a:r>
          </a:p>
        </p:txBody>
      </p:sp>
      <p:cxnSp>
        <p:nvCxnSpPr>
          <p:cNvPr id="152" name="Conector recto de flecha 62">
            <a:extLst>
              <a:ext uri="{FF2B5EF4-FFF2-40B4-BE49-F238E27FC236}">
                <a16:creationId xmlns:a16="http://schemas.microsoft.com/office/drawing/2014/main" id="{1299545A-942B-06ED-6BF3-B7C126C88CF5}"/>
              </a:ext>
            </a:extLst>
          </p:cNvPr>
          <p:cNvCxnSpPr>
            <a:cxnSpLocks/>
            <a:stCxn id="150" idx="3"/>
            <a:endCxn id="151" idx="1"/>
          </p:cNvCxnSpPr>
          <p:nvPr/>
        </p:nvCxnSpPr>
        <p:spPr>
          <a:xfrm flipV="1">
            <a:off x="6933086" y="3118838"/>
            <a:ext cx="3828397" cy="4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angular 25">
            <a:extLst>
              <a:ext uri="{FF2B5EF4-FFF2-40B4-BE49-F238E27FC236}">
                <a16:creationId xmlns:a16="http://schemas.microsoft.com/office/drawing/2014/main" id="{347A9729-5948-0D28-4FEE-805889474AE0}"/>
              </a:ext>
            </a:extLst>
          </p:cNvPr>
          <p:cNvCxnSpPr>
            <a:cxnSpLocks/>
            <a:stCxn id="125" idx="3"/>
            <a:endCxn id="150" idx="1"/>
          </p:cNvCxnSpPr>
          <p:nvPr/>
        </p:nvCxnSpPr>
        <p:spPr>
          <a:xfrm flipV="1">
            <a:off x="3438811" y="3123729"/>
            <a:ext cx="2752675" cy="408623"/>
          </a:xfrm>
          <a:prstGeom prst="bentConnector3">
            <a:avLst>
              <a:gd name="adj1" fmla="val 912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uadroTexto 125">
            <a:extLst>
              <a:ext uri="{FF2B5EF4-FFF2-40B4-BE49-F238E27FC236}">
                <a16:creationId xmlns:a16="http://schemas.microsoft.com/office/drawing/2014/main" id="{8F6B7004-20E8-8B2F-9EDE-71F2A1A0CAF6}"/>
              </a:ext>
            </a:extLst>
          </p:cNvPr>
          <p:cNvSpPr txBox="1"/>
          <p:nvPr/>
        </p:nvSpPr>
        <p:spPr>
          <a:xfrm>
            <a:off x="9432944" y="4218249"/>
            <a:ext cx="2537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Crea compensación entre “N Débito Promoción/ Bonificación” y  “N Crédito No CFDI”</a:t>
            </a:r>
          </a:p>
        </p:txBody>
      </p:sp>
      <p:sp>
        <p:nvSpPr>
          <p:cNvPr id="156" name="CuadroTexto 125">
            <a:extLst>
              <a:ext uri="{FF2B5EF4-FFF2-40B4-BE49-F238E27FC236}">
                <a16:creationId xmlns:a16="http://schemas.microsoft.com/office/drawing/2014/main" id="{8F6B7004-20E8-8B2F-9EDE-71F2A1A0CAF6}"/>
              </a:ext>
            </a:extLst>
          </p:cNvPr>
          <p:cNvSpPr txBox="1"/>
          <p:nvPr/>
        </p:nvSpPr>
        <p:spPr>
          <a:xfrm>
            <a:off x="8625073" y="4582092"/>
            <a:ext cx="16157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Importe = Saldo de la Factura</a:t>
            </a:r>
          </a:p>
        </p:txBody>
      </p:sp>
      <p:sp>
        <p:nvSpPr>
          <p:cNvPr id="157" name="CuadroTexto 125">
            <a:extLst>
              <a:ext uri="{FF2B5EF4-FFF2-40B4-BE49-F238E27FC236}">
                <a16:creationId xmlns:a16="http://schemas.microsoft.com/office/drawing/2014/main" id="{8F6B7004-20E8-8B2F-9EDE-71F2A1A0CAF6}"/>
              </a:ext>
            </a:extLst>
          </p:cNvPr>
          <p:cNvSpPr txBox="1"/>
          <p:nvPr/>
        </p:nvSpPr>
        <p:spPr>
          <a:xfrm>
            <a:off x="8548457" y="3440200"/>
            <a:ext cx="13840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Importe = N Débito Promoción/Bonificación</a:t>
            </a:r>
          </a:p>
        </p:txBody>
      </p:sp>
      <p:sp>
        <p:nvSpPr>
          <p:cNvPr id="158" name="Rectángulo 123">
            <a:extLst>
              <a:ext uri="{FF2B5EF4-FFF2-40B4-BE49-F238E27FC236}">
                <a16:creationId xmlns:a16="http://schemas.microsoft.com/office/drawing/2014/main" id="{62212058-3FB1-0524-2360-C3E60AD2C8AD}"/>
              </a:ext>
            </a:extLst>
          </p:cNvPr>
          <p:cNvSpPr/>
          <p:nvPr/>
        </p:nvSpPr>
        <p:spPr>
          <a:xfrm>
            <a:off x="7568587" y="497285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 Crédito II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159" name="CuadroTexto 125">
            <a:extLst>
              <a:ext uri="{FF2B5EF4-FFF2-40B4-BE49-F238E27FC236}">
                <a16:creationId xmlns:a16="http://schemas.microsoft.com/office/drawing/2014/main" id="{8F6B7004-20E8-8B2F-9EDE-71F2A1A0CAF6}"/>
              </a:ext>
            </a:extLst>
          </p:cNvPr>
          <p:cNvSpPr txBox="1"/>
          <p:nvPr/>
        </p:nvSpPr>
        <p:spPr>
          <a:xfrm>
            <a:off x="8622198" y="4942965"/>
            <a:ext cx="1506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Importe = Remanente</a:t>
            </a:r>
          </a:p>
          <a:p>
            <a:r>
              <a:rPr lang="es-ES_tradnl" sz="800">
                <a:latin typeface="Arial Nova" panose="020B0504020202020204" pitchFamily="34" charset="0"/>
              </a:rPr>
              <a:t>Devolver Dinero al Cliente o Aplicarlo a otra Factura</a:t>
            </a:r>
          </a:p>
        </p:txBody>
      </p:sp>
      <p:cxnSp>
        <p:nvCxnSpPr>
          <p:cNvPr id="160" name="159 Conector angular"/>
          <p:cNvCxnSpPr>
            <a:stCxn id="136" idx="3"/>
            <a:endCxn id="158" idx="1"/>
          </p:cNvCxnSpPr>
          <p:nvPr/>
        </p:nvCxnSpPr>
        <p:spPr>
          <a:xfrm>
            <a:off x="6933086" y="4687673"/>
            <a:ext cx="635501" cy="4993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CuadroTexto 51">
            <a:extLst>
              <a:ext uri="{FF2B5EF4-FFF2-40B4-BE49-F238E27FC236}">
                <a16:creationId xmlns:a16="http://schemas.microsoft.com/office/drawing/2014/main" id="{229480B3-21B6-B2FF-1FD5-1CA8909C3B00}"/>
              </a:ext>
            </a:extLst>
          </p:cNvPr>
          <p:cNvSpPr txBox="1"/>
          <p:nvPr/>
        </p:nvSpPr>
        <p:spPr>
          <a:xfrm>
            <a:off x="4768513" y="5664410"/>
            <a:ext cx="878478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PV01_EN01</a:t>
            </a:r>
          </a:p>
        </p:txBody>
      </p:sp>
      <p:sp>
        <p:nvSpPr>
          <p:cNvPr id="162" name="CuadroTexto 52">
            <a:extLst>
              <a:ext uri="{FF2B5EF4-FFF2-40B4-BE49-F238E27FC236}">
                <a16:creationId xmlns:a16="http://schemas.microsoft.com/office/drawing/2014/main" id="{B883A36E-D778-09E3-A784-F0991E16B999}"/>
              </a:ext>
            </a:extLst>
          </p:cNvPr>
          <p:cNvSpPr txBox="1"/>
          <p:nvPr/>
        </p:nvSpPr>
        <p:spPr>
          <a:xfrm>
            <a:off x="6191486" y="5664410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EN01</a:t>
            </a:r>
          </a:p>
        </p:txBody>
      </p:sp>
      <p:sp>
        <p:nvSpPr>
          <p:cNvPr id="163" name="Rectángulo 70">
            <a:extLst>
              <a:ext uri="{FF2B5EF4-FFF2-40B4-BE49-F238E27FC236}">
                <a16:creationId xmlns:a16="http://schemas.microsoft.com/office/drawing/2014/main" id="{94AC7B0C-7933-6074-06AD-099E0384D9E9}"/>
              </a:ext>
            </a:extLst>
          </p:cNvPr>
          <p:cNvSpPr/>
          <p:nvPr/>
        </p:nvSpPr>
        <p:spPr>
          <a:xfrm>
            <a:off x="7568587" y="5646406"/>
            <a:ext cx="1116000" cy="3578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Salida de Dinero</a:t>
            </a:r>
          </a:p>
        </p:txBody>
      </p:sp>
      <p:sp>
        <p:nvSpPr>
          <p:cNvPr id="164" name="CuadroTexto 96">
            <a:extLst>
              <a:ext uri="{FF2B5EF4-FFF2-40B4-BE49-F238E27FC236}">
                <a16:creationId xmlns:a16="http://schemas.microsoft.com/office/drawing/2014/main" id="{132B6040-C439-1E5F-BFEB-0587567EFE0B}"/>
              </a:ext>
            </a:extLst>
          </p:cNvPr>
          <p:cNvSpPr txBox="1"/>
          <p:nvPr/>
        </p:nvSpPr>
        <p:spPr>
          <a:xfrm>
            <a:off x="8628235" y="5589180"/>
            <a:ext cx="1304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* La “Salida de Dinero se compensará con la “N Crédito III</a:t>
            </a:r>
          </a:p>
        </p:txBody>
      </p:sp>
      <p:sp>
        <p:nvSpPr>
          <p:cNvPr id="208" name="Rombo 33">
            <a:extLst>
              <a:ext uri="{FF2B5EF4-FFF2-40B4-BE49-F238E27FC236}">
                <a16:creationId xmlns:a16="http://schemas.microsoft.com/office/drawing/2014/main" id="{A3CD778D-3B32-110A-9B76-A1D32705DED0}"/>
              </a:ext>
            </a:extLst>
          </p:cNvPr>
          <p:cNvSpPr/>
          <p:nvPr/>
        </p:nvSpPr>
        <p:spPr>
          <a:xfrm>
            <a:off x="543278" y="3142469"/>
            <a:ext cx="946082" cy="789918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9" name="CuadroTexto 94">
            <a:extLst>
              <a:ext uri="{FF2B5EF4-FFF2-40B4-BE49-F238E27FC236}">
                <a16:creationId xmlns:a16="http://schemas.microsoft.com/office/drawing/2014/main" id="{579AFCDB-5236-BC48-B19A-47D142B448B9}"/>
              </a:ext>
            </a:extLst>
          </p:cNvPr>
          <p:cNvSpPr txBox="1"/>
          <p:nvPr/>
        </p:nvSpPr>
        <p:spPr>
          <a:xfrm>
            <a:off x="648554" y="3282847"/>
            <a:ext cx="73148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700">
                <a:latin typeface="Arial Nova" panose="020B0504020202020204" pitchFamily="34" charset="0"/>
              </a:rPr>
              <a:t>¿Cliente desea que le devuelva su dinero?</a:t>
            </a:r>
          </a:p>
        </p:txBody>
      </p:sp>
      <p:cxnSp>
        <p:nvCxnSpPr>
          <p:cNvPr id="214" name="213 Conector recto de flecha"/>
          <p:cNvCxnSpPr>
            <a:stCxn id="161" idx="3"/>
            <a:endCxn id="162" idx="1"/>
          </p:cNvCxnSpPr>
          <p:nvPr/>
        </p:nvCxnSpPr>
        <p:spPr>
          <a:xfrm>
            <a:off x="5646991" y="5828210"/>
            <a:ext cx="54449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216 Conector recto de flecha"/>
          <p:cNvCxnSpPr>
            <a:stCxn id="162" idx="3"/>
            <a:endCxn id="163" idx="1"/>
          </p:cNvCxnSpPr>
          <p:nvPr/>
        </p:nvCxnSpPr>
        <p:spPr>
          <a:xfrm flipV="1">
            <a:off x="6933086" y="5825328"/>
            <a:ext cx="635501" cy="28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219 Conector recto de flecha"/>
          <p:cNvCxnSpPr>
            <a:stCxn id="17" idx="2"/>
            <a:endCxn id="208" idx="0"/>
          </p:cNvCxnSpPr>
          <p:nvPr/>
        </p:nvCxnSpPr>
        <p:spPr>
          <a:xfrm rot="5400000">
            <a:off x="741055" y="2859327"/>
            <a:ext cx="558407" cy="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222 Conector angular"/>
          <p:cNvCxnSpPr>
            <a:stCxn id="208" idx="2"/>
            <a:endCxn id="161" idx="1"/>
          </p:cNvCxnSpPr>
          <p:nvPr/>
        </p:nvCxnSpPr>
        <p:spPr>
          <a:xfrm rot="16200000" flipH="1">
            <a:off x="1944505" y="3004201"/>
            <a:ext cx="1895823" cy="3752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CuadroTexto 94">
            <a:extLst>
              <a:ext uri="{FF2B5EF4-FFF2-40B4-BE49-F238E27FC236}">
                <a16:creationId xmlns:a16="http://schemas.microsoft.com/office/drawing/2014/main" id="{579AFCDB-5236-BC48-B19A-47D142B448B9}"/>
              </a:ext>
            </a:extLst>
          </p:cNvPr>
          <p:cNvSpPr txBox="1"/>
          <p:nvPr/>
        </p:nvSpPr>
        <p:spPr>
          <a:xfrm>
            <a:off x="953355" y="3959122"/>
            <a:ext cx="322996" cy="2033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700">
                <a:latin typeface="Arial Nova" panose="020B0504020202020204" pitchFamily="34" charset="0"/>
              </a:rPr>
              <a:t>SI</a:t>
            </a:r>
          </a:p>
        </p:txBody>
      </p:sp>
      <p:cxnSp>
        <p:nvCxnSpPr>
          <p:cNvPr id="237" name="236 Conector angular"/>
          <p:cNvCxnSpPr>
            <a:stCxn id="125" idx="3"/>
            <a:endCxn id="144" idx="1"/>
          </p:cNvCxnSpPr>
          <p:nvPr/>
        </p:nvCxnSpPr>
        <p:spPr>
          <a:xfrm>
            <a:off x="3438811" y="3532352"/>
            <a:ext cx="6022043" cy="550506"/>
          </a:xfrm>
          <a:prstGeom prst="bentConnector3">
            <a:avLst>
              <a:gd name="adj1" fmla="val 415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247 Conector angular"/>
          <p:cNvCxnSpPr>
            <a:stCxn id="125" idx="3"/>
            <a:endCxn id="145" idx="1"/>
          </p:cNvCxnSpPr>
          <p:nvPr/>
        </p:nvCxnSpPr>
        <p:spPr>
          <a:xfrm flipV="1">
            <a:off x="3438811" y="2570355"/>
            <a:ext cx="3792542" cy="961997"/>
          </a:xfrm>
          <a:prstGeom prst="bentConnector3">
            <a:avLst>
              <a:gd name="adj1" fmla="val 661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ángulo 34">
            <a:extLst>
              <a:ext uri="{FF2B5EF4-FFF2-40B4-BE49-F238E27FC236}">
                <a16:creationId xmlns:a16="http://schemas.microsoft.com/office/drawing/2014/main" id="{CEEFFF5F-2542-15C9-D091-261043262BE0}"/>
              </a:ext>
            </a:extLst>
          </p:cNvPr>
          <p:cNvSpPr/>
          <p:nvPr/>
        </p:nvSpPr>
        <p:spPr>
          <a:xfrm>
            <a:off x="1984411" y="4336611"/>
            <a:ext cx="1454400" cy="6965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Segmentar C devolución CFDI </a:t>
            </a:r>
          </a:p>
        </p:txBody>
      </p:sp>
      <p:cxnSp>
        <p:nvCxnSpPr>
          <p:cNvPr id="253" name="252 Conector recto de flecha"/>
          <p:cNvCxnSpPr>
            <a:stCxn id="251" idx="3"/>
            <a:endCxn id="136" idx="1"/>
          </p:cNvCxnSpPr>
          <p:nvPr/>
        </p:nvCxnSpPr>
        <p:spPr>
          <a:xfrm>
            <a:off x="3438811" y="4684877"/>
            <a:ext cx="2752675" cy="27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255 Conector recto de flecha"/>
          <p:cNvCxnSpPr>
            <a:stCxn id="125" idx="2"/>
            <a:endCxn id="251" idx="0"/>
          </p:cNvCxnSpPr>
          <p:nvPr/>
        </p:nvCxnSpPr>
        <p:spPr>
          <a:xfrm>
            <a:off x="2711611" y="3880618"/>
            <a:ext cx="0" cy="4559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81">
            <a:extLst>
              <a:ext uri="{FF2B5EF4-FFF2-40B4-BE49-F238E27FC236}">
                <a16:creationId xmlns:a16="http://schemas.microsoft.com/office/drawing/2014/main" id="{5AE32530-D5B9-5F8A-4ED6-D447B86DE84E}"/>
              </a:ext>
            </a:extLst>
          </p:cNvPr>
          <p:cNvSpPr txBox="1"/>
          <p:nvPr/>
        </p:nvSpPr>
        <p:spPr>
          <a:xfrm>
            <a:off x="10821462" y="1897062"/>
            <a:ext cx="894288" cy="3352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6" name="CuadroTexto 82">
            <a:extLst>
              <a:ext uri="{FF2B5EF4-FFF2-40B4-BE49-F238E27FC236}">
                <a16:creationId xmlns:a16="http://schemas.microsoft.com/office/drawing/2014/main" id="{6E556B8B-1A82-0C4F-E6F1-25C8F4ACB617}"/>
              </a:ext>
            </a:extLst>
          </p:cNvPr>
          <p:cNvSpPr txBox="1"/>
          <p:nvPr/>
        </p:nvSpPr>
        <p:spPr>
          <a:xfrm>
            <a:off x="9745271" y="2092841"/>
            <a:ext cx="1513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Se actualiza campo asignación con el folio de  Débito creado en S4</a:t>
            </a:r>
          </a:p>
        </p:txBody>
      </p:sp>
      <p:cxnSp>
        <p:nvCxnSpPr>
          <p:cNvPr id="70" name="69 Conector recto de flecha"/>
          <p:cNvCxnSpPr>
            <a:cxnSpLocks/>
            <a:stCxn id="126" idx="3"/>
            <a:endCxn id="65" idx="1"/>
          </p:cNvCxnSpPr>
          <p:nvPr/>
        </p:nvCxnSpPr>
        <p:spPr>
          <a:xfrm flipV="1">
            <a:off x="8684587" y="2064706"/>
            <a:ext cx="2136875" cy="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>
            <a:cxnSpLocks/>
            <a:stCxn id="151" idx="0"/>
            <a:endCxn id="65" idx="2"/>
          </p:cNvCxnSpPr>
          <p:nvPr/>
        </p:nvCxnSpPr>
        <p:spPr>
          <a:xfrm flipH="1" flipV="1">
            <a:off x="11268606" y="2232350"/>
            <a:ext cx="11073" cy="662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54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BDC3-1D3A-F7B3-89F1-54803B4E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ABF316A4-FF5A-6FDD-92C9-086D8EA02C8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A41CA9E-1690-B497-0103-48907EE29FB3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9D3BCB4-4F59-50B8-CA47-CAD912E5325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E972AF0-4B8F-551A-AF73-A5307D95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5E991C2-AAFF-1AE5-2FDF-B74C2416A082}"/>
              </a:ext>
            </a:extLst>
          </p:cNvPr>
          <p:cNvSpPr/>
          <p:nvPr/>
        </p:nvSpPr>
        <p:spPr>
          <a:xfrm>
            <a:off x="142800" y="1615680"/>
            <a:ext cx="2264069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AD5572-4B9B-AE5D-1ED2-140A11931DAC}"/>
              </a:ext>
            </a:extLst>
          </p:cNvPr>
          <p:cNvSpPr/>
          <p:nvPr/>
        </p:nvSpPr>
        <p:spPr>
          <a:xfrm>
            <a:off x="5965178" y="1615680"/>
            <a:ext cx="1465592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8355F6-13D8-45EF-E743-520A539B551B}"/>
              </a:ext>
            </a:extLst>
          </p:cNvPr>
          <p:cNvSpPr/>
          <p:nvPr/>
        </p:nvSpPr>
        <p:spPr>
          <a:xfrm>
            <a:off x="7553226" y="1615680"/>
            <a:ext cx="4485816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8634F-556F-0E18-B840-03F0293E3FAB}"/>
              </a:ext>
            </a:extLst>
          </p:cNvPr>
          <p:cNvSpPr/>
          <p:nvPr/>
        </p:nvSpPr>
        <p:spPr>
          <a:xfrm>
            <a:off x="2540165" y="1615680"/>
            <a:ext cx="1620000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286C92E-44DE-5BD9-5E4A-E570FC4BD247}"/>
              </a:ext>
            </a:extLst>
          </p:cNvPr>
          <p:cNvSpPr/>
          <p:nvPr/>
        </p:nvSpPr>
        <p:spPr>
          <a:xfrm>
            <a:off x="383365" y="2195921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27A07D7-B6D1-2556-9784-7B7E14778F28}"/>
              </a:ext>
            </a:extLst>
          </p:cNvPr>
          <p:cNvSpPr txBox="1"/>
          <p:nvPr/>
        </p:nvSpPr>
        <p:spPr>
          <a:xfrm>
            <a:off x="5983551" y="1262155"/>
            <a:ext cx="6055489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77456A-AD65-7E5C-C861-3749113A16D2}"/>
              </a:ext>
            </a:extLst>
          </p:cNvPr>
          <p:cNvSpPr txBox="1"/>
          <p:nvPr/>
        </p:nvSpPr>
        <p:spPr>
          <a:xfrm>
            <a:off x="4280409" y="1262155"/>
            <a:ext cx="1582899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BF63E299-5EEE-7DD5-DE55-11F415EA27E6}"/>
              </a:ext>
            </a:extLst>
          </p:cNvPr>
          <p:cNvCxnSpPr>
            <a:cxnSpLocks/>
            <a:stCxn id="17" idx="2"/>
            <a:endCxn id="44" idx="1"/>
          </p:cNvCxnSpPr>
          <p:nvPr/>
        </p:nvCxnSpPr>
        <p:spPr>
          <a:xfrm rot="16200000" flipH="1">
            <a:off x="1921954" y="2122893"/>
            <a:ext cx="2065105" cy="3342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FBABF33-9401-1E07-16A0-00371CABEC5F}"/>
              </a:ext>
            </a:extLst>
          </p:cNvPr>
          <p:cNvSpPr txBox="1"/>
          <p:nvPr/>
        </p:nvSpPr>
        <p:spPr>
          <a:xfrm>
            <a:off x="96000" y="6552813"/>
            <a:ext cx="4888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</a:t>
            </a:r>
            <a:r>
              <a:rPr lang="es-ES_tradnl" sz="1000" i="1">
                <a:latin typeface="Arial Nova" panose="020B0504020202020204" pitchFamily="34" charset="0"/>
              </a:rPr>
              <a:t>integraciones</a:t>
            </a:r>
            <a:r>
              <a:rPr lang="es-ES_tradnl" sz="1200" i="1">
                <a:latin typeface="Arial Nova" panose="020B0504020202020204" pitchFamily="34" charset="0"/>
              </a:rPr>
              <a:t>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D18AB35-D84C-F543-6DB0-C90E5E412145}"/>
              </a:ext>
            </a:extLst>
          </p:cNvPr>
          <p:cNvSpPr/>
          <p:nvPr/>
        </p:nvSpPr>
        <p:spPr>
          <a:xfrm>
            <a:off x="908999" y="438480"/>
            <a:ext cx="9726343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Venta mercaderías - Modifica estatus en documento (No se generó factura previamente)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11D0C-A400-ABE5-87F5-D92D42C9EF20}"/>
              </a:ext>
            </a:extLst>
          </p:cNvPr>
          <p:cNvSpPr txBox="1"/>
          <p:nvPr/>
        </p:nvSpPr>
        <p:spPr>
          <a:xfrm>
            <a:off x="7947091" y="231100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EN01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F4660B9-2058-E1FE-E039-733E9F3B5F95}"/>
              </a:ext>
            </a:extLst>
          </p:cNvPr>
          <p:cNvSpPr/>
          <p:nvPr/>
        </p:nvSpPr>
        <p:spPr>
          <a:xfrm>
            <a:off x="9287423" y="2260607"/>
            <a:ext cx="1044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" name="Conector: angular 12">
            <a:extLst>
              <a:ext uri="{FF2B5EF4-FFF2-40B4-BE49-F238E27FC236}">
                <a16:creationId xmlns:a16="http://schemas.microsoft.com/office/drawing/2014/main" id="{A4546820-747B-4D4E-E644-ED637BEE7570}"/>
              </a:ext>
            </a:extLst>
          </p:cNvPr>
          <p:cNvCxnSpPr>
            <a:cxnSpLocks/>
            <a:stCxn id="17" idx="3"/>
            <a:endCxn id="87" idx="1"/>
          </p:cNvCxnSpPr>
          <p:nvPr/>
        </p:nvCxnSpPr>
        <p:spPr>
          <a:xfrm flipV="1">
            <a:off x="2183365" y="2474186"/>
            <a:ext cx="4175281" cy="45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0136072-00BB-EDBC-CF77-885DF03AB188}"/>
              </a:ext>
            </a:extLst>
          </p:cNvPr>
          <p:cNvSpPr/>
          <p:nvPr/>
        </p:nvSpPr>
        <p:spPr>
          <a:xfrm>
            <a:off x="4280409" y="1615679"/>
            <a:ext cx="1584000" cy="491554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1C9144-1A63-0812-6DC8-46C00801001B}"/>
              </a:ext>
            </a:extLst>
          </p:cNvPr>
          <p:cNvSpPr txBox="1"/>
          <p:nvPr/>
        </p:nvSpPr>
        <p:spPr>
          <a:xfrm>
            <a:off x="2540166" y="1262155"/>
            <a:ext cx="1620000" cy="261125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D1D9140-AEBD-44B9-4C2E-25F2347FC509}"/>
              </a:ext>
            </a:extLst>
          </p:cNvPr>
          <p:cNvSpPr txBox="1"/>
          <p:nvPr/>
        </p:nvSpPr>
        <p:spPr>
          <a:xfrm>
            <a:off x="160621" y="1262155"/>
            <a:ext cx="2240462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B787F7CA-F0A8-16D9-FC9D-A49C9025E384}"/>
              </a:ext>
            </a:extLst>
          </p:cNvPr>
          <p:cNvCxnSpPr>
            <a:cxnSpLocks/>
            <a:stCxn id="17" idx="2"/>
            <a:endCxn id="30" idx="1"/>
          </p:cNvCxnSpPr>
          <p:nvPr/>
        </p:nvCxnSpPr>
        <p:spPr>
          <a:xfrm rot="16200000" flipH="1">
            <a:off x="2262495" y="1782352"/>
            <a:ext cx="1384022" cy="3342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8B1C47F-049F-0904-8BBD-A63B43A74122}"/>
              </a:ext>
            </a:extLst>
          </p:cNvPr>
          <p:cNvSpPr txBox="1"/>
          <p:nvPr/>
        </p:nvSpPr>
        <p:spPr>
          <a:xfrm>
            <a:off x="6358646" y="2273554"/>
            <a:ext cx="846161" cy="40126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PV01_EN01</a:t>
            </a:r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650739CA-DAB8-00E3-6140-E21A61B2A859}"/>
              </a:ext>
            </a:extLst>
          </p:cNvPr>
          <p:cNvCxnSpPr>
            <a:stCxn id="87" idx="3"/>
            <a:endCxn id="4" idx="1"/>
          </p:cNvCxnSpPr>
          <p:nvPr/>
        </p:nvCxnSpPr>
        <p:spPr>
          <a:xfrm>
            <a:off x="7204807" y="2474186"/>
            <a:ext cx="742284" cy="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1EAB6B8-32A3-9C56-0232-E7A8445892CE}"/>
              </a:ext>
            </a:extLst>
          </p:cNvPr>
          <p:cNvSpPr txBox="1"/>
          <p:nvPr/>
        </p:nvSpPr>
        <p:spPr>
          <a:xfrm>
            <a:off x="4625648" y="3976583"/>
            <a:ext cx="1044000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A571EB7-AF77-FFD4-A1AD-77E5204F8D73}"/>
              </a:ext>
            </a:extLst>
          </p:cNvPr>
          <p:cNvSpPr/>
          <p:nvPr/>
        </p:nvSpPr>
        <p:spPr>
          <a:xfrm>
            <a:off x="9915342" y="3976583"/>
            <a:ext cx="1044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80E4397-50AF-81F6-E13E-2EBEF7751763}"/>
              </a:ext>
            </a:extLst>
          </p:cNvPr>
          <p:cNvSpPr/>
          <p:nvPr/>
        </p:nvSpPr>
        <p:spPr>
          <a:xfrm>
            <a:off x="9915342" y="5373475"/>
            <a:ext cx="1044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86495EA-FF93-F83E-2CCC-E5070865900C}"/>
              </a:ext>
            </a:extLst>
          </p:cNvPr>
          <p:cNvSpPr/>
          <p:nvPr/>
        </p:nvSpPr>
        <p:spPr>
          <a:xfrm>
            <a:off x="9915342" y="4657666"/>
            <a:ext cx="1044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7811F23-A9CD-29AC-25D1-AE3FA2F81382}"/>
              </a:ext>
            </a:extLst>
          </p:cNvPr>
          <p:cNvSpPr txBox="1"/>
          <p:nvPr/>
        </p:nvSpPr>
        <p:spPr>
          <a:xfrm>
            <a:off x="4625648" y="4657666"/>
            <a:ext cx="1044000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0094F56-191C-BF78-4CA8-EA112D79D952}"/>
              </a:ext>
            </a:extLst>
          </p:cNvPr>
          <p:cNvSpPr txBox="1"/>
          <p:nvPr/>
        </p:nvSpPr>
        <p:spPr>
          <a:xfrm>
            <a:off x="4625648" y="5373475"/>
            <a:ext cx="1044000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cxnSp>
        <p:nvCxnSpPr>
          <p:cNvPr id="57" name="Conector: angular 12">
            <a:extLst>
              <a:ext uri="{FF2B5EF4-FFF2-40B4-BE49-F238E27FC236}">
                <a16:creationId xmlns:a16="http://schemas.microsoft.com/office/drawing/2014/main" id="{61B9A968-7EAB-5A63-15B3-27686884C3FF}"/>
              </a:ext>
            </a:extLst>
          </p:cNvPr>
          <p:cNvCxnSpPr>
            <a:cxnSpLocks/>
            <a:stCxn id="17" idx="2"/>
            <a:endCxn id="52" idx="1"/>
          </p:cNvCxnSpPr>
          <p:nvPr/>
        </p:nvCxnSpPr>
        <p:spPr>
          <a:xfrm rot="16200000" flipH="1">
            <a:off x="1564049" y="2480798"/>
            <a:ext cx="2780914" cy="3342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0C7804A5-ED83-0B53-D5DC-9DA862313AD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8688691" y="2474807"/>
            <a:ext cx="598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mbo 78">
            <a:extLst>
              <a:ext uri="{FF2B5EF4-FFF2-40B4-BE49-F238E27FC236}">
                <a16:creationId xmlns:a16="http://schemas.microsoft.com/office/drawing/2014/main" id="{030ADCCD-34B4-F559-B642-625295463F0B}"/>
              </a:ext>
            </a:extLst>
          </p:cNvPr>
          <p:cNvSpPr/>
          <p:nvPr/>
        </p:nvSpPr>
        <p:spPr>
          <a:xfrm>
            <a:off x="3015469" y="2195920"/>
            <a:ext cx="819711" cy="56556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B2A89751-3B10-CE54-457C-7687FB600B96}"/>
              </a:ext>
            </a:extLst>
          </p:cNvPr>
          <p:cNvSpPr txBox="1"/>
          <p:nvPr/>
        </p:nvSpPr>
        <p:spPr>
          <a:xfrm>
            <a:off x="3055786" y="2260543"/>
            <a:ext cx="751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800">
                <a:solidFill>
                  <a:schemeClr val="bg1"/>
                </a:solidFill>
                <a:latin typeface="Arial Nova" panose="020B0504020202020204" pitchFamily="34" charset="0"/>
              </a:rPr>
              <a:t>¿Hay Enganche?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D626B7-6B3F-A94C-94A7-9FFCC453BDAB}"/>
              </a:ext>
            </a:extLst>
          </p:cNvPr>
          <p:cNvSpPr txBox="1"/>
          <p:nvPr/>
        </p:nvSpPr>
        <p:spPr>
          <a:xfrm>
            <a:off x="8317891" y="3884659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B1C8F1-F9A5-16BE-DF3D-7DD045E4A7FE}"/>
              </a:ext>
            </a:extLst>
          </p:cNvPr>
          <p:cNvSpPr txBox="1"/>
          <p:nvPr/>
        </p:nvSpPr>
        <p:spPr>
          <a:xfrm>
            <a:off x="8317891" y="4576443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3DA18D8-B2D2-63C9-DF09-85D064805A58}"/>
              </a:ext>
            </a:extLst>
          </p:cNvPr>
          <p:cNvSpPr txBox="1"/>
          <p:nvPr/>
        </p:nvSpPr>
        <p:spPr>
          <a:xfrm>
            <a:off x="8317891" y="5278021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C7F618-3EC1-08CA-F23B-FDB7569711CA}"/>
              </a:ext>
            </a:extLst>
          </p:cNvPr>
          <p:cNvSpPr txBox="1"/>
          <p:nvPr/>
        </p:nvSpPr>
        <p:spPr>
          <a:xfrm>
            <a:off x="10363201" y="2229128"/>
            <a:ext cx="1562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*En la Salida de Dinero</a:t>
            </a:r>
          </a:p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llenar el campo asignación con el folio del pedido</a:t>
            </a:r>
          </a:p>
        </p:txBody>
      </p:sp>
      <p:sp>
        <p:nvSpPr>
          <p:cNvPr id="43" name="Paralelogramo 70">
            <a:extLst>
              <a:ext uri="{FF2B5EF4-FFF2-40B4-BE49-F238E27FC236}">
                <a16:creationId xmlns:a16="http://schemas.microsoft.com/office/drawing/2014/main" id="{23621E76-6368-0B81-2607-A6ECCAEF8FAB}"/>
              </a:ext>
            </a:extLst>
          </p:cNvPr>
          <p:cNvSpPr/>
          <p:nvPr/>
        </p:nvSpPr>
        <p:spPr>
          <a:xfrm>
            <a:off x="8246408" y="3073113"/>
            <a:ext cx="1470798" cy="37977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sp>
        <p:nvSpPr>
          <p:cNvPr id="48" name="CuadroTexto 3">
            <a:extLst>
              <a:ext uri="{FF2B5EF4-FFF2-40B4-BE49-F238E27FC236}">
                <a16:creationId xmlns:a16="http://schemas.microsoft.com/office/drawing/2014/main" id="{4E3F12D4-E32A-15F9-B2A1-BD20F96DFF7B}"/>
              </a:ext>
            </a:extLst>
          </p:cNvPr>
          <p:cNvSpPr txBox="1"/>
          <p:nvPr/>
        </p:nvSpPr>
        <p:spPr>
          <a:xfrm>
            <a:off x="4625648" y="3105993"/>
            <a:ext cx="1061971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1050" b="1">
                <a:solidFill>
                  <a:schemeClr val="bg1"/>
                </a:solidFill>
                <a:latin typeface="Arial Nova" panose="020B0504020202020204" pitchFamily="34" charset="0"/>
              </a:rPr>
              <a:t>SD42</a:t>
            </a:r>
          </a:p>
        </p:txBody>
      </p:sp>
      <p:cxnSp>
        <p:nvCxnSpPr>
          <p:cNvPr id="51" name="50 Conector recto de flecha"/>
          <p:cNvCxnSpPr>
            <a:stCxn id="48" idx="3"/>
            <a:endCxn id="43" idx="5"/>
          </p:cNvCxnSpPr>
          <p:nvPr/>
        </p:nvCxnSpPr>
        <p:spPr>
          <a:xfrm flipV="1">
            <a:off x="5687619" y="3262999"/>
            <a:ext cx="2606260" cy="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angular"/>
          <p:cNvCxnSpPr>
            <a:stCxn id="17" idx="2"/>
            <a:endCxn id="48" idx="1"/>
          </p:cNvCxnSpPr>
          <p:nvPr/>
        </p:nvCxnSpPr>
        <p:spPr>
          <a:xfrm rot="16200000" flipH="1">
            <a:off x="2701251" y="1343596"/>
            <a:ext cx="506510" cy="3342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534EF603-1FA8-A605-613E-172A3A279EA3}"/>
              </a:ext>
            </a:extLst>
          </p:cNvPr>
          <p:cNvCxnSpPr>
            <a:stCxn id="52" idx="3"/>
            <a:endCxn id="37" idx="1"/>
          </p:cNvCxnSpPr>
          <p:nvPr/>
        </p:nvCxnSpPr>
        <p:spPr>
          <a:xfrm flipV="1">
            <a:off x="5669648" y="5535475"/>
            <a:ext cx="4245694" cy="6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DE0786D-7D4D-1119-B512-343D16753A0F}"/>
              </a:ext>
            </a:extLst>
          </p:cNvPr>
          <p:cNvCxnSpPr>
            <a:stCxn id="44" idx="3"/>
            <a:endCxn id="38" idx="1"/>
          </p:cNvCxnSpPr>
          <p:nvPr/>
        </p:nvCxnSpPr>
        <p:spPr>
          <a:xfrm flipV="1">
            <a:off x="5669648" y="4819666"/>
            <a:ext cx="4245694" cy="6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16DB994-7C39-346D-5DCF-6D419B671EE1}"/>
              </a:ext>
            </a:extLst>
          </p:cNvPr>
          <p:cNvCxnSpPr>
            <a:cxnSpLocks/>
            <a:stCxn id="30" idx="3"/>
            <a:endCxn id="34" idx="1"/>
          </p:cNvCxnSpPr>
          <p:nvPr/>
        </p:nvCxnSpPr>
        <p:spPr>
          <a:xfrm flipV="1">
            <a:off x="5669648" y="4138583"/>
            <a:ext cx="4245694" cy="6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3D1B5BCC-A45C-D122-0177-9424EC3A8603}"/>
              </a:ext>
            </a:extLst>
          </p:cNvPr>
          <p:cNvSpPr/>
          <p:nvPr/>
        </p:nvSpPr>
        <p:spPr>
          <a:xfrm>
            <a:off x="2661679" y="1937021"/>
            <a:ext cx="1904796" cy="458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142800" y="1615680"/>
            <a:ext cx="2264069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849DA4-9F37-28D3-B4B3-AD73A607138D}"/>
              </a:ext>
            </a:extLst>
          </p:cNvPr>
          <p:cNvSpPr/>
          <p:nvPr/>
        </p:nvSpPr>
        <p:spPr>
          <a:xfrm>
            <a:off x="6605320" y="1615680"/>
            <a:ext cx="1364421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8076703" y="1615680"/>
            <a:ext cx="3962337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A1B44D-BB0D-9AD9-51B9-A0A4253D4BE1}"/>
              </a:ext>
            </a:extLst>
          </p:cNvPr>
          <p:cNvSpPr/>
          <p:nvPr/>
        </p:nvSpPr>
        <p:spPr>
          <a:xfrm>
            <a:off x="2540165" y="1615680"/>
            <a:ext cx="2188932" cy="491554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43B74D-7ECB-C294-89DF-7823F18EF4F5}"/>
              </a:ext>
            </a:extLst>
          </p:cNvPr>
          <p:cNvSpPr/>
          <p:nvPr/>
        </p:nvSpPr>
        <p:spPr>
          <a:xfrm>
            <a:off x="383365" y="2071633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6605320" y="1189306"/>
            <a:ext cx="5433720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4868181" y="1189306"/>
            <a:ext cx="1643026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69609342-F163-0B55-F37C-F5DB9DFD5EDD}"/>
              </a:ext>
            </a:extLst>
          </p:cNvPr>
          <p:cNvCxnSpPr>
            <a:cxnSpLocks/>
            <a:stCxn id="56" idx="2"/>
            <a:endCxn id="44" idx="1"/>
          </p:cNvCxnSpPr>
          <p:nvPr/>
        </p:nvCxnSpPr>
        <p:spPr>
          <a:xfrm rot="16200000" flipH="1">
            <a:off x="4965856" y="1240260"/>
            <a:ext cx="2128071" cy="4784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96000" y="6552813"/>
            <a:ext cx="4888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</a:t>
            </a:r>
            <a:r>
              <a:rPr lang="es-ES_tradnl" sz="1000" i="1">
                <a:latin typeface="Arial Nova" panose="020B0504020202020204" pitchFamily="34" charset="0"/>
              </a:rPr>
              <a:t>integraciones</a:t>
            </a:r>
            <a:r>
              <a:rPr lang="es-ES_tradnl" sz="1200" i="1">
                <a:latin typeface="Arial Nova" panose="020B0504020202020204" pitchFamily="34" charset="0"/>
              </a:rPr>
              <a:t>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9000" y="438480"/>
            <a:ext cx="825677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Flujo General de APIs de Anulación Ventas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AA02F9A-48AD-C6A3-47C7-0F23AF4C369A}"/>
              </a:ext>
            </a:extLst>
          </p:cNvPr>
          <p:cNvSpPr/>
          <p:nvPr/>
        </p:nvSpPr>
        <p:spPr>
          <a:xfrm>
            <a:off x="9954962" y="5859812"/>
            <a:ext cx="971021" cy="252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68" name="CuadroTexto 118">
            <a:extLst>
              <a:ext uri="{FF2B5EF4-FFF2-40B4-BE49-F238E27FC236}">
                <a16:creationId xmlns:a16="http://schemas.microsoft.com/office/drawing/2014/main" id="{3BB1FE83-964B-57F3-B1E0-60C194FBA4B0}"/>
              </a:ext>
            </a:extLst>
          </p:cNvPr>
          <p:cNvSpPr txBox="1"/>
          <p:nvPr/>
        </p:nvSpPr>
        <p:spPr>
          <a:xfrm>
            <a:off x="8406554" y="5821685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70" name="Conector: angular 12">
            <a:extLst>
              <a:ext uri="{FF2B5EF4-FFF2-40B4-BE49-F238E27FC236}">
                <a16:creationId xmlns:a16="http://schemas.microsoft.com/office/drawing/2014/main" id="{C124F668-F60F-1619-2192-018E2A85F8AC}"/>
              </a:ext>
            </a:extLst>
          </p:cNvPr>
          <p:cNvCxnSpPr>
            <a:cxnSpLocks/>
            <a:stCxn id="68" idx="3"/>
            <a:endCxn id="36" idx="5"/>
          </p:cNvCxnSpPr>
          <p:nvPr/>
        </p:nvCxnSpPr>
        <p:spPr>
          <a:xfrm>
            <a:off x="9148154" y="5985485"/>
            <a:ext cx="838308" cy="327"/>
          </a:xfrm>
          <a:prstGeom prst="bentConnector3">
            <a:avLst>
              <a:gd name="adj1" fmla="val 50000"/>
            </a:avLst>
          </a:prstGeom>
          <a:ln w="127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AE5B07-255F-3363-E932-03E51D14784E}"/>
              </a:ext>
            </a:extLst>
          </p:cNvPr>
          <p:cNvSpPr/>
          <p:nvPr/>
        </p:nvSpPr>
        <p:spPr>
          <a:xfrm>
            <a:off x="4868182" y="1615679"/>
            <a:ext cx="1630176" cy="491554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CF88EE-7513-16F3-C154-4E6470020518}"/>
              </a:ext>
            </a:extLst>
          </p:cNvPr>
          <p:cNvSpPr txBox="1"/>
          <p:nvPr/>
        </p:nvSpPr>
        <p:spPr>
          <a:xfrm>
            <a:off x="2540166" y="1185633"/>
            <a:ext cx="2188932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A42FA3-9194-7C73-E220-E0A99E3E9CB0}"/>
              </a:ext>
            </a:extLst>
          </p:cNvPr>
          <p:cNvSpPr txBox="1"/>
          <p:nvPr/>
        </p:nvSpPr>
        <p:spPr>
          <a:xfrm>
            <a:off x="160621" y="1169555"/>
            <a:ext cx="2240462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A42B7A2-BEA1-76EE-29E3-72E45915B515}"/>
              </a:ext>
            </a:extLst>
          </p:cNvPr>
          <p:cNvSpPr/>
          <p:nvPr/>
        </p:nvSpPr>
        <p:spPr>
          <a:xfrm>
            <a:off x="3206558" y="5758227"/>
            <a:ext cx="977509" cy="420373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>
                <a:latin typeface="Arial Nova" panose="020B0504020202020204" pitchFamily="34" charset="0"/>
              </a:rPr>
              <a:t>POS/Crédito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18AD9BC2-6C89-45EA-DCD6-DF01C5CBE199}"/>
              </a:ext>
            </a:extLst>
          </p:cNvPr>
          <p:cNvCxnSpPr>
            <a:cxnSpLocks/>
            <a:stCxn id="17" idx="2"/>
            <a:endCxn id="23" idx="1"/>
          </p:cNvCxnSpPr>
          <p:nvPr/>
        </p:nvCxnSpPr>
        <p:spPr>
          <a:xfrm rot="16200000" flipH="1">
            <a:off x="579352" y="3341207"/>
            <a:ext cx="3331219" cy="19231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03201563-8480-13A2-0D27-F40EF8CF53A6}"/>
              </a:ext>
            </a:extLst>
          </p:cNvPr>
          <p:cNvCxnSpPr>
            <a:cxnSpLocks/>
            <a:stCxn id="56" idx="2"/>
            <a:endCxn id="30" idx="1"/>
          </p:cNvCxnSpPr>
          <p:nvPr/>
        </p:nvCxnSpPr>
        <p:spPr>
          <a:xfrm rot="16200000" flipH="1">
            <a:off x="5179078" y="1027038"/>
            <a:ext cx="1701627" cy="4784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C3555C82-1E43-5313-D34F-180E7015678D}"/>
              </a:ext>
            </a:extLst>
          </p:cNvPr>
          <p:cNvCxnSpPr>
            <a:stCxn id="23" idx="3"/>
            <a:endCxn id="68" idx="1"/>
          </p:cNvCxnSpPr>
          <p:nvPr/>
        </p:nvCxnSpPr>
        <p:spPr>
          <a:xfrm>
            <a:off x="4184067" y="5968414"/>
            <a:ext cx="4222487" cy="1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704AE5A-BC0C-A4EE-5D6B-74934F314526}"/>
              </a:ext>
            </a:extLst>
          </p:cNvPr>
          <p:cNvSpPr txBox="1"/>
          <p:nvPr/>
        </p:nvSpPr>
        <p:spPr>
          <a:xfrm>
            <a:off x="8422256" y="4101295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FA10951-B718-6F9B-B1CE-5D976EEA2203}"/>
              </a:ext>
            </a:extLst>
          </p:cNvPr>
          <p:cNvSpPr/>
          <p:nvPr/>
        </p:nvSpPr>
        <p:spPr>
          <a:xfrm>
            <a:off x="11107682" y="4146629"/>
            <a:ext cx="720000" cy="237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36E5626-9573-9655-4137-3B3BF3C16B98}"/>
              </a:ext>
            </a:extLst>
          </p:cNvPr>
          <p:cNvSpPr/>
          <p:nvPr/>
        </p:nvSpPr>
        <p:spPr>
          <a:xfrm>
            <a:off x="11107682" y="5009044"/>
            <a:ext cx="720000" cy="237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Consulta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23CB2734-D172-8A41-95E5-9096BEB13FB2}"/>
              </a:ext>
            </a:extLst>
          </p:cNvPr>
          <p:cNvSpPr/>
          <p:nvPr/>
        </p:nvSpPr>
        <p:spPr>
          <a:xfrm>
            <a:off x="11107682" y="4578199"/>
            <a:ext cx="720000" cy="237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Oferta</a:t>
            </a:r>
          </a:p>
        </p:txBody>
      </p:sp>
      <p:cxnSp>
        <p:nvCxnSpPr>
          <p:cNvPr id="40" name="Conector angular 22">
            <a:extLst>
              <a:ext uri="{FF2B5EF4-FFF2-40B4-BE49-F238E27FC236}">
                <a16:creationId xmlns:a16="http://schemas.microsoft.com/office/drawing/2014/main" id="{C1BECA93-0505-0833-B3EF-8FF6CDEE72E9}"/>
              </a:ext>
            </a:extLst>
          </p:cNvPr>
          <p:cNvCxnSpPr>
            <a:cxnSpLocks/>
            <a:stCxn id="44" idx="3"/>
            <a:endCxn id="38" idx="1"/>
          </p:cNvCxnSpPr>
          <p:nvPr/>
        </p:nvCxnSpPr>
        <p:spPr>
          <a:xfrm>
            <a:off x="9158232" y="4696661"/>
            <a:ext cx="1949450" cy="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r 22">
            <a:extLst>
              <a:ext uri="{FF2B5EF4-FFF2-40B4-BE49-F238E27FC236}">
                <a16:creationId xmlns:a16="http://schemas.microsoft.com/office/drawing/2014/main" id="{46062867-2D05-E119-7F02-4516E4C45A70}"/>
              </a:ext>
            </a:extLst>
          </p:cNvPr>
          <p:cNvCxnSpPr>
            <a:cxnSpLocks/>
            <a:stCxn id="52" idx="3"/>
            <a:endCxn id="37" idx="1"/>
          </p:cNvCxnSpPr>
          <p:nvPr/>
        </p:nvCxnSpPr>
        <p:spPr>
          <a:xfrm>
            <a:off x="9158232" y="5123105"/>
            <a:ext cx="1949450" cy="47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22">
            <a:extLst>
              <a:ext uri="{FF2B5EF4-FFF2-40B4-BE49-F238E27FC236}">
                <a16:creationId xmlns:a16="http://schemas.microsoft.com/office/drawing/2014/main" id="{FE7A2473-0C19-04B3-BE2C-E96F046ABFBB}"/>
              </a:ext>
            </a:extLst>
          </p:cNvPr>
          <p:cNvCxnSpPr>
            <a:cxnSpLocks/>
            <a:stCxn id="30" idx="3"/>
            <a:endCxn id="34" idx="1"/>
          </p:cNvCxnSpPr>
          <p:nvPr/>
        </p:nvCxnSpPr>
        <p:spPr>
          <a:xfrm flipV="1">
            <a:off x="9158232" y="4265429"/>
            <a:ext cx="1949450" cy="47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9D6AE2F-266C-543C-4C7F-CF92A1D2B365}"/>
              </a:ext>
            </a:extLst>
          </p:cNvPr>
          <p:cNvSpPr txBox="1"/>
          <p:nvPr/>
        </p:nvSpPr>
        <p:spPr>
          <a:xfrm>
            <a:off x="8422256" y="4527739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C700FA8-5077-F90A-0B95-CC1F0F86B8D9}"/>
              </a:ext>
            </a:extLst>
          </p:cNvPr>
          <p:cNvSpPr txBox="1"/>
          <p:nvPr/>
        </p:nvSpPr>
        <p:spPr>
          <a:xfrm>
            <a:off x="8422256" y="4954183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SD37</a:t>
            </a:r>
          </a:p>
        </p:txBody>
      </p:sp>
      <p:cxnSp>
        <p:nvCxnSpPr>
          <p:cNvPr id="57" name="Conector: angular 12">
            <a:extLst>
              <a:ext uri="{FF2B5EF4-FFF2-40B4-BE49-F238E27FC236}">
                <a16:creationId xmlns:a16="http://schemas.microsoft.com/office/drawing/2014/main" id="{FF3DA27B-D541-745F-BA41-8E04B0858027}"/>
              </a:ext>
            </a:extLst>
          </p:cNvPr>
          <p:cNvCxnSpPr>
            <a:cxnSpLocks/>
            <a:stCxn id="56" idx="2"/>
            <a:endCxn id="52" idx="1"/>
          </p:cNvCxnSpPr>
          <p:nvPr/>
        </p:nvCxnSpPr>
        <p:spPr>
          <a:xfrm rot="16200000" flipH="1">
            <a:off x="4752634" y="1453482"/>
            <a:ext cx="2554515" cy="4784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77C35F5-02F7-8747-346D-9B4808841EE0}"/>
              </a:ext>
            </a:extLst>
          </p:cNvPr>
          <p:cNvSpPr txBox="1"/>
          <p:nvPr/>
        </p:nvSpPr>
        <p:spPr>
          <a:xfrm>
            <a:off x="9741341" y="4045974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97C1DD3-4C2E-936B-6712-AAD501C71B2C}"/>
              </a:ext>
            </a:extLst>
          </p:cNvPr>
          <p:cNvSpPr txBox="1"/>
          <p:nvPr/>
        </p:nvSpPr>
        <p:spPr>
          <a:xfrm>
            <a:off x="9741341" y="4395134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A7D0F8-EB8A-3F93-4EDF-9BE2AA199419}"/>
              </a:ext>
            </a:extLst>
          </p:cNvPr>
          <p:cNvSpPr txBox="1"/>
          <p:nvPr/>
        </p:nvSpPr>
        <p:spPr>
          <a:xfrm>
            <a:off x="9741341" y="4895973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*Modifica estatus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C26D9A-7223-967F-A20A-A6BA4AAD4F1B}"/>
              </a:ext>
            </a:extLst>
          </p:cNvPr>
          <p:cNvSpPr/>
          <p:nvPr/>
        </p:nvSpPr>
        <p:spPr>
          <a:xfrm>
            <a:off x="11066268" y="2569227"/>
            <a:ext cx="761414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Factura​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CFDI​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0107BCB-682F-4B9C-EF03-6D90E9E3BE22}"/>
              </a:ext>
            </a:extLst>
          </p:cNvPr>
          <p:cNvSpPr txBox="1"/>
          <p:nvPr/>
        </p:nvSpPr>
        <p:spPr>
          <a:xfrm>
            <a:off x="8422256" y="2613594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SD48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D7B47F5C-42E3-2608-8C94-ED5079BE6B83}"/>
              </a:ext>
            </a:extLst>
          </p:cNvPr>
          <p:cNvCxnSpPr>
            <a:cxnSpLocks/>
            <a:stCxn id="56" idx="2"/>
            <a:endCxn id="13" idx="1"/>
          </p:cNvCxnSpPr>
          <p:nvPr/>
        </p:nvCxnSpPr>
        <p:spPr>
          <a:xfrm rot="16200000" flipH="1">
            <a:off x="5922928" y="283188"/>
            <a:ext cx="213926" cy="4784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2ADEBFD9-DA31-F0CA-77B9-09DA24F55CF3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9158232" y="2782516"/>
            <a:ext cx="1908036" cy="27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9318794-B9D9-3D9C-F0A2-F03BAC3116A3}"/>
              </a:ext>
            </a:extLst>
          </p:cNvPr>
          <p:cNvSpPr txBox="1"/>
          <p:nvPr/>
        </p:nvSpPr>
        <p:spPr>
          <a:xfrm>
            <a:off x="9716656" y="2581671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*Anula Factura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1D2686F-784D-86B4-2D16-7E9EA2C6CE90}"/>
              </a:ext>
            </a:extLst>
          </p:cNvPr>
          <p:cNvSpPr/>
          <p:nvPr/>
        </p:nvSpPr>
        <p:spPr>
          <a:xfrm>
            <a:off x="11086975" y="3658396"/>
            <a:ext cx="720000" cy="237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Entrega</a:t>
            </a:r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BC740A32-0E0B-2A33-679B-D7E09E96F8F4}"/>
              </a:ext>
            </a:extLst>
          </p:cNvPr>
          <p:cNvSpPr/>
          <p:nvPr/>
        </p:nvSpPr>
        <p:spPr>
          <a:xfrm>
            <a:off x="3934206" y="3581886"/>
            <a:ext cx="396000" cy="3960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840DC7D-9E6F-613C-B168-A2C94C48466B}"/>
              </a:ext>
            </a:extLst>
          </p:cNvPr>
          <p:cNvSpPr txBox="1"/>
          <p:nvPr/>
        </p:nvSpPr>
        <p:spPr>
          <a:xfrm>
            <a:off x="8429796" y="3610832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SD47</a:t>
            </a:r>
          </a:p>
        </p:txBody>
      </p:sp>
      <p:cxnSp>
        <p:nvCxnSpPr>
          <p:cNvPr id="43" name="Conector angular 42">
            <a:extLst>
              <a:ext uri="{FF2B5EF4-FFF2-40B4-BE49-F238E27FC236}">
                <a16:creationId xmlns:a16="http://schemas.microsoft.com/office/drawing/2014/main" id="{A983D566-4124-3079-EF11-380874D962EB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 flipV="1">
            <a:off x="4330206" y="3779754"/>
            <a:ext cx="4099590" cy="1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4246144E-AC2E-031A-BD8A-A8A83FF52B07}"/>
              </a:ext>
            </a:extLst>
          </p:cNvPr>
          <p:cNvCxnSpPr>
            <a:stCxn id="28" idx="3"/>
            <a:endCxn id="25" idx="1"/>
          </p:cNvCxnSpPr>
          <p:nvPr/>
        </p:nvCxnSpPr>
        <p:spPr>
          <a:xfrm flipV="1">
            <a:off x="9165772" y="3777196"/>
            <a:ext cx="1921203" cy="25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2975A8B-6433-8193-1215-6408F4BC2704}"/>
              </a:ext>
            </a:extLst>
          </p:cNvPr>
          <p:cNvSpPr/>
          <p:nvPr/>
        </p:nvSpPr>
        <p:spPr>
          <a:xfrm>
            <a:off x="3020025" y="2136590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Anulación Documentos Logisticos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910B2B15-2FF3-D53E-EB8F-6A7DAE9B7537}"/>
              </a:ext>
            </a:extLst>
          </p:cNvPr>
          <p:cNvCxnSpPr>
            <a:stCxn id="17" idx="3"/>
            <a:endCxn id="56" idx="1"/>
          </p:cNvCxnSpPr>
          <p:nvPr/>
        </p:nvCxnSpPr>
        <p:spPr>
          <a:xfrm flipV="1">
            <a:off x="2183365" y="2352590"/>
            <a:ext cx="836660" cy="1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59F054E1-CD31-6B78-BFA2-BF8A94A15DD8}"/>
              </a:ext>
            </a:extLst>
          </p:cNvPr>
          <p:cNvCxnSpPr>
            <a:stCxn id="56" idx="2"/>
            <a:endCxn id="26" idx="1"/>
          </p:cNvCxnSpPr>
          <p:nvPr/>
        </p:nvCxnSpPr>
        <p:spPr>
          <a:xfrm rot="16200000" flipH="1">
            <a:off x="3180218" y="3025898"/>
            <a:ext cx="1211296" cy="2966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E0F03D22-A2AA-A084-133B-E1071B898161}"/>
              </a:ext>
            </a:extLst>
          </p:cNvPr>
          <p:cNvSpPr txBox="1"/>
          <p:nvPr/>
        </p:nvSpPr>
        <p:spPr>
          <a:xfrm>
            <a:off x="9716656" y="3554943"/>
            <a:ext cx="120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 Borrar Entrega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62CC65-0EAE-85B8-DD12-FF9A8984F8DB}"/>
              </a:ext>
            </a:extLst>
          </p:cNvPr>
          <p:cNvSpPr/>
          <p:nvPr/>
        </p:nvSpPr>
        <p:spPr>
          <a:xfrm>
            <a:off x="11060038" y="3070349"/>
            <a:ext cx="761414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Salida de mercancias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6D1313-3AB6-748C-FAA2-9D3BBB97548B}"/>
              </a:ext>
            </a:extLst>
          </p:cNvPr>
          <p:cNvSpPr txBox="1"/>
          <p:nvPr/>
        </p:nvSpPr>
        <p:spPr>
          <a:xfrm>
            <a:off x="8432569" y="3111329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SD46</a:t>
            </a:r>
          </a:p>
        </p:txBody>
      </p:sp>
      <p:cxnSp>
        <p:nvCxnSpPr>
          <p:cNvPr id="31" name="Conector angular 30">
            <a:extLst>
              <a:ext uri="{FF2B5EF4-FFF2-40B4-BE49-F238E27FC236}">
                <a16:creationId xmlns:a16="http://schemas.microsoft.com/office/drawing/2014/main" id="{E46FC18B-CACA-E467-5B49-DADF75B0038E}"/>
              </a:ext>
            </a:extLst>
          </p:cNvPr>
          <p:cNvCxnSpPr>
            <a:stCxn id="56" idx="2"/>
            <a:endCxn id="8" idx="1"/>
          </p:cNvCxnSpPr>
          <p:nvPr/>
        </p:nvCxnSpPr>
        <p:spPr>
          <a:xfrm rot="16200000" flipH="1">
            <a:off x="5679217" y="526898"/>
            <a:ext cx="711661" cy="47950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27E981C-A6F7-1B23-41FC-7869D82D2D47}"/>
              </a:ext>
            </a:extLst>
          </p:cNvPr>
          <p:cNvSpPr txBox="1"/>
          <p:nvPr/>
        </p:nvSpPr>
        <p:spPr>
          <a:xfrm>
            <a:off x="9275508" y="3066682"/>
            <a:ext cx="1649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*Anula Salida mercancías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E719EC4-F165-5445-116C-DCB5FA20F081}"/>
              </a:ext>
            </a:extLst>
          </p:cNvPr>
          <p:cNvSpPr txBox="1"/>
          <p:nvPr/>
        </p:nvSpPr>
        <p:spPr>
          <a:xfrm>
            <a:off x="8429796" y="2179795"/>
            <a:ext cx="735976" cy="337844"/>
          </a:xfrm>
          <a:prstGeom prst="rect">
            <a:avLst/>
          </a:prstGeom>
          <a:solidFill>
            <a:schemeClr val="accent2"/>
          </a:solidFill>
        </p:spPr>
        <p:txBody>
          <a:bodyPr wrap="square" lIns="36000" rIns="36000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SD42</a:t>
            </a:r>
          </a:p>
        </p:txBody>
      </p:sp>
      <p:sp>
        <p:nvSpPr>
          <p:cNvPr id="29" name="Paralelogramo 70">
            <a:extLst>
              <a:ext uri="{FF2B5EF4-FFF2-40B4-BE49-F238E27FC236}">
                <a16:creationId xmlns:a16="http://schemas.microsoft.com/office/drawing/2014/main" id="{16396FF1-5D49-30FA-FEAF-890A61D18237}"/>
              </a:ext>
            </a:extLst>
          </p:cNvPr>
          <p:cNvSpPr/>
          <p:nvPr/>
        </p:nvSpPr>
        <p:spPr>
          <a:xfrm>
            <a:off x="9472864" y="2163629"/>
            <a:ext cx="1470798" cy="37977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64C0E0B0-4CF1-6DD7-7A27-92E9D9AE86F9}"/>
              </a:ext>
            </a:extLst>
          </p:cNvPr>
          <p:cNvCxnSpPr>
            <a:stCxn id="19" idx="3"/>
            <a:endCxn id="29" idx="5"/>
          </p:cNvCxnSpPr>
          <p:nvPr/>
        </p:nvCxnSpPr>
        <p:spPr>
          <a:xfrm>
            <a:off x="9165772" y="2348717"/>
            <a:ext cx="354563" cy="4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88C749A9-41AE-BE26-0164-1E4F33BBDB1E}"/>
              </a:ext>
            </a:extLst>
          </p:cNvPr>
          <p:cNvCxnSpPr>
            <a:stCxn id="56" idx="3"/>
            <a:endCxn id="19" idx="1"/>
          </p:cNvCxnSpPr>
          <p:nvPr/>
        </p:nvCxnSpPr>
        <p:spPr>
          <a:xfrm flipV="1">
            <a:off x="4255027" y="2348717"/>
            <a:ext cx="4174769" cy="3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8C51CEEB-F96F-FCB5-D7C7-37C9B92DA728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9168545" y="3280251"/>
            <a:ext cx="1891493" cy="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358F18-8CAE-8483-9BB4-C8A7A4D529CE}"/>
              </a:ext>
            </a:extLst>
          </p:cNvPr>
          <p:cNvSpPr txBox="1"/>
          <p:nvPr/>
        </p:nvSpPr>
        <p:spPr>
          <a:xfrm>
            <a:off x="8422256" y="5385786"/>
            <a:ext cx="72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FD07CFD-7B6F-5BB0-E1F6-A0A71213702E}"/>
              </a:ext>
            </a:extLst>
          </p:cNvPr>
          <p:cNvSpPr/>
          <p:nvPr/>
        </p:nvSpPr>
        <p:spPr>
          <a:xfrm>
            <a:off x="9716656" y="5372993"/>
            <a:ext cx="1105076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Actualizar Reporte Dcto. ZZZ</a:t>
            </a:r>
          </a:p>
        </p:txBody>
      </p:sp>
      <p:cxnSp>
        <p:nvCxnSpPr>
          <p:cNvPr id="48" name="Conector angular 47">
            <a:extLst>
              <a:ext uri="{FF2B5EF4-FFF2-40B4-BE49-F238E27FC236}">
                <a16:creationId xmlns:a16="http://schemas.microsoft.com/office/drawing/2014/main" id="{645E464E-FCDB-5F25-8DD4-BD18BE9D1C34}"/>
              </a:ext>
            </a:extLst>
          </p:cNvPr>
          <p:cNvCxnSpPr>
            <a:stCxn id="56" idx="2"/>
            <a:endCxn id="11" idx="1"/>
          </p:cNvCxnSpPr>
          <p:nvPr/>
        </p:nvCxnSpPr>
        <p:spPr>
          <a:xfrm rot="16200000" flipH="1">
            <a:off x="4538493" y="1667623"/>
            <a:ext cx="2982796" cy="4784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6D1626E-F9AC-6BA0-B2C5-7FF45A0A09C3}"/>
              </a:ext>
            </a:extLst>
          </p:cNvPr>
          <p:cNvCxnSpPr>
            <a:stCxn id="11" idx="3"/>
            <a:endCxn id="21" idx="1"/>
          </p:cNvCxnSpPr>
          <p:nvPr/>
        </p:nvCxnSpPr>
        <p:spPr>
          <a:xfrm>
            <a:off x="9142256" y="5551386"/>
            <a:ext cx="574400" cy="1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983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101018" y="2817009"/>
            <a:ext cx="12090982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MX" sz="6000" b="1" spc="-1">
                <a:latin typeface="Arial"/>
              </a:rPr>
              <a:t>Temas Varios</a:t>
            </a:r>
            <a:endParaRPr lang="es-MX" sz="60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25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369543" y="646775"/>
            <a:ext cx="5888473" cy="5907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3744330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A4F0-8D0C-B4D4-0AF3-A815F380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ángulo 77">
            <a:extLst>
              <a:ext uri="{FF2B5EF4-FFF2-40B4-BE49-F238E27FC236}">
                <a16:creationId xmlns:a16="http://schemas.microsoft.com/office/drawing/2014/main" id="{EB8AE494-8A69-7D85-B76D-97166443318B}"/>
              </a:ext>
            </a:extLst>
          </p:cNvPr>
          <p:cNvSpPr/>
          <p:nvPr/>
        </p:nvSpPr>
        <p:spPr>
          <a:xfrm>
            <a:off x="2000756" y="2936878"/>
            <a:ext cx="2813548" cy="3391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2D2E6D4-04F1-C7CA-A6B5-87EAFB44B26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12D7715-88CB-349E-6071-C44FC3C9DB6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7CF97E4-3F36-DDC0-964B-582B970FC45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96C6D0A-E5B9-63D3-3FA7-AFD6BB57D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09D5577-4EAB-692B-63F6-E035C9D8A802}"/>
              </a:ext>
            </a:extLst>
          </p:cNvPr>
          <p:cNvSpPr/>
          <p:nvPr/>
        </p:nvSpPr>
        <p:spPr>
          <a:xfrm>
            <a:off x="142801" y="1615680"/>
            <a:ext cx="164920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APP</a:t>
            </a: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1577DA-B13E-4BF0-69EA-BEC970A8A690}"/>
              </a:ext>
            </a:extLst>
          </p:cNvPr>
          <p:cNvSpPr/>
          <p:nvPr/>
        </p:nvSpPr>
        <p:spPr>
          <a:xfrm>
            <a:off x="6825491" y="1615680"/>
            <a:ext cx="521354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7D6E57-D04C-FF44-880E-DC3CE1F0C749}"/>
              </a:ext>
            </a:extLst>
          </p:cNvPr>
          <p:cNvSpPr/>
          <p:nvPr/>
        </p:nvSpPr>
        <p:spPr>
          <a:xfrm>
            <a:off x="1907813" y="1615680"/>
            <a:ext cx="302200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3310C48-1CA3-3507-4B9D-710BB934962A}"/>
              </a:ext>
            </a:extLst>
          </p:cNvPr>
          <p:cNvSpPr txBox="1"/>
          <p:nvPr/>
        </p:nvSpPr>
        <p:spPr>
          <a:xfrm>
            <a:off x="6831264" y="1278086"/>
            <a:ext cx="520777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B2B9CF5-3192-FD5D-90F5-469EFEF48465}"/>
              </a:ext>
            </a:extLst>
          </p:cNvPr>
          <p:cNvSpPr txBox="1"/>
          <p:nvPr/>
        </p:nvSpPr>
        <p:spPr>
          <a:xfrm>
            <a:off x="269298" y="6531229"/>
            <a:ext cx="4960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2A42E14-34C6-0C4C-8C74-B1D739799715}"/>
              </a:ext>
            </a:extLst>
          </p:cNvPr>
          <p:cNvSpPr/>
          <p:nvPr/>
        </p:nvSpPr>
        <p:spPr>
          <a:xfrm>
            <a:off x="908999" y="438480"/>
            <a:ext cx="971545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- Cobros Referenciados</a:t>
            </a:r>
            <a:endParaRPr lang="es-MX" sz="2000" b="1" strike="noStrike" spc="-1">
              <a:latin typeface="Arial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A7BD31-DE57-D364-6C49-E6D8773EFBC0}"/>
              </a:ext>
            </a:extLst>
          </p:cNvPr>
          <p:cNvSpPr/>
          <p:nvPr/>
        </p:nvSpPr>
        <p:spPr>
          <a:xfrm>
            <a:off x="383365" y="2195921"/>
            <a:ext cx="1170227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Cobro vía APP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07C58EC-0B95-742F-80C1-D8918B7117A8}"/>
              </a:ext>
            </a:extLst>
          </p:cNvPr>
          <p:cNvSpPr txBox="1"/>
          <p:nvPr/>
        </p:nvSpPr>
        <p:spPr>
          <a:xfrm>
            <a:off x="5227644" y="231269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D-CRED-20</a:t>
            </a:r>
          </a:p>
        </p:txBody>
      </p:sp>
      <p:cxnSp>
        <p:nvCxnSpPr>
          <p:cNvPr id="30" name="Conector: angular 12">
            <a:extLst>
              <a:ext uri="{FF2B5EF4-FFF2-40B4-BE49-F238E27FC236}">
                <a16:creationId xmlns:a16="http://schemas.microsoft.com/office/drawing/2014/main" id="{128FBC38-4DB6-F067-DCF0-14A2DA078757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1553592" y="2478299"/>
            <a:ext cx="3674052" cy="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15A673D1-BF41-DA82-CF3D-F883A310CE59}"/>
              </a:ext>
            </a:extLst>
          </p:cNvPr>
          <p:cNvSpPr/>
          <p:nvPr/>
        </p:nvSpPr>
        <p:spPr>
          <a:xfrm>
            <a:off x="10502282" y="2264265"/>
            <a:ext cx="122015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ZREFERENCIA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371A250-801A-0F75-AB9F-F71DD783D475}"/>
              </a:ext>
            </a:extLst>
          </p:cNvPr>
          <p:cNvCxnSpPr>
            <a:cxnSpLocks/>
            <a:stCxn id="29" idx="3"/>
            <a:endCxn id="33" idx="5"/>
          </p:cNvCxnSpPr>
          <p:nvPr/>
        </p:nvCxnSpPr>
        <p:spPr>
          <a:xfrm flipV="1">
            <a:off x="6307644" y="2474452"/>
            <a:ext cx="4247185" cy="3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DDAF1FC-7A6D-9916-6C01-34DA967C0F51}"/>
              </a:ext>
            </a:extLst>
          </p:cNvPr>
          <p:cNvSpPr/>
          <p:nvPr/>
        </p:nvSpPr>
        <p:spPr>
          <a:xfrm>
            <a:off x="2596659" y="3093598"/>
            <a:ext cx="144074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Importe pagado en Banco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70CDB59-9256-8EFA-FED3-FC61D0CB47B4}"/>
              </a:ext>
            </a:extLst>
          </p:cNvPr>
          <p:cNvSpPr txBox="1"/>
          <p:nvPr/>
        </p:nvSpPr>
        <p:spPr>
          <a:xfrm>
            <a:off x="7700462" y="2870651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N-TZ-12</a:t>
            </a:r>
          </a:p>
        </p:txBody>
      </p:sp>
      <p:sp>
        <p:nvSpPr>
          <p:cNvPr id="71" name="Proceso predefinido 15">
            <a:extLst>
              <a:ext uri="{FF2B5EF4-FFF2-40B4-BE49-F238E27FC236}">
                <a16:creationId xmlns:a16="http://schemas.microsoft.com/office/drawing/2014/main" id="{DD56DD5D-E61B-1E1C-15F8-C1D5F98DF7F7}"/>
              </a:ext>
            </a:extLst>
          </p:cNvPr>
          <p:cNvSpPr/>
          <p:nvPr/>
        </p:nvSpPr>
        <p:spPr>
          <a:xfrm>
            <a:off x="9006841" y="4936320"/>
            <a:ext cx="1377831" cy="612000"/>
          </a:xfrm>
          <a:prstGeom prst="flowChartPredefinedProcess">
            <a:avLst/>
          </a:prstGeom>
          <a:solidFill>
            <a:srgbClr val="E3F1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1000" err="1">
                <a:solidFill>
                  <a:schemeClr val="tx1"/>
                </a:solidFill>
                <a:latin typeface="Arial Nova" panose="020B0504020202020204" pitchFamily="34" charset="0"/>
              </a:rPr>
              <a:t>ToBe</a:t>
            </a:r>
            <a:r>
              <a:rPr lang="es-ES_tradnl" sz="1000">
                <a:solidFill>
                  <a:schemeClr val="tx1"/>
                </a:solidFill>
                <a:latin typeface="Arial Nova" panose="020B0504020202020204" pitchFamily="34" charset="0"/>
              </a:rPr>
              <a:t> Tesorería</a:t>
            </a:r>
          </a:p>
          <a:p>
            <a:pPr algn="ctr"/>
            <a:r>
              <a:rPr lang="es-ES_tradnl" sz="1000">
                <a:solidFill>
                  <a:schemeClr val="tx1"/>
                </a:solidFill>
                <a:latin typeface="Arial Nova" panose="020B0504020202020204" pitchFamily="34" charset="0"/>
              </a:rPr>
              <a:t>(Ext. Bancario)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D0C66DA-94E3-7492-BC56-165992314011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 flipH="1">
            <a:off x="3316474" y="3659160"/>
            <a:ext cx="555" cy="35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ector fuera de página 79">
            <a:extLst>
              <a:ext uri="{FF2B5EF4-FFF2-40B4-BE49-F238E27FC236}">
                <a16:creationId xmlns:a16="http://schemas.microsoft.com/office/drawing/2014/main" id="{667967E6-8EED-1F1C-E14F-C6925527EB93}"/>
              </a:ext>
            </a:extLst>
          </p:cNvPr>
          <p:cNvSpPr/>
          <p:nvPr/>
        </p:nvSpPr>
        <p:spPr>
          <a:xfrm>
            <a:off x="2725566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B</a:t>
            </a: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20A5F440-D599-6D45-AF10-29E4E37801EF}"/>
              </a:ext>
            </a:extLst>
          </p:cNvPr>
          <p:cNvSpPr/>
          <p:nvPr/>
        </p:nvSpPr>
        <p:spPr>
          <a:xfrm>
            <a:off x="10384672" y="3499648"/>
            <a:ext cx="1430378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ZFI_EXTRACTOBANC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2FC1065-B8D8-F331-DA5F-4666ADEA3ADA}"/>
              </a:ext>
            </a:extLst>
          </p:cNvPr>
          <p:cNvSpPr txBox="1"/>
          <p:nvPr/>
        </p:nvSpPr>
        <p:spPr>
          <a:xfrm>
            <a:off x="7700462" y="3538954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N-TZ-13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78EE2E-801C-25E9-0380-1C97E0AE13AE}"/>
              </a:ext>
            </a:extLst>
          </p:cNvPr>
          <p:cNvSpPr/>
          <p:nvPr/>
        </p:nvSpPr>
        <p:spPr>
          <a:xfrm>
            <a:off x="2596104" y="4009347"/>
            <a:ext cx="144074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Efectúa Cobro</a:t>
            </a:r>
          </a:p>
        </p:txBody>
      </p:sp>
      <p:sp>
        <p:nvSpPr>
          <p:cNvPr id="9" name="Conector fuera de página 8">
            <a:extLst>
              <a:ext uri="{FF2B5EF4-FFF2-40B4-BE49-F238E27FC236}">
                <a16:creationId xmlns:a16="http://schemas.microsoft.com/office/drawing/2014/main" id="{31866CBA-510E-3E27-30A2-06EC4579134C}"/>
              </a:ext>
            </a:extLst>
          </p:cNvPr>
          <p:cNvSpPr/>
          <p:nvPr/>
        </p:nvSpPr>
        <p:spPr>
          <a:xfrm>
            <a:off x="2188856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</a:t>
            </a:r>
          </a:p>
        </p:txBody>
      </p:sp>
      <p:sp>
        <p:nvSpPr>
          <p:cNvPr id="10" name="Conector fuera de página 9">
            <a:extLst>
              <a:ext uri="{FF2B5EF4-FFF2-40B4-BE49-F238E27FC236}">
                <a16:creationId xmlns:a16="http://schemas.microsoft.com/office/drawing/2014/main" id="{4AB4321A-50D2-DD43-4BEB-D7BD45FA4560}"/>
              </a:ext>
            </a:extLst>
          </p:cNvPr>
          <p:cNvSpPr/>
          <p:nvPr/>
        </p:nvSpPr>
        <p:spPr>
          <a:xfrm>
            <a:off x="3288101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</a:t>
            </a:r>
          </a:p>
        </p:txBody>
      </p:sp>
      <p:cxnSp>
        <p:nvCxnSpPr>
          <p:cNvPr id="12" name="Conector: angular 12">
            <a:extLst>
              <a:ext uri="{FF2B5EF4-FFF2-40B4-BE49-F238E27FC236}">
                <a16:creationId xmlns:a16="http://schemas.microsoft.com/office/drawing/2014/main" id="{DA92DBDF-23CC-ACB7-A04A-8155F4A566F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2295203" y="4666562"/>
            <a:ext cx="1112924" cy="9296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2">
            <a:extLst>
              <a:ext uri="{FF2B5EF4-FFF2-40B4-BE49-F238E27FC236}">
                <a16:creationId xmlns:a16="http://schemas.microsoft.com/office/drawing/2014/main" id="{20CF5FCF-F987-531D-75A2-55183E839AC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2844825" y="5046557"/>
            <a:ext cx="1112924" cy="1696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12">
            <a:extLst>
              <a:ext uri="{FF2B5EF4-FFF2-40B4-BE49-F238E27FC236}">
                <a16:creationId xmlns:a16="http://schemas.microsoft.com/office/drawing/2014/main" id="{6506BC9C-1898-5C17-F1DD-437D70000146}"/>
              </a:ext>
            </a:extLst>
          </p:cNvPr>
          <p:cNvCxnSpPr>
            <a:cxnSpLocks/>
            <a:stCxn id="7" idx="2"/>
            <a:endCxn id="80" idx="0"/>
          </p:cNvCxnSpPr>
          <p:nvPr/>
        </p:nvCxnSpPr>
        <p:spPr>
          <a:xfrm rot="5400000">
            <a:off x="2563558" y="4934917"/>
            <a:ext cx="1112924" cy="3929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30F6F1-49B4-B189-615C-040581C31174}"/>
              </a:ext>
            </a:extLst>
          </p:cNvPr>
          <p:cNvSpPr txBox="1"/>
          <p:nvPr/>
        </p:nvSpPr>
        <p:spPr>
          <a:xfrm>
            <a:off x="1924288" y="1278084"/>
            <a:ext cx="3004748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280F94-BF2E-4225-FC8B-920D2F10929C}"/>
              </a:ext>
            </a:extLst>
          </p:cNvPr>
          <p:cNvSpPr/>
          <p:nvPr/>
        </p:nvSpPr>
        <p:spPr>
          <a:xfrm>
            <a:off x="5038294" y="1625940"/>
            <a:ext cx="16713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247C5C-062B-EFB8-967C-E66BDFDFBC5B}"/>
              </a:ext>
            </a:extLst>
          </p:cNvPr>
          <p:cNvSpPr txBox="1"/>
          <p:nvPr/>
        </p:nvSpPr>
        <p:spPr>
          <a:xfrm>
            <a:off x="5037179" y="1283795"/>
            <a:ext cx="1671965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8EED5A7-6059-7EF7-0484-7BDF172EFA81}"/>
              </a:ext>
            </a:extLst>
          </p:cNvPr>
          <p:cNvSpPr txBox="1"/>
          <p:nvPr/>
        </p:nvSpPr>
        <p:spPr>
          <a:xfrm>
            <a:off x="152962" y="1265760"/>
            <a:ext cx="1649206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APP</a:t>
            </a:r>
          </a:p>
        </p:txBody>
      </p: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7F80596B-E233-D4A5-F479-94FC2F6BF64A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4037399" y="3036251"/>
            <a:ext cx="3663063" cy="340128"/>
          </a:xfrm>
          <a:prstGeom prst="bentConnector3">
            <a:avLst>
              <a:gd name="adj1" fmla="val 9192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C49F4DDE-EC53-828F-749C-1AC0C13F8660}"/>
              </a:ext>
            </a:extLst>
          </p:cNvPr>
          <p:cNvCxnSpPr>
            <a:cxnSpLocks/>
            <a:stCxn id="37" idx="3"/>
            <a:endCxn id="90" idx="1"/>
          </p:cNvCxnSpPr>
          <p:nvPr/>
        </p:nvCxnSpPr>
        <p:spPr>
          <a:xfrm>
            <a:off x="4037399" y="3376379"/>
            <a:ext cx="3663063" cy="328175"/>
          </a:xfrm>
          <a:prstGeom prst="bentConnector3">
            <a:avLst>
              <a:gd name="adj1" fmla="val 916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8F177BDC-52DC-53FA-78C9-FC2CDF460374}"/>
              </a:ext>
            </a:extLst>
          </p:cNvPr>
          <p:cNvCxnSpPr>
            <a:cxnSpLocks/>
            <a:stCxn id="38" idx="3"/>
            <a:endCxn id="33" idx="4"/>
          </p:cNvCxnSpPr>
          <p:nvPr/>
        </p:nvCxnSpPr>
        <p:spPr>
          <a:xfrm flipV="1">
            <a:off x="8780462" y="2684639"/>
            <a:ext cx="2331896" cy="3516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1228C4C-816A-EF12-E2EB-38575AD5D4B3}"/>
              </a:ext>
            </a:extLst>
          </p:cNvPr>
          <p:cNvSpPr txBox="1"/>
          <p:nvPr/>
        </p:nvSpPr>
        <p:spPr>
          <a:xfrm>
            <a:off x="7700462" y="439886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D-CRED-14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33574775-A287-5D26-B3B0-D949A318B05E}"/>
              </a:ext>
            </a:extLst>
          </p:cNvPr>
          <p:cNvCxnSpPr>
            <a:cxnSpLocks/>
            <a:stCxn id="4" idx="3"/>
            <a:endCxn id="83" idx="4"/>
          </p:cNvCxnSpPr>
          <p:nvPr/>
        </p:nvCxnSpPr>
        <p:spPr>
          <a:xfrm flipV="1">
            <a:off x="8780462" y="3920022"/>
            <a:ext cx="2319399" cy="644442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ector fuera de página 14">
            <a:extLst>
              <a:ext uri="{FF2B5EF4-FFF2-40B4-BE49-F238E27FC236}">
                <a16:creationId xmlns:a16="http://schemas.microsoft.com/office/drawing/2014/main" id="{2235F6A5-B2E5-040F-0541-7DD807A18166}"/>
              </a:ext>
            </a:extLst>
          </p:cNvPr>
          <p:cNvSpPr/>
          <p:nvPr/>
        </p:nvSpPr>
        <p:spPr>
          <a:xfrm>
            <a:off x="3832707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cxnSp>
        <p:nvCxnSpPr>
          <p:cNvPr id="23" name="Conector angular 22">
            <a:extLst>
              <a:ext uri="{FF2B5EF4-FFF2-40B4-BE49-F238E27FC236}">
                <a16:creationId xmlns:a16="http://schemas.microsoft.com/office/drawing/2014/main" id="{FA711D18-E74B-F767-3496-72D3A79A6C05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3117128" y="4774254"/>
            <a:ext cx="1112924" cy="714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F853353-BC89-7492-53E9-BCACA13678DB}"/>
              </a:ext>
            </a:extLst>
          </p:cNvPr>
          <p:cNvCxnSpPr>
            <a:stCxn id="90" idx="3"/>
            <a:endCxn id="83" idx="5"/>
          </p:cNvCxnSpPr>
          <p:nvPr/>
        </p:nvCxnSpPr>
        <p:spPr>
          <a:xfrm>
            <a:off x="8780462" y="3704554"/>
            <a:ext cx="1656757" cy="5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r 76">
            <a:extLst>
              <a:ext uri="{FF2B5EF4-FFF2-40B4-BE49-F238E27FC236}">
                <a16:creationId xmlns:a16="http://schemas.microsoft.com/office/drawing/2014/main" id="{0B28082F-CF99-9C33-B153-472CB4F8D2AF}"/>
              </a:ext>
            </a:extLst>
          </p:cNvPr>
          <p:cNvCxnSpPr>
            <a:stCxn id="71" idx="0"/>
            <a:endCxn id="83" idx="4"/>
          </p:cNvCxnSpPr>
          <p:nvPr/>
        </p:nvCxnSpPr>
        <p:spPr>
          <a:xfrm rot="5400000" flipH="1" flipV="1">
            <a:off x="9889660" y="3726119"/>
            <a:ext cx="1016298" cy="1404104"/>
          </a:xfrm>
          <a:prstGeom prst="bentConnector3">
            <a:avLst>
              <a:gd name="adj1" fmla="val 368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ector fuera de página 4">
            <a:extLst>
              <a:ext uri="{FF2B5EF4-FFF2-40B4-BE49-F238E27FC236}">
                <a16:creationId xmlns:a16="http://schemas.microsoft.com/office/drawing/2014/main" id="{02D0F7C9-45F7-0D0A-415B-17BB2BF361E8}"/>
              </a:ext>
            </a:extLst>
          </p:cNvPr>
          <p:cNvSpPr/>
          <p:nvPr/>
        </p:nvSpPr>
        <p:spPr>
          <a:xfrm>
            <a:off x="4364612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</a:t>
            </a:r>
          </a:p>
        </p:txBody>
      </p:sp>
      <p:cxnSp>
        <p:nvCxnSpPr>
          <p:cNvPr id="25" name="Conector angular 24">
            <a:extLst>
              <a:ext uri="{FF2B5EF4-FFF2-40B4-BE49-F238E27FC236}">
                <a16:creationId xmlns:a16="http://schemas.microsoft.com/office/drawing/2014/main" id="{0C0B18FE-DE32-C181-8FE0-D8BA2D0B6E94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16200000" flipH="1">
            <a:off x="3383081" y="4508302"/>
            <a:ext cx="1112924" cy="12461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5226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94B6-547E-FBE6-A0B2-C6C89171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3532519C-F674-EE74-9A1E-1FB0C938A321}"/>
              </a:ext>
            </a:extLst>
          </p:cNvPr>
          <p:cNvSpPr/>
          <p:nvPr/>
        </p:nvSpPr>
        <p:spPr>
          <a:xfrm>
            <a:off x="293168" y="2063685"/>
            <a:ext cx="1690763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1590BF3D-5656-FB0D-E328-C1D1C9B15229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8A37360-CF8C-7B09-10EE-34B31C6C0B0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AE4241D-9E4A-8870-162C-66BF6F8924E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D148CAD-B523-B801-8EE7-3F17FC4C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E1C5AAC-EC90-ECE0-BD6D-26C237F70140}"/>
              </a:ext>
            </a:extLst>
          </p:cNvPr>
          <p:cNvSpPr/>
          <p:nvPr/>
        </p:nvSpPr>
        <p:spPr>
          <a:xfrm>
            <a:off x="142801" y="1615680"/>
            <a:ext cx="198009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F69828-38DD-5BB0-890A-853344FE5516}"/>
              </a:ext>
            </a:extLst>
          </p:cNvPr>
          <p:cNvSpPr/>
          <p:nvPr/>
        </p:nvSpPr>
        <p:spPr>
          <a:xfrm>
            <a:off x="4022369" y="1615680"/>
            <a:ext cx="19346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6D35C7-3BF6-AFF9-8248-C91437F36C2C}"/>
              </a:ext>
            </a:extLst>
          </p:cNvPr>
          <p:cNvSpPr/>
          <p:nvPr/>
        </p:nvSpPr>
        <p:spPr>
          <a:xfrm>
            <a:off x="6095999" y="1590323"/>
            <a:ext cx="593771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E7EDB8-ADAD-FF77-37AE-BE31BA50DEBF}"/>
              </a:ext>
            </a:extLst>
          </p:cNvPr>
          <p:cNvSpPr/>
          <p:nvPr/>
        </p:nvSpPr>
        <p:spPr>
          <a:xfrm>
            <a:off x="2246048" y="1615680"/>
            <a:ext cx="164233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DD83895-730B-DCD0-539B-0497317EE82D}"/>
              </a:ext>
            </a:extLst>
          </p:cNvPr>
          <p:cNvSpPr txBox="1"/>
          <p:nvPr/>
        </p:nvSpPr>
        <p:spPr>
          <a:xfrm>
            <a:off x="4021547" y="1189306"/>
            <a:ext cx="8017494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38E2DE-E1BD-1856-796E-845A6F63293E}"/>
              </a:ext>
            </a:extLst>
          </p:cNvPr>
          <p:cNvSpPr txBox="1"/>
          <p:nvPr/>
        </p:nvSpPr>
        <p:spPr>
          <a:xfrm>
            <a:off x="2246048" y="1189306"/>
            <a:ext cx="1642335" cy="24622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64B5846-1191-0D73-BA6F-42F436302887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9BAEBD4E-CF06-FF15-6514-7E2DA9040B19}"/>
              </a:ext>
            </a:extLst>
          </p:cNvPr>
          <p:cNvSpPr/>
          <p:nvPr/>
        </p:nvSpPr>
        <p:spPr>
          <a:xfrm>
            <a:off x="908999" y="438480"/>
            <a:ext cx="10174575" cy="340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"/>
              </a:rPr>
              <a:t>Arquitectura – Cobros Referenciados – Moratorios: </a:t>
            </a:r>
            <a:r>
              <a:rPr lang="es-MX" b="1" spc="-1" err="1">
                <a:solidFill>
                  <a:srgbClr val="ED7D30"/>
                </a:solidFill>
                <a:latin typeface="Arial"/>
              </a:rPr>
              <a:t>Credilanas</a:t>
            </a:r>
            <a:r>
              <a:rPr lang="es-MX" b="1" spc="-1">
                <a:latin typeface="Arial"/>
              </a:rPr>
              <a:t>, Mercaderías, Débitos</a:t>
            </a:r>
            <a:endParaRPr lang="es-MX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9E91E752-EBFB-8CC1-A565-5B1A9D728B6C}"/>
              </a:ext>
            </a:extLst>
          </p:cNvPr>
          <p:cNvSpPr/>
          <p:nvPr/>
        </p:nvSpPr>
        <p:spPr>
          <a:xfrm>
            <a:off x="426940" y="3011151"/>
            <a:ext cx="1382509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84" name="CuadroTexto 56">
            <a:extLst>
              <a:ext uri="{FF2B5EF4-FFF2-40B4-BE49-F238E27FC236}">
                <a16:creationId xmlns:a16="http://schemas.microsoft.com/office/drawing/2014/main" id="{D67BA74D-D7F8-172B-645C-798576117F82}"/>
              </a:ext>
            </a:extLst>
          </p:cNvPr>
          <p:cNvSpPr txBox="1"/>
          <p:nvPr/>
        </p:nvSpPr>
        <p:spPr>
          <a:xfrm>
            <a:off x="4463071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85" name="Diagrama de flujo: documento 84">
            <a:extLst>
              <a:ext uri="{FF2B5EF4-FFF2-40B4-BE49-F238E27FC236}">
                <a16:creationId xmlns:a16="http://schemas.microsoft.com/office/drawing/2014/main" id="{83557CF7-28C1-061D-2018-DA1D195C9E41}"/>
              </a:ext>
            </a:extLst>
          </p:cNvPr>
          <p:cNvSpPr/>
          <p:nvPr/>
        </p:nvSpPr>
        <p:spPr>
          <a:xfrm>
            <a:off x="8497088" y="3508192"/>
            <a:ext cx="1187472" cy="60256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Cargo CFDI</a:t>
            </a:r>
          </a:p>
        </p:txBody>
      </p:sp>
      <p:cxnSp>
        <p:nvCxnSpPr>
          <p:cNvPr id="94" name="Conector: angular 12">
            <a:extLst>
              <a:ext uri="{FF2B5EF4-FFF2-40B4-BE49-F238E27FC236}">
                <a16:creationId xmlns:a16="http://schemas.microsoft.com/office/drawing/2014/main" id="{65FF3C35-687D-50C4-6164-0FDA1A89C175}"/>
              </a:ext>
            </a:extLst>
          </p:cNvPr>
          <p:cNvCxnSpPr>
            <a:cxnSpLocks/>
            <a:stCxn id="64" idx="3"/>
            <a:endCxn id="84" idx="1"/>
          </p:cNvCxnSpPr>
          <p:nvPr/>
        </p:nvCxnSpPr>
        <p:spPr>
          <a:xfrm>
            <a:off x="1809449" y="3293932"/>
            <a:ext cx="2653622" cy="517442"/>
          </a:xfrm>
          <a:prstGeom prst="bentConnector3">
            <a:avLst>
              <a:gd name="adj1" fmla="val 88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F6C40C5B-5E97-764E-D759-8A519277B3A7}"/>
              </a:ext>
            </a:extLst>
          </p:cNvPr>
          <p:cNvSpPr txBox="1"/>
          <p:nvPr/>
        </p:nvSpPr>
        <p:spPr>
          <a:xfrm>
            <a:off x="6756127" y="4428647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3A14DD69-0D43-8983-8771-B4225D29E3AD}"/>
              </a:ext>
            </a:extLst>
          </p:cNvPr>
          <p:cNvSpPr/>
          <p:nvPr/>
        </p:nvSpPr>
        <p:spPr>
          <a:xfrm>
            <a:off x="8469294" y="4288247"/>
            <a:ext cx="1235152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04" name="Conector: angular 12">
            <a:extLst>
              <a:ext uri="{FF2B5EF4-FFF2-40B4-BE49-F238E27FC236}">
                <a16:creationId xmlns:a16="http://schemas.microsoft.com/office/drawing/2014/main" id="{CBE390AF-DA6E-12A6-8E74-C43E158F12D5}"/>
              </a:ext>
            </a:extLst>
          </p:cNvPr>
          <p:cNvCxnSpPr>
            <a:cxnSpLocks/>
            <a:stCxn id="64" idx="3"/>
            <a:endCxn id="10" idx="1"/>
          </p:cNvCxnSpPr>
          <p:nvPr/>
        </p:nvCxnSpPr>
        <p:spPr>
          <a:xfrm>
            <a:off x="1809449" y="3293932"/>
            <a:ext cx="2653622" cy="1300315"/>
          </a:xfrm>
          <a:prstGeom prst="bentConnector3">
            <a:avLst>
              <a:gd name="adj1" fmla="val 87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D0D7E7-AD63-F685-0D0E-546695DB0F9D}"/>
              </a:ext>
            </a:extLst>
          </p:cNvPr>
          <p:cNvSpPr txBox="1"/>
          <p:nvPr/>
        </p:nvSpPr>
        <p:spPr>
          <a:xfrm>
            <a:off x="4463071" y="442864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PV01_CM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4C2B6AC-FE47-5F02-F003-D8D55A3E7CB6}"/>
              </a:ext>
            </a:extLst>
          </p:cNvPr>
          <p:cNvCxnSpPr>
            <a:cxnSpLocks/>
            <a:stCxn id="10" idx="3"/>
            <a:endCxn id="102" idx="1"/>
          </p:cNvCxnSpPr>
          <p:nvPr/>
        </p:nvCxnSpPr>
        <p:spPr>
          <a:xfrm>
            <a:off x="5543071" y="4594247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4923F93-8066-4C73-42B7-D069EB0CE5AC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7836127" y="4594247"/>
            <a:ext cx="633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897EBC-03D7-D434-AA87-40688D9EA4A1}"/>
              </a:ext>
            </a:extLst>
          </p:cNvPr>
          <p:cNvSpPr txBox="1"/>
          <p:nvPr/>
        </p:nvSpPr>
        <p:spPr>
          <a:xfrm>
            <a:off x="152960" y="1639594"/>
            <a:ext cx="154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54" name="Paralelogramo 53">
            <a:extLst>
              <a:ext uri="{FF2B5EF4-FFF2-40B4-BE49-F238E27FC236}">
                <a16:creationId xmlns:a16="http://schemas.microsoft.com/office/drawing/2014/main" id="{CDA0632F-96FD-E263-6EE5-DAC1CF4C4308}"/>
              </a:ext>
            </a:extLst>
          </p:cNvPr>
          <p:cNvSpPr/>
          <p:nvPr/>
        </p:nvSpPr>
        <p:spPr>
          <a:xfrm>
            <a:off x="10356861" y="5718742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 ZSPLIT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E5D2348-BA52-8C0E-2482-E433238DC946}"/>
              </a:ext>
            </a:extLst>
          </p:cNvPr>
          <p:cNvSpPr txBox="1"/>
          <p:nvPr/>
        </p:nvSpPr>
        <p:spPr>
          <a:xfrm>
            <a:off x="6756127" y="576332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9B9A1C59-1660-E4B6-CBF2-FCFAA1FA2A16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>
            <a:off x="1809449" y="3293932"/>
            <a:ext cx="4946678" cy="2634997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0441DA5-5246-7857-831F-BF0651B72DC6}"/>
              </a:ext>
            </a:extLst>
          </p:cNvPr>
          <p:cNvSpPr txBox="1"/>
          <p:nvPr/>
        </p:nvSpPr>
        <p:spPr>
          <a:xfrm>
            <a:off x="7974772" y="5594052"/>
            <a:ext cx="243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de moratorios, remanente, fecha de pago</a:t>
            </a:r>
          </a:p>
        </p:txBody>
      </p:sp>
      <p:sp>
        <p:nvSpPr>
          <p:cNvPr id="62" name="CuadroTexto 56">
            <a:extLst>
              <a:ext uri="{FF2B5EF4-FFF2-40B4-BE49-F238E27FC236}">
                <a16:creationId xmlns:a16="http://schemas.microsoft.com/office/drawing/2014/main" id="{31B8888F-0B4E-BDAE-0E84-2A61764B60BF}"/>
              </a:ext>
            </a:extLst>
          </p:cNvPr>
          <p:cNvSpPr txBox="1"/>
          <p:nvPr/>
        </p:nvSpPr>
        <p:spPr>
          <a:xfrm>
            <a:off x="6756127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898189E9-D7EE-0438-745E-498635EFD65A}"/>
              </a:ext>
            </a:extLst>
          </p:cNvPr>
          <p:cNvCxnSpPr>
            <a:cxnSpLocks/>
            <a:stCxn id="84" idx="3"/>
            <a:endCxn id="62" idx="1"/>
          </p:cNvCxnSpPr>
          <p:nvPr/>
        </p:nvCxnSpPr>
        <p:spPr>
          <a:xfrm>
            <a:off x="5543071" y="3811374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249FBE7-20FC-ECB9-B23E-3BA47BD38CD6}"/>
              </a:ext>
            </a:extLst>
          </p:cNvPr>
          <p:cNvSpPr txBox="1"/>
          <p:nvPr/>
        </p:nvSpPr>
        <p:spPr>
          <a:xfrm>
            <a:off x="142801" y="1205060"/>
            <a:ext cx="197008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A1B995E-FE8B-7BDD-9ACD-2C8F3C785F7D}"/>
              </a:ext>
            </a:extLst>
          </p:cNvPr>
          <p:cNvSpPr/>
          <p:nvPr/>
        </p:nvSpPr>
        <p:spPr>
          <a:xfrm>
            <a:off x="925913" y="2141534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A103B34A-7736-3510-E98C-93CD1EF70D16}"/>
              </a:ext>
            </a:extLst>
          </p:cNvPr>
          <p:cNvSpPr/>
          <p:nvPr/>
        </p:nvSpPr>
        <p:spPr>
          <a:xfrm>
            <a:off x="10356861" y="2522299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345FCAC0-266B-DE14-92CD-036184C817A1}"/>
              </a:ext>
            </a:extLst>
          </p:cNvPr>
          <p:cNvCxnSpPr>
            <a:cxnSpLocks/>
            <a:stCxn id="64" idx="3"/>
            <a:endCxn id="32" idx="1"/>
          </p:cNvCxnSpPr>
          <p:nvPr/>
        </p:nvCxnSpPr>
        <p:spPr>
          <a:xfrm flipV="1">
            <a:off x="1809449" y="2731601"/>
            <a:ext cx="4946678" cy="562331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56">
            <a:extLst>
              <a:ext uri="{FF2B5EF4-FFF2-40B4-BE49-F238E27FC236}">
                <a16:creationId xmlns:a16="http://schemas.microsoft.com/office/drawing/2014/main" id="{F833D28A-6CA6-A76E-20C3-BA54FD92CB38}"/>
              </a:ext>
            </a:extLst>
          </p:cNvPr>
          <p:cNvSpPr txBox="1"/>
          <p:nvPr/>
        </p:nvSpPr>
        <p:spPr>
          <a:xfrm>
            <a:off x="6756127" y="2551601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N-CXC-01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3A8991F-0147-8B01-193C-4BF646B5CD47}"/>
              </a:ext>
            </a:extLst>
          </p:cNvPr>
          <p:cNvCxnSpPr>
            <a:stCxn id="32" idx="3"/>
            <a:endCxn id="4" idx="5"/>
          </p:cNvCxnSpPr>
          <p:nvPr/>
        </p:nvCxnSpPr>
        <p:spPr>
          <a:xfrm>
            <a:off x="7836127" y="2731601"/>
            <a:ext cx="2573281" cy="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76A84728-CD9E-DB53-13CE-7C2873412943}"/>
              </a:ext>
            </a:extLst>
          </p:cNvPr>
          <p:cNvCxnSpPr>
            <a:stCxn id="62" idx="3"/>
            <a:endCxn id="85" idx="1"/>
          </p:cNvCxnSpPr>
          <p:nvPr/>
        </p:nvCxnSpPr>
        <p:spPr>
          <a:xfrm flipV="1">
            <a:off x="7836127" y="3809476"/>
            <a:ext cx="660961" cy="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87CD6A0C-CF89-421A-0559-6B9964294D16}"/>
              </a:ext>
            </a:extLst>
          </p:cNvPr>
          <p:cNvCxnSpPr>
            <a:cxnSpLocks/>
            <a:stCxn id="55" idx="3"/>
            <a:endCxn id="54" idx="5"/>
          </p:cNvCxnSpPr>
          <p:nvPr/>
        </p:nvCxnSpPr>
        <p:spPr>
          <a:xfrm>
            <a:off x="7836127" y="5928929"/>
            <a:ext cx="2573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C3A767A3-932A-9397-BDC0-97A72D3CB5DB}"/>
              </a:ext>
            </a:extLst>
          </p:cNvPr>
          <p:cNvCxnSpPr>
            <a:cxnSpLocks/>
            <a:stCxn id="36" idx="4"/>
            <a:endCxn id="64" idx="0"/>
          </p:cNvCxnSpPr>
          <p:nvPr/>
        </p:nvCxnSpPr>
        <p:spPr>
          <a:xfrm flipH="1">
            <a:off x="1118195" y="2501534"/>
            <a:ext cx="5718" cy="509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0FC2A7C-1054-83D8-0120-B7201983D259}"/>
              </a:ext>
            </a:extLst>
          </p:cNvPr>
          <p:cNvSpPr txBox="1"/>
          <p:nvPr/>
        </p:nvSpPr>
        <p:spPr>
          <a:xfrm>
            <a:off x="7922225" y="2500528"/>
            <a:ext cx="24346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Actualizar el folio del cobro emitido en S4H</a:t>
            </a: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1076F861-D8F1-B976-7B80-D43A6AE6DF06}"/>
              </a:ext>
            </a:extLst>
          </p:cNvPr>
          <p:cNvSpPr/>
          <p:nvPr/>
        </p:nvSpPr>
        <p:spPr>
          <a:xfrm>
            <a:off x="2675186" y="2387017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9E603B89-2ABE-7A3F-D5D0-77CDB65CBD03}"/>
              </a:ext>
            </a:extLst>
          </p:cNvPr>
          <p:cNvCxnSpPr>
            <a:endCxn id="11" idx="5"/>
          </p:cNvCxnSpPr>
          <p:nvPr/>
        </p:nvCxnSpPr>
        <p:spPr>
          <a:xfrm flipV="1">
            <a:off x="1821281" y="2537207"/>
            <a:ext cx="891453" cy="747926"/>
          </a:xfrm>
          <a:prstGeom prst="bentConnector3">
            <a:avLst>
              <a:gd name="adj1" fmla="val 699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419113" y="3582065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8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374734" y="4036281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51" name="50 Conector recto de flecha"/>
          <p:cNvCxnSpPr>
            <a:stCxn id="85" idx="3"/>
            <a:endCxn id="44" idx="1"/>
          </p:cNvCxnSpPr>
          <p:nvPr/>
        </p:nvCxnSpPr>
        <p:spPr>
          <a:xfrm>
            <a:off x="9684560" y="3809476"/>
            <a:ext cx="734553" cy="1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576F839E-1FAC-779B-579B-172D01932A4F}"/>
              </a:ext>
            </a:extLst>
          </p:cNvPr>
          <p:cNvSpPr txBox="1"/>
          <p:nvPr/>
        </p:nvSpPr>
        <p:spPr>
          <a:xfrm>
            <a:off x="10750414" y="556069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655493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508F-1C8B-A3A1-43C9-406D8A4C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98B76212-11A8-B830-94CD-7B7BBDA5BDCA}"/>
              </a:ext>
            </a:extLst>
          </p:cNvPr>
          <p:cNvSpPr/>
          <p:nvPr/>
        </p:nvSpPr>
        <p:spPr>
          <a:xfrm>
            <a:off x="293168" y="2063685"/>
            <a:ext cx="1690763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CD250CB0-C9EA-23E1-976F-DE84B200FC6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5BEFEEF-7EC8-F3CF-4BC5-03DE4E29401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9B9F5BD0-6A0D-8E0F-4DED-B3A3AFFFDEA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F18FE86-2CDE-66E5-A47B-B92E3AEAE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08DCB4-FDF9-FF01-4C38-4BCED2B42050}"/>
              </a:ext>
            </a:extLst>
          </p:cNvPr>
          <p:cNvSpPr/>
          <p:nvPr/>
        </p:nvSpPr>
        <p:spPr>
          <a:xfrm>
            <a:off x="142801" y="1615680"/>
            <a:ext cx="198009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998BEA-48F8-2856-9E12-9B73FB260A5B}"/>
              </a:ext>
            </a:extLst>
          </p:cNvPr>
          <p:cNvSpPr/>
          <p:nvPr/>
        </p:nvSpPr>
        <p:spPr>
          <a:xfrm>
            <a:off x="4022369" y="1615680"/>
            <a:ext cx="19346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B5830E-C09D-4B63-DE64-20E7B5E52DDB}"/>
              </a:ext>
            </a:extLst>
          </p:cNvPr>
          <p:cNvSpPr/>
          <p:nvPr/>
        </p:nvSpPr>
        <p:spPr>
          <a:xfrm>
            <a:off x="6095999" y="1590323"/>
            <a:ext cx="593771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18E9A9-E164-60A6-90BB-128E72159A52}"/>
              </a:ext>
            </a:extLst>
          </p:cNvPr>
          <p:cNvSpPr/>
          <p:nvPr/>
        </p:nvSpPr>
        <p:spPr>
          <a:xfrm>
            <a:off x="2246048" y="1615680"/>
            <a:ext cx="164233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1466FA5-A9FE-538E-5DE9-779F75048440}"/>
              </a:ext>
            </a:extLst>
          </p:cNvPr>
          <p:cNvSpPr txBox="1"/>
          <p:nvPr/>
        </p:nvSpPr>
        <p:spPr>
          <a:xfrm>
            <a:off x="4021547" y="1189306"/>
            <a:ext cx="8017494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3D240C2-4513-E148-079C-4213BB26D99C}"/>
              </a:ext>
            </a:extLst>
          </p:cNvPr>
          <p:cNvSpPr txBox="1"/>
          <p:nvPr/>
        </p:nvSpPr>
        <p:spPr>
          <a:xfrm>
            <a:off x="2246048" y="1189306"/>
            <a:ext cx="1642335" cy="24622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F09DB39-E626-D67B-04EB-A064D7A35DC4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D81FD4DD-052C-0927-C5AC-FAD935DC168E}"/>
              </a:ext>
            </a:extLst>
          </p:cNvPr>
          <p:cNvSpPr/>
          <p:nvPr/>
        </p:nvSpPr>
        <p:spPr>
          <a:xfrm>
            <a:off x="908999" y="438480"/>
            <a:ext cx="10174575" cy="340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"/>
              </a:rPr>
              <a:t>Arquitectura – Cobros Referenciados – Moratorios: </a:t>
            </a:r>
            <a:r>
              <a:rPr lang="es-MX" b="1" spc="-1" err="1">
                <a:latin typeface="Arial"/>
              </a:rPr>
              <a:t>Credilanas</a:t>
            </a:r>
            <a:r>
              <a:rPr lang="es-MX" b="1" spc="-1">
                <a:latin typeface="Arial"/>
              </a:rPr>
              <a:t>, </a:t>
            </a:r>
            <a:r>
              <a:rPr lang="es-MX" b="1" spc="-1">
                <a:solidFill>
                  <a:srgbClr val="ED7D30"/>
                </a:solidFill>
                <a:latin typeface="Arial"/>
              </a:rPr>
              <a:t>Mercaderías</a:t>
            </a:r>
            <a:r>
              <a:rPr lang="es-MX" b="1" spc="-1">
                <a:latin typeface="Arial"/>
              </a:rPr>
              <a:t>, Débitos</a:t>
            </a:r>
            <a:endParaRPr lang="es-MX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BA1DA84D-D183-5E6B-08AC-13945E7AC700}"/>
              </a:ext>
            </a:extLst>
          </p:cNvPr>
          <p:cNvSpPr/>
          <p:nvPr/>
        </p:nvSpPr>
        <p:spPr>
          <a:xfrm>
            <a:off x="426940" y="3011151"/>
            <a:ext cx="1382509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84" name="CuadroTexto 56">
            <a:extLst>
              <a:ext uri="{FF2B5EF4-FFF2-40B4-BE49-F238E27FC236}">
                <a16:creationId xmlns:a16="http://schemas.microsoft.com/office/drawing/2014/main" id="{ADCB0DDA-0C89-9E68-5FAA-CF1117503E11}"/>
              </a:ext>
            </a:extLst>
          </p:cNvPr>
          <p:cNvSpPr txBox="1"/>
          <p:nvPr/>
        </p:nvSpPr>
        <p:spPr>
          <a:xfrm>
            <a:off x="4463071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85" name="Diagrama de flujo: documento 84">
            <a:extLst>
              <a:ext uri="{FF2B5EF4-FFF2-40B4-BE49-F238E27FC236}">
                <a16:creationId xmlns:a16="http://schemas.microsoft.com/office/drawing/2014/main" id="{0C2FF0F5-E0E1-3C1C-CA9B-E1B775AE1265}"/>
              </a:ext>
            </a:extLst>
          </p:cNvPr>
          <p:cNvSpPr/>
          <p:nvPr/>
        </p:nvSpPr>
        <p:spPr>
          <a:xfrm>
            <a:off x="8497088" y="3508192"/>
            <a:ext cx="1187472" cy="60256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Cargo CFDI</a:t>
            </a:r>
          </a:p>
        </p:txBody>
      </p:sp>
      <p:cxnSp>
        <p:nvCxnSpPr>
          <p:cNvPr id="94" name="Conector: angular 12">
            <a:extLst>
              <a:ext uri="{FF2B5EF4-FFF2-40B4-BE49-F238E27FC236}">
                <a16:creationId xmlns:a16="http://schemas.microsoft.com/office/drawing/2014/main" id="{92A5B1DF-8AC4-300B-BAC2-D3F9576035BB}"/>
              </a:ext>
            </a:extLst>
          </p:cNvPr>
          <p:cNvCxnSpPr>
            <a:cxnSpLocks/>
            <a:stCxn id="64" idx="3"/>
            <a:endCxn id="84" idx="1"/>
          </p:cNvCxnSpPr>
          <p:nvPr/>
        </p:nvCxnSpPr>
        <p:spPr>
          <a:xfrm>
            <a:off x="1809449" y="3293932"/>
            <a:ext cx="2653622" cy="517442"/>
          </a:xfrm>
          <a:prstGeom prst="bentConnector3">
            <a:avLst>
              <a:gd name="adj1" fmla="val 88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7E2CA345-C2B5-2627-88DC-02EFE8F22FE4}"/>
              </a:ext>
            </a:extLst>
          </p:cNvPr>
          <p:cNvSpPr txBox="1"/>
          <p:nvPr/>
        </p:nvSpPr>
        <p:spPr>
          <a:xfrm>
            <a:off x="6756127" y="4428647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FC620994-F270-8802-B348-895D97B9E61E}"/>
              </a:ext>
            </a:extLst>
          </p:cNvPr>
          <p:cNvSpPr/>
          <p:nvPr/>
        </p:nvSpPr>
        <p:spPr>
          <a:xfrm>
            <a:off x="8469294" y="4288247"/>
            <a:ext cx="1235152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04" name="Conector: angular 12">
            <a:extLst>
              <a:ext uri="{FF2B5EF4-FFF2-40B4-BE49-F238E27FC236}">
                <a16:creationId xmlns:a16="http://schemas.microsoft.com/office/drawing/2014/main" id="{08F983CA-0036-ACD0-C006-A426F4B95D40}"/>
              </a:ext>
            </a:extLst>
          </p:cNvPr>
          <p:cNvCxnSpPr>
            <a:cxnSpLocks/>
            <a:stCxn id="64" idx="3"/>
            <a:endCxn id="10" idx="1"/>
          </p:cNvCxnSpPr>
          <p:nvPr/>
        </p:nvCxnSpPr>
        <p:spPr>
          <a:xfrm>
            <a:off x="1809449" y="3293932"/>
            <a:ext cx="2653622" cy="1300315"/>
          </a:xfrm>
          <a:prstGeom prst="bentConnector3">
            <a:avLst>
              <a:gd name="adj1" fmla="val 87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18D3A2-D31F-7030-4ADD-D5A336DEC7BB}"/>
              </a:ext>
            </a:extLst>
          </p:cNvPr>
          <p:cNvSpPr txBox="1"/>
          <p:nvPr/>
        </p:nvSpPr>
        <p:spPr>
          <a:xfrm>
            <a:off x="4463071" y="442864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PV01_CM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439E8A5-AB9A-2BC2-6C62-468226A03D79}"/>
              </a:ext>
            </a:extLst>
          </p:cNvPr>
          <p:cNvCxnSpPr>
            <a:cxnSpLocks/>
            <a:stCxn id="10" idx="3"/>
            <a:endCxn id="102" idx="1"/>
          </p:cNvCxnSpPr>
          <p:nvPr/>
        </p:nvCxnSpPr>
        <p:spPr>
          <a:xfrm>
            <a:off x="5543071" y="4594247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6FDF398-2A39-CFA8-7A46-8CBFA0300842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7836127" y="4594247"/>
            <a:ext cx="633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D70200-6F6E-C694-298B-4C8B139EEAB8}"/>
              </a:ext>
            </a:extLst>
          </p:cNvPr>
          <p:cNvSpPr txBox="1"/>
          <p:nvPr/>
        </p:nvSpPr>
        <p:spPr>
          <a:xfrm>
            <a:off x="152960" y="1639594"/>
            <a:ext cx="154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54" name="Paralelogramo 53">
            <a:extLst>
              <a:ext uri="{FF2B5EF4-FFF2-40B4-BE49-F238E27FC236}">
                <a16:creationId xmlns:a16="http://schemas.microsoft.com/office/drawing/2014/main" id="{5B7504F9-1319-7854-045B-E4F05B72DF34}"/>
              </a:ext>
            </a:extLst>
          </p:cNvPr>
          <p:cNvSpPr/>
          <p:nvPr/>
        </p:nvSpPr>
        <p:spPr>
          <a:xfrm>
            <a:off x="10356861" y="5718742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69AC727-F81C-8AB7-A457-6F374A8AF9FC}"/>
              </a:ext>
            </a:extLst>
          </p:cNvPr>
          <p:cNvSpPr txBox="1"/>
          <p:nvPr/>
        </p:nvSpPr>
        <p:spPr>
          <a:xfrm>
            <a:off x="6756127" y="576332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D01A4548-A730-EC77-3605-719848B1999E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>
            <a:off x="1809449" y="3293932"/>
            <a:ext cx="4946678" cy="2634997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562B59E-9778-8E8D-7A65-0E3653315600}"/>
              </a:ext>
            </a:extLst>
          </p:cNvPr>
          <p:cNvSpPr txBox="1"/>
          <p:nvPr/>
        </p:nvSpPr>
        <p:spPr>
          <a:xfrm>
            <a:off x="7974772" y="5594052"/>
            <a:ext cx="243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de moratorios, remanente, fecha de pago</a:t>
            </a:r>
          </a:p>
        </p:txBody>
      </p:sp>
      <p:sp>
        <p:nvSpPr>
          <p:cNvPr id="62" name="CuadroTexto 56">
            <a:extLst>
              <a:ext uri="{FF2B5EF4-FFF2-40B4-BE49-F238E27FC236}">
                <a16:creationId xmlns:a16="http://schemas.microsoft.com/office/drawing/2014/main" id="{C4FEE3C3-1841-19AE-5E6C-4855F8BAB325}"/>
              </a:ext>
            </a:extLst>
          </p:cNvPr>
          <p:cNvSpPr txBox="1"/>
          <p:nvPr/>
        </p:nvSpPr>
        <p:spPr>
          <a:xfrm>
            <a:off x="6756127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E940FC65-5DFA-2E4B-646C-ED29D15F6BD8}"/>
              </a:ext>
            </a:extLst>
          </p:cNvPr>
          <p:cNvCxnSpPr>
            <a:cxnSpLocks/>
            <a:stCxn id="84" idx="3"/>
            <a:endCxn id="62" idx="1"/>
          </p:cNvCxnSpPr>
          <p:nvPr/>
        </p:nvCxnSpPr>
        <p:spPr>
          <a:xfrm>
            <a:off x="5543071" y="3811374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09F7206-7161-98D2-470B-C878F40DB567}"/>
              </a:ext>
            </a:extLst>
          </p:cNvPr>
          <p:cNvSpPr txBox="1"/>
          <p:nvPr/>
        </p:nvSpPr>
        <p:spPr>
          <a:xfrm>
            <a:off x="142801" y="1205060"/>
            <a:ext cx="197008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51E0602-0852-FE82-F249-CE57C40EED56}"/>
              </a:ext>
            </a:extLst>
          </p:cNvPr>
          <p:cNvSpPr/>
          <p:nvPr/>
        </p:nvSpPr>
        <p:spPr>
          <a:xfrm>
            <a:off x="925913" y="2141534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57998BED-5EBF-0081-BEAD-FABC36878383}"/>
              </a:ext>
            </a:extLst>
          </p:cNvPr>
          <p:cNvSpPr/>
          <p:nvPr/>
        </p:nvSpPr>
        <p:spPr>
          <a:xfrm>
            <a:off x="10356861" y="2522299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78E99EAF-4B10-B15E-031D-87C04A4E65D6}"/>
              </a:ext>
            </a:extLst>
          </p:cNvPr>
          <p:cNvCxnSpPr>
            <a:cxnSpLocks/>
            <a:stCxn id="64" idx="3"/>
            <a:endCxn id="32" idx="1"/>
          </p:cNvCxnSpPr>
          <p:nvPr/>
        </p:nvCxnSpPr>
        <p:spPr>
          <a:xfrm flipV="1">
            <a:off x="1809449" y="2731601"/>
            <a:ext cx="4946678" cy="562331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56">
            <a:extLst>
              <a:ext uri="{FF2B5EF4-FFF2-40B4-BE49-F238E27FC236}">
                <a16:creationId xmlns:a16="http://schemas.microsoft.com/office/drawing/2014/main" id="{EBEA8BE9-9EE5-407A-7C4F-B1ABA36DC09D}"/>
              </a:ext>
            </a:extLst>
          </p:cNvPr>
          <p:cNvSpPr txBox="1"/>
          <p:nvPr/>
        </p:nvSpPr>
        <p:spPr>
          <a:xfrm>
            <a:off x="6756127" y="2551601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N-CXC-01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DA34914-FBC3-8C4F-D885-AC4BC22AD881}"/>
              </a:ext>
            </a:extLst>
          </p:cNvPr>
          <p:cNvCxnSpPr>
            <a:stCxn id="32" idx="3"/>
            <a:endCxn id="4" idx="5"/>
          </p:cNvCxnSpPr>
          <p:nvPr/>
        </p:nvCxnSpPr>
        <p:spPr>
          <a:xfrm>
            <a:off x="7836127" y="2731601"/>
            <a:ext cx="2573281" cy="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8171C0F9-5B93-50F4-86AC-3515F9CCE90E}"/>
              </a:ext>
            </a:extLst>
          </p:cNvPr>
          <p:cNvCxnSpPr>
            <a:stCxn id="62" idx="3"/>
            <a:endCxn id="85" idx="1"/>
          </p:cNvCxnSpPr>
          <p:nvPr/>
        </p:nvCxnSpPr>
        <p:spPr>
          <a:xfrm flipV="1">
            <a:off x="7836127" y="3809476"/>
            <a:ext cx="660961" cy="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48E0210B-4799-89FF-31D5-A35719B57BB1}"/>
              </a:ext>
            </a:extLst>
          </p:cNvPr>
          <p:cNvCxnSpPr>
            <a:cxnSpLocks/>
            <a:stCxn id="55" idx="3"/>
            <a:endCxn id="54" idx="5"/>
          </p:cNvCxnSpPr>
          <p:nvPr/>
        </p:nvCxnSpPr>
        <p:spPr>
          <a:xfrm>
            <a:off x="7836127" y="5928929"/>
            <a:ext cx="2573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8512E18E-9E62-704F-D1C2-51A749A482AF}"/>
              </a:ext>
            </a:extLst>
          </p:cNvPr>
          <p:cNvCxnSpPr>
            <a:cxnSpLocks/>
            <a:stCxn id="36" idx="4"/>
            <a:endCxn id="64" idx="0"/>
          </p:cNvCxnSpPr>
          <p:nvPr/>
        </p:nvCxnSpPr>
        <p:spPr>
          <a:xfrm flipH="1">
            <a:off x="1118195" y="2501534"/>
            <a:ext cx="5718" cy="509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23811-EAD1-055C-A778-3628F63F8B26}"/>
              </a:ext>
            </a:extLst>
          </p:cNvPr>
          <p:cNvSpPr txBox="1"/>
          <p:nvPr/>
        </p:nvSpPr>
        <p:spPr>
          <a:xfrm>
            <a:off x="7922225" y="2500528"/>
            <a:ext cx="24346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Actualizar el folio del cobro emitido en S4H</a:t>
            </a: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FF7A3FFD-6C98-5FE1-7FC8-83ECF98CBAE4}"/>
              </a:ext>
            </a:extLst>
          </p:cNvPr>
          <p:cNvSpPr/>
          <p:nvPr/>
        </p:nvSpPr>
        <p:spPr>
          <a:xfrm>
            <a:off x="2675186" y="2387017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4DD8337A-29E1-D1A2-8EB1-499FF2C9D50B}"/>
              </a:ext>
            </a:extLst>
          </p:cNvPr>
          <p:cNvCxnSpPr>
            <a:endCxn id="11" idx="5"/>
          </p:cNvCxnSpPr>
          <p:nvPr/>
        </p:nvCxnSpPr>
        <p:spPr>
          <a:xfrm flipV="1">
            <a:off x="1821281" y="2537207"/>
            <a:ext cx="891453" cy="747926"/>
          </a:xfrm>
          <a:prstGeom prst="bentConnector3">
            <a:avLst>
              <a:gd name="adj1" fmla="val 699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CuadroTexto 111">
            <a:extLst>
              <a:ext uri="{FF2B5EF4-FFF2-40B4-BE49-F238E27FC236}">
                <a16:creationId xmlns:a16="http://schemas.microsoft.com/office/drawing/2014/main" id="{1419FB6C-477B-9CBD-9A1E-A9F8139D106E}"/>
              </a:ext>
            </a:extLst>
          </p:cNvPr>
          <p:cNvSpPr txBox="1"/>
          <p:nvPr/>
        </p:nvSpPr>
        <p:spPr>
          <a:xfrm>
            <a:off x="10419113" y="3582065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8" name="CuadroTexto 55">
            <a:extLst>
              <a:ext uri="{FF2B5EF4-FFF2-40B4-BE49-F238E27FC236}">
                <a16:creationId xmlns:a16="http://schemas.microsoft.com/office/drawing/2014/main" id="{B47B62FE-12BE-F01C-EA37-72C26A3F6721}"/>
              </a:ext>
            </a:extLst>
          </p:cNvPr>
          <p:cNvSpPr txBox="1"/>
          <p:nvPr/>
        </p:nvSpPr>
        <p:spPr>
          <a:xfrm>
            <a:off x="10374734" y="4036281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51" name="50 Conector recto de flecha">
            <a:extLst>
              <a:ext uri="{FF2B5EF4-FFF2-40B4-BE49-F238E27FC236}">
                <a16:creationId xmlns:a16="http://schemas.microsoft.com/office/drawing/2014/main" id="{577177D5-E3C2-C119-97F2-3B641F1DCD19}"/>
              </a:ext>
            </a:extLst>
          </p:cNvPr>
          <p:cNvCxnSpPr>
            <a:stCxn id="85" idx="3"/>
            <a:endCxn id="44" idx="1"/>
          </p:cNvCxnSpPr>
          <p:nvPr/>
        </p:nvCxnSpPr>
        <p:spPr>
          <a:xfrm>
            <a:off x="9684560" y="3809476"/>
            <a:ext cx="734553" cy="1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713F1B9F-196D-191B-C16E-E80B8466D492}"/>
              </a:ext>
            </a:extLst>
          </p:cNvPr>
          <p:cNvSpPr txBox="1"/>
          <p:nvPr/>
        </p:nvSpPr>
        <p:spPr>
          <a:xfrm>
            <a:off x="10678983" y="554732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31690744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473440" y="646775"/>
            <a:ext cx="5888473" cy="63002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 / Débito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  <a:endParaRPr lang="es-MX" sz="11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3640486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AF1F-756E-B02B-DFE1-168E3F70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45F27AF-30F9-B8CE-1A93-432EE46F7A92}"/>
              </a:ext>
            </a:extLst>
          </p:cNvPr>
          <p:cNvSpPr/>
          <p:nvPr/>
        </p:nvSpPr>
        <p:spPr>
          <a:xfrm>
            <a:off x="2499536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B2CC1BD-0050-003D-A0E3-B72AAA3443E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67F53D1-7DEE-EB4B-0C0D-4C874839699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88CD088-843A-FEDB-FA0E-11037D73BBC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A586051-3088-F0CD-C68A-F689415C6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71D2860-7BAC-62BE-FA44-FC4125092493}"/>
              </a:ext>
            </a:extLst>
          </p:cNvPr>
          <p:cNvSpPr/>
          <p:nvPr/>
        </p:nvSpPr>
        <p:spPr>
          <a:xfrm>
            <a:off x="6648172" y="1587661"/>
            <a:ext cx="542418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4F64F2A-6DF1-2976-6F66-1D4152A0B747}"/>
              </a:ext>
            </a:extLst>
          </p:cNvPr>
          <p:cNvSpPr/>
          <p:nvPr/>
        </p:nvSpPr>
        <p:spPr>
          <a:xfrm>
            <a:off x="4541615" y="1587661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F60FB5C-1574-2F22-17DC-BBAD3EBA7EB3}"/>
              </a:ext>
            </a:extLst>
          </p:cNvPr>
          <p:cNvSpPr txBox="1"/>
          <p:nvPr/>
        </p:nvSpPr>
        <p:spPr>
          <a:xfrm>
            <a:off x="4553414" y="1263736"/>
            <a:ext cx="751894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6455EA5-AC10-A6C7-86BF-77886187B05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F9C513C-AB96-395D-22E3-FD546CE3B90A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</a:t>
            </a:r>
            <a:r>
              <a:rPr lang="es-MX" sz="2000" b="1" spc="-1">
                <a:latin typeface="Arial"/>
              </a:rPr>
              <a:t>Referenciados </a:t>
            </a:r>
            <a:r>
              <a:rPr lang="es-MX" sz="2200" b="1" spc="-1">
                <a:latin typeface="Arial"/>
              </a:rPr>
              <a:t>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24B18E-4BC9-375E-0366-8D23084F32A9}"/>
              </a:ext>
            </a:extLst>
          </p:cNvPr>
          <p:cNvSpPr txBox="1"/>
          <p:nvPr/>
        </p:nvSpPr>
        <p:spPr>
          <a:xfrm>
            <a:off x="7103481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AEC2FD1-CE99-193F-143D-FCE7B0A1D9B8}"/>
              </a:ext>
            </a:extLst>
          </p:cNvPr>
          <p:cNvSpPr/>
          <p:nvPr/>
        </p:nvSpPr>
        <p:spPr>
          <a:xfrm>
            <a:off x="10105777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BF2C0DE5-7207-184E-ADD2-BDE8D6B0D26B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BA7448D-E1EE-7783-964C-E0778EEDD66D}"/>
              </a:ext>
            </a:extLst>
          </p:cNvPr>
          <p:cNvSpPr txBox="1"/>
          <p:nvPr/>
        </p:nvSpPr>
        <p:spPr>
          <a:xfrm>
            <a:off x="7103481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        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B5D99C6-7C30-F83B-BD42-F76BF47C9AD2}"/>
              </a:ext>
            </a:extLst>
          </p:cNvPr>
          <p:cNvSpPr/>
          <p:nvPr/>
        </p:nvSpPr>
        <p:spPr>
          <a:xfrm>
            <a:off x="2767227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443DE7A9-61D5-7C3B-8EEA-CE2253363738}"/>
              </a:ext>
            </a:extLst>
          </p:cNvPr>
          <p:cNvSpPr/>
          <p:nvPr/>
        </p:nvSpPr>
        <p:spPr>
          <a:xfrm>
            <a:off x="3194044" y="536493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1BCD7122-CD30-11F3-2D3D-3F96784F8038}"/>
              </a:ext>
            </a:extLst>
          </p:cNvPr>
          <p:cNvCxnSpPr>
            <a:cxnSpLocks/>
            <a:stCxn id="64" idx="3"/>
            <a:endCxn id="12" idx="1"/>
          </p:cNvCxnSpPr>
          <p:nvPr/>
        </p:nvCxnSpPr>
        <p:spPr>
          <a:xfrm flipV="1">
            <a:off x="4002229" y="2441873"/>
            <a:ext cx="3101252" cy="604259"/>
          </a:xfrm>
          <a:prstGeom prst="bentConnector3">
            <a:avLst>
              <a:gd name="adj1" fmla="val 8993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A3231716-E010-90C3-9343-8D7235CA9C4F}"/>
              </a:ext>
            </a:extLst>
          </p:cNvPr>
          <p:cNvCxnSpPr>
            <a:cxnSpLocks/>
            <a:stCxn id="64" idx="3"/>
            <a:endCxn id="50" idx="1"/>
          </p:cNvCxnSpPr>
          <p:nvPr/>
        </p:nvCxnSpPr>
        <p:spPr>
          <a:xfrm flipV="1">
            <a:off x="4002229" y="3045425"/>
            <a:ext cx="3101252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F803C9D-E4D8-5386-ADED-04E57519878A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8183481" y="2430127"/>
            <a:ext cx="1922296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9030651-A163-4A76-9CC6-B7B429BD1439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8183481" y="3045425"/>
            <a:ext cx="323767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00CE3B1-7EE2-D8BC-2471-A666B7FE033E}"/>
              </a:ext>
            </a:extLst>
          </p:cNvPr>
          <p:cNvSpPr/>
          <p:nvPr/>
        </p:nvSpPr>
        <p:spPr>
          <a:xfrm>
            <a:off x="2421717" y="1587661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2D13EB2-1006-B42C-98DA-65F95B42F4CD}"/>
              </a:ext>
            </a:extLst>
          </p:cNvPr>
          <p:cNvSpPr txBox="1"/>
          <p:nvPr/>
        </p:nvSpPr>
        <p:spPr>
          <a:xfrm>
            <a:off x="2421717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2E8A927-4591-04C4-0FEB-C33CA900F9D2}"/>
              </a:ext>
            </a:extLst>
          </p:cNvPr>
          <p:cNvSpPr/>
          <p:nvPr/>
        </p:nvSpPr>
        <p:spPr>
          <a:xfrm>
            <a:off x="640375" y="158766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11C8D15-77DD-4C93-2B26-D4CE60F49D0B}"/>
              </a:ext>
            </a:extLst>
          </p:cNvPr>
          <p:cNvSpPr txBox="1"/>
          <p:nvPr/>
        </p:nvSpPr>
        <p:spPr>
          <a:xfrm>
            <a:off x="640374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435C4E96-4CFD-75C2-3DF0-72D0A3C94FA9}"/>
              </a:ext>
            </a:extLst>
          </p:cNvPr>
          <p:cNvSpPr/>
          <p:nvPr/>
        </p:nvSpPr>
        <p:spPr>
          <a:xfrm>
            <a:off x="900798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75040B3E-E526-0D5D-0EEC-CDF9D630BE92}"/>
              </a:ext>
            </a:extLst>
          </p:cNvPr>
          <p:cNvCxnSpPr>
            <a:cxnSpLocks/>
            <a:stCxn id="64" idx="1"/>
            <a:endCxn id="7" idx="2"/>
          </p:cNvCxnSpPr>
          <p:nvPr/>
        </p:nvCxnSpPr>
        <p:spPr>
          <a:xfrm rot="10800000" flipV="1">
            <a:off x="1850569" y="3046131"/>
            <a:ext cx="91665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Paralelogramo 41">
            <a:extLst>
              <a:ext uri="{FF2B5EF4-FFF2-40B4-BE49-F238E27FC236}">
                <a16:creationId xmlns:a16="http://schemas.microsoft.com/office/drawing/2014/main" id="{8AC7A253-0928-C474-CB8E-FFC186BD5273}"/>
              </a:ext>
            </a:extLst>
          </p:cNvPr>
          <p:cNvSpPr/>
          <p:nvPr/>
        </p:nvSpPr>
        <p:spPr>
          <a:xfrm>
            <a:off x="8469700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EEE3752-3C14-561E-D17F-41FE69627B11}"/>
              </a:ext>
            </a:extLst>
          </p:cNvPr>
          <p:cNvSpPr txBox="1"/>
          <p:nvPr/>
        </p:nvSpPr>
        <p:spPr>
          <a:xfrm>
            <a:off x="7103481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 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79A7E6CA-3DE4-41F5-3861-B69180279CDF}"/>
              </a:ext>
            </a:extLst>
          </p:cNvPr>
          <p:cNvCxnSpPr>
            <a:stCxn id="54" idx="3"/>
            <a:endCxn id="42" idx="5"/>
          </p:cNvCxnSpPr>
          <p:nvPr/>
        </p:nvCxnSpPr>
        <p:spPr>
          <a:xfrm>
            <a:off x="8183481" y="3520169"/>
            <a:ext cx="323767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AFDB2762-9520-6CA8-C774-CEDA26349F07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>
            <a:off x="4002229" y="3046132"/>
            <a:ext cx="3101252" cy="474037"/>
          </a:xfrm>
          <a:prstGeom prst="bentConnector3">
            <a:avLst>
              <a:gd name="adj1" fmla="val 8993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9C0438A7-FFBE-9271-428E-30293A308891}"/>
              </a:ext>
            </a:extLst>
          </p:cNvPr>
          <p:cNvCxnSpPr>
            <a:cxnSpLocks/>
            <a:stCxn id="64" idx="2"/>
            <a:endCxn id="35" idx="0"/>
          </p:cNvCxnSpPr>
          <p:nvPr/>
        </p:nvCxnSpPr>
        <p:spPr>
          <a:xfrm>
            <a:off x="3384728" y="3262132"/>
            <a:ext cx="0" cy="56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D64E7C6-404F-9BD1-442E-94D768FBF107}"/>
              </a:ext>
            </a:extLst>
          </p:cNvPr>
          <p:cNvSpPr/>
          <p:nvPr/>
        </p:nvSpPr>
        <p:spPr>
          <a:xfrm>
            <a:off x="2767227" y="38316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DA39F49-5D27-E55B-8756-EEA36E579B75}"/>
              </a:ext>
            </a:extLst>
          </p:cNvPr>
          <p:cNvSpPr txBox="1"/>
          <p:nvPr/>
        </p:nvSpPr>
        <p:spPr>
          <a:xfrm>
            <a:off x="4849027" y="38855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7A77AAC-6EF7-E452-51A6-6EC3F4508D91}"/>
              </a:ext>
            </a:extLst>
          </p:cNvPr>
          <p:cNvSpPr txBox="1"/>
          <p:nvPr/>
        </p:nvSpPr>
        <p:spPr>
          <a:xfrm>
            <a:off x="7103481" y="38855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478A59A-DD24-776F-1DC1-DAA79F8957D7}"/>
              </a:ext>
            </a:extLst>
          </p:cNvPr>
          <p:cNvSpPr/>
          <p:nvPr/>
        </p:nvSpPr>
        <p:spPr>
          <a:xfrm>
            <a:off x="10105166" y="38345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DD6EC03B-2ACC-56D2-E3F6-27A2502BC04A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4002229" y="4047565"/>
            <a:ext cx="846798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60CD2EEA-3120-F708-6F27-35F7B0853CA8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5929027" y="4047565"/>
            <a:ext cx="1174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61CEE9F1-E3B0-3348-BCBC-ADFD1103DA98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183481" y="4047565"/>
            <a:ext cx="192168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00E6170-DF28-2965-5B19-F4D6DC75D2CD}"/>
              </a:ext>
            </a:extLst>
          </p:cNvPr>
          <p:cNvSpPr txBox="1"/>
          <p:nvPr/>
        </p:nvSpPr>
        <p:spPr>
          <a:xfrm>
            <a:off x="11179185" y="3820304"/>
            <a:ext cx="818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*Afecta cuenta de banco, BP</a:t>
            </a:r>
          </a:p>
        </p:txBody>
      </p:sp>
      <p:sp>
        <p:nvSpPr>
          <p:cNvPr id="71" name="CuadroTexto 56">
            <a:extLst>
              <a:ext uri="{FF2B5EF4-FFF2-40B4-BE49-F238E27FC236}">
                <a16:creationId xmlns:a16="http://schemas.microsoft.com/office/drawing/2014/main" id="{808A2332-7E12-1776-08D0-E8C3F2F76365}"/>
              </a:ext>
            </a:extLst>
          </p:cNvPr>
          <p:cNvSpPr txBox="1"/>
          <p:nvPr/>
        </p:nvSpPr>
        <p:spPr>
          <a:xfrm>
            <a:off x="4849027" y="46610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</a:t>
            </a:r>
          </a:p>
        </p:txBody>
      </p:sp>
      <p:sp>
        <p:nvSpPr>
          <p:cNvPr id="72" name="Diagrama de flujo: documento 84">
            <a:extLst>
              <a:ext uri="{FF2B5EF4-FFF2-40B4-BE49-F238E27FC236}">
                <a16:creationId xmlns:a16="http://schemas.microsoft.com/office/drawing/2014/main" id="{0BA9A1C6-EC73-047D-7C1E-A731EA943D09}"/>
              </a:ext>
            </a:extLst>
          </p:cNvPr>
          <p:cNvSpPr/>
          <p:nvPr/>
        </p:nvSpPr>
        <p:spPr>
          <a:xfrm>
            <a:off x="10105777" y="4607065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Fact.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</a:rPr>
              <a:t>CFDI - PUE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BDC02B2D-2C16-964D-74BE-92D3E3BFD269}"/>
              </a:ext>
            </a:extLst>
          </p:cNvPr>
          <p:cNvSpPr txBox="1"/>
          <p:nvPr/>
        </p:nvSpPr>
        <p:spPr>
          <a:xfrm>
            <a:off x="7103481" y="465987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PV02_CI-FI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368DA410-8E6F-B1B4-F154-30F37066C516}"/>
              </a:ext>
            </a:extLst>
          </p:cNvPr>
          <p:cNvCxnSpPr>
            <a:cxnSpLocks/>
            <a:stCxn id="73" idx="3"/>
            <a:endCxn id="72" idx="1"/>
          </p:cNvCxnSpPr>
          <p:nvPr/>
        </p:nvCxnSpPr>
        <p:spPr>
          <a:xfrm>
            <a:off x="8183481" y="4821871"/>
            <a:ext cx="1922296" cy="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D2A7C5F4-F815-E1E9-9C60-EB9BBC5B2A09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 flipV="1">
            <a:off x="5929027" y="4821871"/>
            <a:ext cx="1174454" cy="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FB4C34C-1AB0-CA2A-A1AB-3F1BDCFE153D}"/>
              </a:ext>
            </a:extLst>
          </p:cNvPr>
          <p:cNvSpPr txBox="1"/>
          <p:nvPr/>
        </p:nvSpPr>
        <p:spPr>
          <a:xfrm>
            <a:off x="10105777" y="535841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178C380F-3CAD-428B-CACC-45C5DFAAD95B}"/>
              </a:ext>
            </a:extLst>
          </p:cNvPr>
          <p:cNvCxnSpPr>
            <a:stCxn id="72" idx="2"/>
            <a:endCxn id="77" idx="0"/>
          </p:cNvCxnSpPr>
          <p:nvPr/>
        </p:nvCxnSpPr>
        <p:spPr>
          <a:xfrm>
            <a:off x="10645777" y="5010505"/>
            <a:ext cx="0" cy="34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0CE3354-E88E-F344-4C38-3D4EA6832667}"/>
              </a:ext>
            </a:extLst>
          </p:cNvPr>
          <p:cNvSpPr txBox="1"/>
          <p:nvPr/>
        </p:nvSpPr>
        <p:spPr>
          <a:xfrm>
            <a:off x="10005047" y="5689618"/>
            <a:ext cx="176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B2BDCF28-E40B-7A53-701D-F423EBE4649B}"/>
              </a:ext>
            </a:extLst>
          </p:cNvPr>
          <p:cNvSpPr/>
          <p:nvPr/>
        </p:nvSpPr>
        <p:spPr>
          <a:xfrm>
            <a:off x="2767226" y="4603709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(Dentro del Mes)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06670CF3-43A4-6B20-1A2F-EE8C95F93C8F}"/>
              </a:ext>
            </a:extLst>
          </p:cNvPr>
          <p:cNvCxnSpPr>
            <a:stCxn id="86" idx="3"/>
            <a:endCxn id="71" idx="1"/>
          </p:cNvCxnSpPr>
          <p:nvPr/>
        </p:nvCxnSpPr>
        <p:spPr>
          <a:xfrm>
            <a:off x="4002228" y="4819709"/>
            <a:ext cx="846799" cy="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A482A8D7-9C69-6672-4E15-BA35ABE0832A}"/>
              </a:ext>
            </a:extLst>
          </p:cNvPr>
          <p:cNvCxnSpPr>
            <a:endCxn id="86" idx="0"/>
          </p:cNvCxnSpPr>
          <p:nvPr/>
        </p:nvCxnSpPr>
        <p:spPr>
          <a:xfrm flipH="1">
            <a:off x="3384727" y="4263687"/>
            <a:ext cx="1" cy="340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ector fuera de página 92">
            <a:extLst>
              <a:ext uri="{FF2B5EF4-FFF2-40B4-BE49-F238E27FC236}">
                <a16:creationId xmlns:a16="http://schemas.microsoft.com/office/drawing/2014/main" id="{E2294B31-2E76-8959-7D36-6E1A5FE03C2E}"/>
              </a:ext>
            </a:extLst>
          </p:cNvPr>
          <p:cNvSpPr/>
          <p:nvPr/>
        </p:nvSpPr>
        <p:spPr>
          <a:xfrm>
            <a:off x="3181903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A</a:t>
            </a: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4FA6924-8550-E8F3-3BE6-6BA2F20CB423}"/>
              </a:ext>
            </a:extLst>
          </p:cNvPr>
          <p:cNvCxnSpPr>
            <a:cxnSpLocks/>
            <a:stCxn id="93" idx="2"/>
            <a:endCxn id="64" idx="0"/>
          </p:cNvCxnSpPr>
          <p:nvPr/>
        </p:nvCxnSpPr>
        <p:spPr>
          <a:xfrm>
            <a:off x="3379903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86DF09D4-2D3A-7DDF-4EAD-26A4CBE1A463}"/>
              </a:ext>
            </a:extLst>
          </p:cNvPr>
          <p:cNvCxnSpPr>
            <a:stCxn id="86" idx="2"/>
            <a:endCxn id="121" idx="0"/>
          </p:cNvCxnSpPr>
          <p:nvPr/>
        </p:nvCxnSpPr>
        <p:spPr>
          <a:xfrm>
            <a:off x="3384727" y="5035709"/>
            <a:ext cx="7317" cy="329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65489730-7C5D-DBDC-6266-14C20BF946D6}"/>
              </a:ext>
            </a:extLst>
          </p:cNvPr>
          <p:cNvSpPr txBox="1"/>
          <p:nvPr/>
        </p:nvSpPr>
        <p:spPr>
          <a:xfrm>
            <a:off x="11185777" y="4463271"/>
            <a:ext cx="886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9D7E67-23D1-1C02-4303-4A9AC1FF8CFA}"/>
              </a:ext>
            </a:extLst>
          </p:cNvPr>
          <p:cNvSpPr txBox="1"/>
          <p:nvPr/>
        </p:nvSpPr>
        <p:spPr>
          <a:xfrm>
            <a:off x="9976220" y="2691445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" name="CuadroTexto 118">
            <a:extLst>
              <a:ext uri="{FF2B5EF4-FFF2-40B4-BE49-F238E27FC236}">
                <a16:creationId xmlns:a16="http://schemas.microsoft.com/office/drawing/2014/main" id="{9F707E4D-873D-ED70-59C1-0CBA70760832}"/>
              </a:ext>
            </a:extLst>
          </p:cNvPr>
          <p:cNvSpPr txBox="1"/>
          <p:nvPr/>
        </p:nvSpPr>
        <p:spPr>
          <a:xfrm>
            <a:off x="8780603" y="272213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472093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B2F1-FA6A-5982-EFA3-6143F7CC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D8177E84-8CD1-D472-0BF3-90CF00CCE393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43D7A17-2554-1B37-641E-A52826BD016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FEE682C-2AFD-19E8-4988-27BCF0C87C8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68022DB-4ADE-190C-EA8D-86046836DC0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BA5558C-A2D9-7F61-E2BC-E0E7CE2D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77C649A-7E65-7292-076A-FFF9D90E710C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1722D59-36AB-F22D-B0AE-240494334BF2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A58360B-EDAF-2093-D704-51DC0B78ADC3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87D51EC-94EC-D639-E9BC-244CBD0C2223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C510B38-5A0A-424D-63B2-E978B5A758FC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20E511D3-5E33-07F1-C180-30E431E870BD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</a:t>
            </a:r>
            <a:r>
              <a:rPr lang="es-MX" sz="2000" b="1" spc="-1">
                <a:latin typeface="Arial"/>
              </a:rPr>
              <a:t>Referenciados </a:t>
            </a:r>
            <a:r>
              <a:rPr lang="es-MX" sz="2200" b="1" spc="-1">
                <a:latin typeface="Arial"/>
              </a:rPr>
              <a:t>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A6E0CAB9-8297-FE45-4796-45FDC0B847A4}"/>
              </a:ext>
            </a:extLst>
          </p:cNvPr>
          <p:cNvSpPr/>
          <p:nvPr/>
        </p:nvSpPr>
        <p:spPr>
          <a:xfrm>
            <a:off x="821880" y="2645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16E418D1-94D0-DF5D-C679-851931DFD2A1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C589679-991F-C42C-6171-3D40ED197AF9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0A404A6-0C2A-942C-4141-EEB86760AB41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792F664D-6B82-5502-3B01-677FB94AA0C4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333800"/>
            <a:ext cx="4148" cy="3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C798695-DECC-60A0-D9CA-8E9F5146E905}"/>
              </a:ext>
            </a:extLst>
          </p:cNvPr>
          <p:cNvSpPr/>
          <p:nvPr/>
        </p:nvSpPr>
        <p:spPr>
          <a:xfrm>
            <a:off x="4434773" y="1464578"/>
            <a:ext cx="21884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F1271B21-D1C8-54B6-4C10-AD6352BCBA83}"/>
              </a:ext>
            </a:extLst>
          </p:cNvPr>
          <p:cNvSpPr txBox="1"/>
          <p:nvPr/>
        </p:nvSpPr>
        <p:spPr>
          <a:xfrm>
            <a:off x="7104141" y="268980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9EF26AC8-7C87-9181-BC08-B2BDBCBD3B54}"/>
              </a:ext>
            </a:extLst>
          </p:cNvPr>
          <p:cNvCxnSpPr>
            <a:cxnSpLocks/>
            <a:stCxn id="64" idx="3"/>
            <a:endCxn id="60" idx="1"/>
          </p:cNvCxnSpPr>
          <p:nvPr/>
        </p:nvCxnSpPr>
        <p:spPr>
          <a:xfrm flipV="1">
            <a:off x="1819922" y="2851802"/>
            <a:ext cx="5284219" cy="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59935B24-31F5-682C-13BE-194AC2BF8E9A}"/>
              </a:ext>
            </a:extLst>
          </p:cNvPr>
          <p:cNvSpPr txBox="1"/>
          <p:nvPr/>
        </p:nvSpPr>
        <p:spPr>
          <a:xfrm>
            <a:off x="9948838" y="3286696"/>
            <a:ext cx="2090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MX" sz="800">
                <a:solidFill>
                  <a:srgbClr val="0070C0"/>
                </a:solidFill>
              </a:rPr>
              <a:t>*No afectan estado de cuenta del cliente</a:t>
            </a:r>
            <a:endParaRPr lang="es-ES_tradnl" sz="800">
              <a:solidFill>
                <a:srgbClr val="0070C0"/>
              </a:solidFill>
            </a:endParaRP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D09C577C-7685-6C93-2F63-37D797820981}"/>
              </a:ext>
            </a:extLst>
          </p:cNvPr>
          <p:cNvSpPr/>
          <p:nvPr/>
        </p:nvSpPr>
        <p:spPr>
          <a:xfrm>
            <a:off x="823223" y="3700203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9F63103-8E53-B456-28D2-DE2ACB291A9B}"/>
              </a:ext>
            </a:extLst>
          </p:cNvPr>
          <p:cNvSpPr txBox="1"/>
          <p:nvPr/>
        </p:nvSpPr>
        <p:spPr>
          <a:xfrm>
            <a:off x="5190199" y="341350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73CEDFF4-0F54-3EF7-A44A-69B44C73922E}"/>
              </a:ext>
            </a:extLst>
          </p:cNvPr>
          <p:cNvSpPr txBox="1"/>
          <p:nvPr/>
        </p:nvSpPr>
        <p:spPr>
          <a:xfrm>
            <a:off x="7098294" y="341350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11A566F5-7FC6-5325-9E2A-DC5262EECBDA}"/>
              </a:ext>
            </a:extLst>
          </p:cNvPr>
          <p:cNvSpPr/>
          <p:nvPr/>
        </p:nvSpPr>
        <p:spPr>
          <a:xfrm>
            <a:off x="8868839" y="33625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9029F5CA-3D7B-5646-4F45-F2D3B8B6A985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059205"/>
            <a:ext cx="1343" cy="640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015CE3C4-7778-CBB9-216A-A5560554AA79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21265" y="3575506"/>
            <a:ext cx="3368934" cy="331697"/>
          </a:xfrm>
          <a:prstGeom prst="bentConnector3">
            <a:avLst>
              <a:gd name="adj1" fmla="val 867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A066EC6E-545A-6727-76B4-974785B73853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3575506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7EF346E4-C2D5-EEC7-18AB-1C8D3CB9CF42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>
            <a:off x="8178294" y="3575506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CB5A20FF-0D5B-92D6-3BB2-9BC6AFAA0D60}"/>
              </a:ext>
            </a:extLst>
          </p:cNvPr>
          <p:cNvSpPr/>
          <p:nvPr/>
        </p:nvSpPr>
        <p:spPr>
          <a:xfrm>
            <a:off x="1122901" y="55876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CF8A4CE8-3FCF-9D7D-C944-97C19B910ED1}"/>
              </a:ext>
            </a:extLst>
          </p:cNvPr>
          <p:cNvCxnSpPr>
            <a:cxnSpLocks/>
            <a:stCxn id="106" idx="2"/>
            <a:endCxn id="29" idx="0"/>
          </p:cNvCxnSpPr>
          <p:nvPr/>
        </p:nvCxnSpPr>
        <p:spPr>
          <a:xfrm flipH="1">
            <a:off x="1321567" y="4114203"/>
            <a:ext cx="677" cy="88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0E099DF0-F01D-9E61-351B-BA2509029CF2}"/>
              </a:ext>
            </a:extLst>
          </p:cNvPr>
          <p:cNvSpPr txBox="1"/>
          <p:nvPr/>
        </p:nvSpPr>
        <p:spPr>
          <a:xfrm>
            <a:off x="5190199" y="411725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EABB30-2B9F-36D3-7395-65068A2D7948}"/>
              </a:ext>
            </a:extLst>
          </p:cNvPr>
          <p:cNvSpPr txBox="1"/>
          <p:nvPr/>
        </p:nvSpPr>
        <p:spPr>
          <a:xfrm>
            <a:off x="7098294" y="411725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BE26B4-3F34-52D5-A43A-E213A9E746A6}"/>
              </a:ext>
            </a:extLst>
          </p:cNvPr>
          <p:cNvSpPr/>
          <p:nvPr/>
        </p:nvSpPr>
        <p:spPr>
          <a:xfrm>
            <a:off x="8868839" y="406627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8C16025-306C-5247-E499-429DA70A3393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70199" y="4279256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F3471B8-C87D-7302-EAF6-2CBD5C21F83B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178294" y="4279256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BAC981AF-7021-CD54-4CE9-E05B1F583A2B}"/>
              </a:ext>
            </a:extLst>
          </p:cNvPr>
          <p:cNvCxnSpPr>
            <a:stCxn id="106" idx="3"/>
            <a:endCxn id="9" idx="1"/>
          </p:cNvCxnSpPr>
          <p:nvPr/>
        </p:nvCxnSpPr>
        <p:spPr>
          <a:xfrm>
            <a:off x="1821265" y="3907203"/>
            <a:ext cx="3368934" cy="372053"/>
          </a:xfrm>
          <a:prstGeom prst="bentConnector3">
            <a:avLst>
              <a:gd name="adj1" fmla="val 867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24FCA9B-CE2B-1278-04DA-048C39B44063}"/>
              </a:ext>
            </a:extLst>
          </p:cNvPr>
          <p:cNvSpPr txBox="1"/>
          <p:nvPr/>
        </p:nvSpPr>
        <p:spPr>
          <a:xfrm>
            <a:off x="4470276" y="3334377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E92B01C-06E7-0FA8-FCCB-E81DB820A096}"/>
              </a:ext>
            </a:extLst>
          </p:cNvPr>
          <p:cNvSpPr txBox="1"/>
          <p:nvPr/>
        </p:nvSpPr>
        <p:spPr>
          <a:xfrm>
            <a:off x="4449010" y="4290716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1D57DD5-6DDD-E6E5-A28C-33FE9AE6F658}"/>
              </a:ext>
            </a:extLst>
          </p:cNvPr>
          <p:cNvSpPr/>
          <p:nvPr/>
        </p:nvSpPr>
        <p:spPr>
          <a:xfrm>
            <a:off x="822546" y="4997240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55BDEB7-3A47-DD56-79F3-8B68D9E299EB}"/>
              </a:ext>
            </a:extLst>
          </p:cNvPr>
          <p:cNvCxnSpPr>
            <a:cxnSpLocks/>
            <a:stCxn id="29" idx="2"/>
            <a:endCxn id="122" idx="0"/>
          </p:cNvCxnSpPr>
          <p:nvPr/>
        </p:nvCxnSpPr>
        <p:spPr>
          <a:xfrm flipH="1">
            <a:off x="1320901" y="5411240"/>
            <a:ext cx="666" cy="176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222B0B1-6E8C-00E2-B530-D26922C726D4}"/>
              </a:ext>
            </a:extLst>
          </p:cNvPr>
          <p:cNvSpPr txBox="1"/>
          <p:nvPr/>
        </p:nvSpPr>
        <p:spPr>
          <a:xfrm>
            <a:off x="5190199" y="504683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PV02_CICMV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59A397C3-AA70-E611-0630-DC5D69939452}"/>
              </a:ext>
            </a:extLst>
          </p:cNvPr>
          <p:cNvSpPr/>
          <p:nvPr/>
        </p:nvSpPr>
        <p:spPr>
          <a:xfrm>
            <a:off x="8868839" y="4894656"/>
            <a:ext cx="1080000" cy="62178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Fact. Nota de Cargo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849DDD4-210E-A78A-10BE-66843BE3CA14}"/>
              </a:ext>
            </a:extLst>
          </p:cNvPr>
          <p:cNvSpPr txBox="1"/>
          <p:nvPr/>
        </p:nvSpPr>
        <p:spPr>
          <a:xfrm>
            <a:off x="7119849" y="504376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PV02_CICMV-NC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52B78810-77E9-1A0F-F295-F3791B93FDDB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270199" y="5208834"/>
            <a:ext cx="849650" cy="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F572343F-E8A4-F8E4-990C-56B71CF12D2F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 flipV="1">
            <a:off x="8199849" y="5205547"/>
            <a:ext cx="668990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30597A9-3987-C0F2-2A5E-4CAD9617889D}"/>
              </a:ext>
            </a:extLst>
          </p:cNvPr>
          <p:cNvSpPr txBox="1"/>
          <p:nvPr/>
        </p:nvSpPr>
        <p:spPr>
          <a:xfrm>
            <a:off x="9942046" y="4895297"/>
            <a:ext cx="2019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B17C2-C53C-7D6B-E2EB-E2C65E3ECCB5}"/>
              </a:ext>
            </a:extLst>
          </p:cNvPr>
          <p:cNvSpPr txBox="1"/>
          <p:nvPr/>
        </p:nvSpPr>
        <p:spPr>
          <a:xfrm>
            <a:off x="9948837" y="3974103"/>
            <a:ext cx="2123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afectan estado de cuenta del cliente</a:t>
            </a:r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0C47FDB5-96DF-B237-F06A-3DBBE0743612}"/>
              </a:ext>
            </a:extLst>
          </p:cNvPr>
          <p:cNvSpPr/>
          <p:nvPr/>
        </p:nvSpPr>
        <p:spPr>
          <a:xfrm>
            <a:off x="10564657" y="2646065"/>
            <a:ext cx="1313017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2DB4755-76B9-95B7-8FA6-FE645F7975BF}"/>
              </a:ext>
            </a:extLst>
          </p:cNvPr>
          <p:cNvCxnSpPr>
            <a:stCxn id="60" idx="3"/>
            <a:endCxn id="8" idx="5"/>
          </p:cNvCxnSpPr>
          <p:nvPr/>
        </p:nvCxnSpPr>
        <p:spPr>
          <a:xfrm>
            <a:off x="8184141" y="2851802"/>
            <a:ext cx="2432097" cy="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B2D4151-715B-E2C2-F327-9B9D78FD6F62}"/>
              </a:ext>
            </a:extLst>
          </p:cNvPr>
          <p:cNvSpPr txBox="1"/>
          <p:nvPr/>
        </p:nvSpPr>
        <p:spPr>
          <a:xfrm>
            <a:off x="8871783" y="5834446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EAA407F-97DB-9046-086B-C6629CCBF5D4}"/>
              </a:ext>
            </a:extLst>
          </p:cNvPr>
          <p:cNvCxnSpPr>
            <a:cxnSpLocks/>
            <a:stCxn id="37" idx="2"/>
            <a:endCxn id="20" idx="0"/>
          </p:cNvCxnSpPr>
          <p:nvPr/>
        </p:nvCxnSpPr>
        <p:spPr>
          <a:xfrm>
            <a:off x="9408839" y="5475330"/>
            <a:ext cx="2944" cy="35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DB4587D-2E21-D097-E739-F8FB1A789023}"/>
              </a:ext>
            </a:extLst>
          </p:cNvPr>
          <p:cNvSpPr txBox="1"/>
          <p:nvPr/>
        </p:nvSpPr>
        <p:spPr>
          <a:xfrm>
            <a:off x="9995212" y="5627820"/>
            <a:ext cx="1939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</a:t>
            </a:r>
            <a:r>
              <a:rPr lang="es-ES_tradnl" sz="800" err="1">
                <a:latin typeface="Arial Nova" panose="020B0504020202020204" pitchFamily="34" charset="0"/>
              </a:rPr>
              <a:t>Credilana</a:t>
            </a:r>
            <a:r>
              <a:rPr lang="es-ES_tradnl" sz="800">
                <a:latin typeface="Arial Nova" panose="020B0504020202020204" pitchFamily="34" charset="0"/>
              </a:rPr>
              <a:t> involucrado como del Cobro operativo que la detona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06E0C12-08A1-4711-4A45-586ACDDA93F3}"/>
              </a:ext>
            </a:extLst>
          </p:cNvPr>
          <p:cNvSpPr txBox="1"/>
          <p:nvPr/>
        </p:nvSpPr>
        <p:spPr>
          <a:xfrm>
            <a:off x="8199849" y="2524125"/>
            <a:ext cx="2196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fecha y folio interno asignado a los diferentes Cobros emitidos en S4.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CBB1E52-EBF0-5448-22C4-8648DD8F6C76}"/>
              </a:ext>
            </a:extLst>
          </p:cNvPr>
          <p:cNvSpPr txBox="1"/>
          <p:nvPr/>
        </p:nvSpPr>
        <p:spPr>
          <a:xfrm>
            <a:off x="5104258" y="3727885"/>
            <a:ext cx="1418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247C91-6019-2AAA-AC12-0F03D7BA4857}"/>
              </a:ext>
            </a:extLst>
          </p:cNvPr>
          <p:cNvSpPr txBox="1"/>
          <p:nvPr/>
        </p:nvSpPr>
        <p:spPr>
          <a:xfrm>
            <a:off x="5093625" y="4442869"/>
            <a:ext cx="1418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6458EE7-98E7-CA88-1371-99F903AD2E21}"/>
              </a:ext>
            </a:extLst>
          </p:cNvPr>
          <p:cNvCxnSpPr>
            <a:stCxn id="29" idx="3"/>
            <a:endCxn id="34" idx="1"/>
          </p:cNvCxnSpPr>
          <p:nvPr/>
        </p:nvCxnSpPr>
        <p:spPr>
          <a:xfrm>
            <a:off x="1820588" y="5204240"/>
            <a:ext cx="3369611" cy="4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2200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B922-6FA2-5FEE-BC75-6C69548D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2257FC5-1BC4-74C8-390F-13F70D83B0C2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A1BC141-B660-8768-6A1A-28D4EB05166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FA50A9E-0E56-325E-2172-9CC059AAA76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3F6432C-5DE1-BFC7-85D1-3258FD4642D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EC18FBD-C089-AA00-C6B1-7E024B60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8C1933E-A5EF-174C-654F-344751A5970E}"/>
              </a:ext>
            </a:extLst>
          </p:cNvPr>
          <p:cNvSpPr/>
          <p:nvPr/>
        </p:nvSpPr>
        <p:spPr>
          <a:xfrm>
            <a:off x="6238178" y="1464578"/>
            <a:ext cx="583418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71CB79D-1F71-5FDF-3F5D-88030DFDD911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302954C-16D3-6B1D-DF88-65F2C2137F69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A3DCDA-6491-26AE-345E-AA602308211F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9B72DC1-5D89-C4AF-D915-60C025940851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988369B-DD97-9578-6202-C44E339BBB83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</a:t>
            </a:r>
            <a:r>
              <a:rPr lang="es-MX" sz="2000" b="1" spc="-1">
                <a:latin typeface="Arial"/>
              </a:rPr>
              <a:t>Referenciados </a:t>
            </a:r>
            <a:r>
              <a:rPr lang="es-MX" sz="2200" b="1" spc="-1">
                <a:latin typeface="Arial"/>
              </a:rPr>
              <a:t>Credilanas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317C8BF-5A50-88E9-0FCD-3DC8683797FC}"/>
              </a:ext>
            </a:extLst>
          </p:cNvPr>
          <p:cNvSpPr/>
          <p:nvPr/>
        </p:nvSpPr>
        <p:spPr>
          <a:xfrm>
            <a:off x="826139" y="3470014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Bonificaciones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90CD2C30-141C-4CD0-0A06-8E589DF2B440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CD43FAF-5E53-7FF4-13B5-95ABD40D4352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FA7B03-EAD0-52D0-74C4-655CF04B13E5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431FBE9-F606-8A15-1F22-12F8D89999BF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>
            <a:off x="1325049" y="2333800"/>
            <a:ext cx="111" cy="113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71FBF1B-7A50-B457-DF76-9307E33A9B7D}"/>
              </a:ext>
            </a:extLst>
          </p:cNvPr>
          <p:cNvSpPr/>
          <p:nvPr/>
        </p:nvSpPr>
        <p:spPr>
          <a:xfrm>
            <a:off x="4434773" y="1464578"/>
            <a:ext cx="166122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92138F04-96BC-F072-09F5-08FE433D58BF}"/>
              </a:ext>
            </a:extLst>
          </p:cNvPr>
          <p:cNvSpPr txBox="1"/>
          <p:nvPr/>
        </p:nvSpPr>
        <p:spPr>
          <a:xfrm>
            <a:off x="4687684" y="350228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PV02_CB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5EFE7562-4211-A194-97AD-701C2587589F}"/>
              </a:ext>
            </a:extLst>
          </p:cNvPr>
          <p:cNvSpPr/>
          <p:nvPr/>
        </p:nvSpPr>
        <p:spPr>
          <a:xfrm>
            <a:off x="8868839" y="2197479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(Bonificacion Capital)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82F12FCA-C435-D3DE-809B-D898288BD0F0}"/>
              </a:ext>
            </a:extLst>
          </p:cNvPr>
          <p:cNvSpPr txBox="1"/>
          <p:nvPr/>
        </p:nvSpPr>
        <p:spPr>
          <a:xfrm>
            <a:off x="7144936" y="236085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PV02_CB-NCR -C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D40AD2E9-BAB0-EEF6-8217-02045CBA4465}"/>
              </a:ext>
            </a:extLst>
          </p:cNvPr>
          <p:cNvCxnSpPr>
            <a:cxnSpLocks/>
            <a:stCxn id="60" idx="3"/>
            <a:endCxn id="36" idx="1"/>
          </p:cNvCxnSpPr>
          <p:nvPr/>
        </p:nvCxnSpPr>
        <p:spPr>
          <a:xfrm flipV="1">
            <a:off x="8224936" y="2521479"/>
            <a:ext cx="643903" cy="1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12D7F4C-146C-4156-4A93-66BA6903D720}"/>
              </a:ext>
            </a:extLst>
          </p:cNvPr>
          <p:cNvSpPr txBox="1"/>
          <p:nvPr/>
        </p:nvSpPr>
        <p:spPr>
          <a:xfrm>
            <a:off x="9915847" y="3862462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20" name="Diagrama de flujo: documento 84">
            <a:extLst>
              <a:ext uri="{FF2B5EF4-FFF2-40B4-BE49-F238E27FC236}">
                <a16:creationId xmlns:a16="http://schemas.microsoft.com/office/drawing/2014/main" id="{69135FCD-BD53-43B2-4303-29B3CE2B6F4B}"/>
              </a:ext>
            </a:extLst>
          </p:cNvPr>
          <p:cNvSpPr/>
          <p:nvPr/>
        </p:nvSpPr>
        <p:spPr>
          <a:xfrm>
            <a:off x="8868837" y="3036594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Nota de Crédito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2" name="Diagrama de flujo: documento 3">
            <a:extLst>
              <a:ext uri="{FF2B5EF4-FFF2-40B4-BE49-F238E27FC236}">
                <a16:creationId xmlns:a16="http://schemas.microsoft.com/office/drawing/2014/main" id="{FD0F476A-C884-2F0C-1527-28B11E571F72}"/>
              </a:ext>
            </a:extLst>
          </p:cNvPr>
          <p:cNvSpPr/>
          <p:nvPr/>
        </p:nvSpPr>
        <p:spPr>
          <a:xfrm>
            <a:off x="8868837" y="3862462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</a:rPr>
              <a:t>Nota de Cargo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A0C770B-5BF2-AFB2-04B4-EEDC465A9AA0}"/>
              </a:ext>
            </a:extLst>
          </p:cNvPr>
          <p:cNvSpPr txBox="1"/>
          <p:nvPr/>
        </p:nvSpPr>
        <p:spPr>
          <a:xfrm>
            <a:off x="7109161" y="319219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PV02_CB-NCR-B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D327884-1105-723F-EDF1-894600A4DA38}"/>
              </a:ext>
            </a:extLst>
          </p:cNvPr>
          <p:cNvSpPr txBox="1"/>
          <p:nvPr/>
        </p:nvSpPr>
        <p:spPr>
          <a:xfrm>
            <a:off x="7107064" y="401671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PV02_CB-NC-B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164B8915-9174-8ABC-C5A3-B380A7BCD30F}"/>
              </a:ext>
            </a:extLst>
          </p:cNvPr>
          <p:cNvCxnSpPr>
            <a:stCxn id="27" idx="3"/>
            <a:endCxn id="20" idx="1"/>
          </p:cNvCxnSpPr>
          <p:nvPr/>
        </p:nvCxnSpPr>
        <p:spPr>
          <a:xfrm>
            <a:off x="8189161" y="3357790"/>
            <a:ext cx="679676" cy="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7A15A442-F312-C5BC-E793-FB5EBB6CD75E}"/>
              </a:ext>
            </a:extLst>
          </p:cNvPr>
          <p:cNvCxnSpPr>
            <a:stCxn id="28" idx="3"/>
            <a:endCxn id="22" idx="1"/>
          </p:cNvCxnSpPr>
          <p:nvPr/>
        </p:nvCxnSpPr>
        <p:spPr>
          <a:xfrm>
            <a:off x="8187064" y="4182310"/>
            <a:ext cx="681773" cy="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91E6FB23-C32D-AB1F-A3D2-EF7B2D906E5F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 flipV="1">
            <a:off x="5767684" y="2522854"/>
            <a:ext cx="1377252" cy="11414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F0C6E131-5A90-7076-F729-07AF0264A06C}"/>
              </a:ext>
            </a:extLst>
          </p:cNvPr>
          <p:cNvCxnSpPr>
            <a:stCxn id="35" idx="3"/>
            <a:endCxn id="27" idx="1"/>
          </p:cNvCxnSpPr>
          <p:nvPr/>
        </p:nvCxnSpPr>
        <p:spPr>
          <a:xfrm flipV="1">
            <a:off x="5767684" y="3357790"/>
            <a:ext cx="1341477" cy="306492"/>
          </a:xfrm>
          <a:prstGeom prst="bentConnector3">
            <a:avLst>
              <a:gd name="adj1" fmla="val 513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E3836537-EE6A-B766-9976-B6B05BF17453}"/>
              </a:ext>
            </a:extLst>
          </p:cNvPr>
          <p:cNvCxnSpPr>
            <a:stCxn id="35" idx="3"/>
            <a:endCxn id="28" idx="1"/>
          </p:cNvCxnSpPr>
          <p:nvPr/>
        </p:nvCxnSpPr>
        <p:spPr>
          <a:xfrm>
            <a:off x="5767684" y="3664282"/>
            <a:ext cx="1339380" cy="518028"/>
          </a:xfrm>
          <a:prstGeom prst="bentConnector3">
            <a:avLst>
              <a:gd name="adj1" fmla="val 513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118">
            <a:extLst>
              <a:ext uri="{FF2B5EF4-FFF2-40B4-BE49-F238E27FC236}">
                <a16:creationId xmlns:a16="http://schemas.microsoft.com/office/drawing/2014/main" id="{9E1BE0BB-95BD-1401-4F2C-D68FA7DC1B38}"/>
              </a:ext>
            </a:extLst>
          </p:cNvPr>
          <p:cNvSpPr txBox="1"/>
          <p:nvPr/>
        </p:nvSpPr>
        <p:spPr>
          <a:xfrm>
            <a:off x="7107064" y="5621795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5A72B5B1-7979-777B-0076-C572006546BD}"/>
              </a:ext>
            </a:extLst>
          </p:cNvPr>
          <p:cNvSpPr/>
          <p:nvPr/>
        </p:nvSpPr>
        <p:spPr>
          <a:xfrm>
            <a:off x="10075583" y="563955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ZPR_SPLIT</a:t>
            </a:r>
          </a:p>
        </p:txBody>
      </p:sp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7F4246C2-D652-EEDF-3AF3-6B6F7A716BB8}"/>
              </a:ext>
            </a:extLst>
          </p:cNvPr>
          <p:cNvCxnSpPr>
            <a:stCxn id="64" idx="2"/>
            <a:endCxn id="71" idx="1"/>
          </p:cNvCxnSpPr>
          <p:nvPr/>
        </p:nvCxnSpPr>
        <p:spPr>
          <a:xfrm rot="16200000" flipH="1">
            <a:off x="3257222" y="1951952"/>
            <a:ext cx="1917781" cy="5781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EF190613-AF20-6E18-707B-4DC9F4DC0CC1}"/>
              </a:ext>
            </a:extLst>
          </p:cNvPr>
          <p:cNvCxnSpPr>
            <a:stCxn id="71" idx="3"/>
            <a:endCxn id="74" idx="5"/>
          </p:cNvCxnSpPr>
          <p:nvPr/>
        </p:nvCxnSpPr>
        <p:spPr>
          <a:xfrm flipV="1">
            <a:off x="8187064" y="5789741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688A2BE8-565E-F480-4C5E-B6BCBA90450B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24181" y="3664282"/>
            <a:ext cx="2863503" cy="12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DDDCA1F-FCE6-7BB4-EC35-75B2064B0A55}"/>
              </a:ext>
            </a:extLst>
          </p:cNvPr>
          <p:cNvSpPr txBox="1"/>
          <p:nvPr/>
        </p:nvSpPr>
        <p:spPr>
          <a:xfrm>
            <a:off x="8868837" y="490169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76415A-5B20-5C9D-10EA-D307AD5E40BC}"/>
              </a:ext>
            </a:extLst>
          </p:cNvPr>
          <p:cNvSpPr txBox="1"/>
          <p:nvPr/>
        </p:nvSpPr>
        <p:spPr>
          <a:xfrm>
            <a:off x="9980301" y="4771229"/>
            <a:ext cx="176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C813747-F21F-DC63-C8EB-87EB92AC51CA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9408837" y="4467622"/>
            <a:ext cx="0" cy="4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A535E02-5ED8-0B9F-0821-91928E5823F9}"/>
              </a:ext>
            </a:extLst>
          </p:cNvPr>
          <p:cNvSpPr txBox="1"/>
          <p:nvPr/>
        </p:nvSpPr>
        <p:spPr>
          <a:xfrm>
            <a:off x="4700736" y="3873876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3 transacciones en 1 mensaje</a:t>
            </a:r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93E502EF-5994-01B5-35D4-7B2C3D05F0C2}"/>
              </a:ext>
            </a:extLst>
          </p:cNvPr>
          <p:cNvSpPr txBox="1"/>
          <p:nvPr/>
        </p:nvSpPr>
        <p:spPr>
          <a:xfrm>
            <a:off x="10386486" y="546487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688713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369543" y="619560"/>
            <a:ext cx="5888473" cy="60694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 / Débito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4158288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2332-C379-C05C-C430-3F5A6815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54E3A659-022F-230E-2C30-11D89E1A860C}"/>
              </a:ext>
            </a:extLst>
          </p:cNvPr>
          <p:cNvSpPr/>
          <p:nvPr/>
        </p:nvSpPr>
        <p:spPr>
          <a:xfrm>
            <a:off x="2325823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1AA6A5C7-C211-0EAF-107D-DB2AFD0F12B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5A76E83-8B88-4D04-840B-0D4912025BF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1447232-1F94-1F23-B71C-A49BAB064AE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10BD64B-4A6E-DA99-DAA7-F23BCFF9A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B5DB6C6-4090-C616-D558-93B359AFB089}"/>
              </a:ext>
            </a:extLst>
          </p:cNvPr>
          <p:cNvSpPr/>
          <p:nvPr/>
        </p:nvSpPr>
        <p:spPr>
          <a:xfrm>
            <a:off x="6502649" y="1587661"/>
            <a:ext cx="518681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3346681-17C6-F9A7-C720-B39467A2D1CB}"/>
              </a:ext>
            </a:extLst>
          </p:cNvPr>
          <p:cNvSpPr/>
          <p:nvPr/>
        </p:nvSpPr>
        <p:spPr>
          <a:xfrm>
            <a:off x="4368516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4F1CDE1-F19A-D1F2-0AE6-088E1AB95F19}"/>
              </a:ext>
            </a:extLst>
          </p:cNvPr>
          <p:cNvSpPr txBox="1"/>
          <p:nvPr/>
        </p:nvSpPr>
        <p:spPr>
          <a:xfrm>
            <a:off x="4368516" y="1263736"/>
            <a:ext cx="732095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A3093ED-EEF7-71B5-ACBA-3C773C03368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6BB0A63-A536-65F4-E8E7-667734F02D1E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</a:t>
            </a:r>
            <a:r>
              <a:rPr lang="es-MX" sz="2000" b="1" spc="-1">
                <a:latin typeface="Arial"/>
              </a:rPr>
              <a:t>Referenciados Mercaderías/Débito 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8F33200-F83D-454A-373E-92765363468B}"/>
              </a:ext>
            </a:extLst>
          </p:cNvPr>
          <p:cNvSpPr txBox="1"/>
          <p:nvPr/>
        </p:nvSpPr>
        <p:spPr>
          <a:xfrm>
            <a:off x="6785696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BA4339-03D1-FD60-42DC-7F821BBD39D5}"/>
              </a:ext>
            </a:extLst>
          </p:cNvPr>
          <p:cNvSpPr/>
          <p:nvPr/>
        </p:nvSpPr>
        <p:spPr>
          <a:xfrm>
            <a:off x="9784935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EC93CBF6-6934-3A64-3443-9C39AB9FCEF3}"/>
              </a:ext>
            </a:extLst>
          </p:cNvPr>
          <p:cNvSpPr/>
          <p:nvPr/>
        </p:nvSpPr>
        <p:spPr>
          <a:xfrm>
            <a:off x="8148858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00AADCD-1897-BA82-6636-82E6C11EB1DD}"/>
              </a:ext>
            </a:extLst>
          </p:cNvPr>
          <p:cNvSpPr txBox="1"/>
          <p:nvPr/>
        </p:nvSpPr>
        <p:spPr>
          <a:xfrm>
            <a:off x="6785696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20407288-B9C7-815A-8D73-6448E6028246}"/>
              </a:ext>
            </a:extLst>
          </p:cNvPr>
          <p:cNvSpPr/>
          <p:nvPr/>
        </p:nvSpPr>
        <p:spPr>
          <a:xfrm>
            <a:off x="2593514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ABAE2ECA-11A0-F119-6AB9-1A6C2B5D0FB0}"/>
              </a:ext>
            </a:extLst>
          </p:cNvPr>
          <p:cNvCxnSpPr>
            <a:cxnSpLocks/>
            <a:stCxn id="64" idx="3"/>
            <a:endCxn id="12" idx="1"/>
          </p:cNvCxnSpPr>
          <p:nvPr/>
        </p:nvCxnSpPr>
        <p:spPr>
          <a:xfrm flipV="1">
            <a:off x="3828516" y="2441873"/>
            <a:ext cx="2957180" cy="604259"/>
          </a:xfrm>
          <a:prstGeom prst="bentConnector3">
            <a:avLst>
              <a:gd name="adj1" fmla="val 9411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AFF38D2B-EBCD-44F1-A543-7A0BC5320104}"/>
              </a:ext>
            </a:extLst>
          </p:cNvPr>
          <p:cNvCxnSpPr>
            <a:cxnSpLocks/>
            <a:stCxn id="64" idx="3"/>
            <a:endCxn id="50" idx="1"/>
          </p:cNvCxnSpPr>
          <p:nvPr/>
        </p:nvCxnSpPr>
        <p:spPr>
          <a:xfrm flipV="1">
            <a:off x="3828516" y="3045425"/>
            <a:ext cx="2957180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DEF133E-D661-6D39-3C9F-9028D1EB0A8A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65696" y="2430127"/>
            <a:ext cx="1919239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0A6994E-BA12-1C87-BADB-682F5DFB855B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65696" y="3045425"/>
            <a:ext cx="320710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4ABD7A4-99C1-3AC3-CA67-3E3A139C3103}"/>
              </a:ext>
            </a:extLst>
          </p:cNvPr>
          <p:cNvSpPr/>
          <p:nvPr/>
        </p:nvSpPr>
        <p:spPr>
          <a:xfrm>
            <a:off x="2248004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2DDDDE1-0271-B5D1-AF90-95CA83A2EB35}"/>
              </a:ext>
            </a:extLst>
          </p:cNvPr>
          <p:cNvSpPr txBox="1"/>
          <p:nvPr/>
        </p:nvSpPr>
        <p:spPr>
          <a:xfrm>
            <a:off x="2248004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292D8DE-29C9-27CD-F2FB-6E6C7881779B}"/>
              </a:ext>
            </a:extLst>
          </p:cNvPr>
          <p:cNvSpPr/>
          <p:nvPr/>
        </p:nvSpPr>
        <p:spPr>
          <a:xfrm>
            <a:off x="502532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D5BBAAC-8AC0-B56C-70BD-D59967614D65}"/>
              </a:ext>
            </a:extLst>
          </p:cNvPr>
          <p:cNvSpPr txBox="1"/>
          <p:nvPr/>
        </p:nvSpPr>
        <p:spPr>
          <a:xfrm>
            <a:off x="502531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1D2F5981-E9DF-4B8D-8A6C-CA2F06EC9208}"/>
              </a:ext>
            </a:extLst>
          </p:cNvPr>
          <p:cNvSpPr/>
          <p:nvPr/>
        </p:nvSpPr>
        <p:spPr>
          <a:xfrm>
            <a:off x="762955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3E42781D-B134-C12A-08D3-A98E7786EED2}"/>
              </a:ext>
            </a:extLst>
          </p:cNvPr>
          <p:cNvCxnSpPr>
            <a:cxnSpLocks/>
            <a:stCxn id="64" idx="1"/>
            <a:endCxn id="7" idx="2"/>
          </p:cNvCxnSpPr>
          <p:nvPr/>
        </p:nvCxnSpPr>
        <p:spPr>
          <a:xfrm rot="10800000" flipV="1">
            <a:off x="1712726" y="3046131"/>
            <a:ext cx="88078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Paralelogramo 41">
            <a:extLst>
              <a:ext uri="{FF2B5EF4-FFF2-40B4-BE49-F238E27FC236}">
                <a16:creationId xmlns:a16="http://schemas.microsoft.com/office/drawing/2014/main" id="{4B6F9BB7-940F-0170-5377-5FB9324D4873}"/>
              </a:ext>
            </a:extLst>
          </p:cNvPr>
          <p:cNvSpPr/>
          <p:nvPr/>
        </p:nvSpPr>
        <p:spPr>
          <a:xfrm>
            <a:off x="8148858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383AC43-5D3A-7F79-C3C2-4EE818101D3F}"/>
              </a:ext>
            </a:extLst>
          </p:cNvPr>
          <p:cNvSpPr txBox="1"/>
          <p:nvPr/>
        </p:nvSpPr>
        <p:spPr>
          <a:xfrm>
            <a:off x="6785696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DB0117AD-320E-A59E-11B6-8838D02B3A84}"/>
              </a:ext>
            </a:extLst>
          </p:cNvPr>
          <p:cNvCxnSpPr>
            <a:stCxn id="54" idx="3"/>
            <a:endCxn id="42" idx="5"/>
          </p:cNvCxnSpPr>
          <p:nvPr/>
        </p:nvCxnSpPr>
        <p:spPr>
          <a:xfrm>
            <a:off x="7865696" y="3520169"/>
            <a:ext cx="320710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52EDCDA6-35A7-13F1-841A-00DC612E3950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>
            <a:off x="3828516" y="3046132"/>
            <a:ext cx="2957180" cy="474037"/>
          </a:xfrm>
          <a:prstGeom prst="bentConnector3">
            <a:avLst>
              <a:gd name="adj1" fmla="val 9411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2AB8551D-A793-DA75-69C5-3167B8A9D8B7}"/>
              </a:ext>
            </a:extLst>
          </p:cNvPr>
          <p:cNvCxnSpPr>
            <a:cxnSpLocks/>
            <a:stCxn id="64" idx="2"/>
            <a:endCxn id="35" idx="0"/>
          </p:cNvCxnSpPr>
          <p:nvPr/>
        </p:nvCxnSpPr>
        <p:spPr>
          <a:xfrm>
            <a:off x="3211015" y="3262132"/>
            <a:ext cx="0" cy="56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E51FC21-1CBC-F5C1-BDD6-D40A0FEE45E9}"/>
              </a:ext>
            </a:extLst>
          </p:cNvPr>
          <p:cNvSpPr/>
          <p:nvPr/>
        </p:nvSpPr>
        <p:spPr>
          <a:xfrm>
            <a:off x="2593514" y="38316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4B56306-D29E-7AEE-F4FA-ED6F6DB82831}"/>
              </a:ext>
            </a:extLst>
          </p:cNvPr>
          <p:cNvSpPr txBox="1"/>
          <p:nvPr/>
        </p:nvSpPr>
        <p:spPr>
          <a:xfrm>
            <a:off x="5088819" y="38855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PV01_MCP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96384EF-8E7B-4A52-F818-3894912482F9}"/>
              </a:ext>
            </a:extLst>
          </p:cNvPr>
          <p:cNvSpPr txBox="1"/>
          <p:nvPr/>
        </p:nvSpPr>
        <p:spPr>
          <a:xfrm>
            <a:off x="6785696" y="38855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CO01_MCP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AC8F00A-8374-85B8-7411-5790F49AFDE9}"/>
              </a:ext>
            </a:extLst>
          </p:cNvPr>
          <p:cNvSpPr/>
          <p:nvPr/>
        </p:nvSpPr>
        <p:spPr>
          <a:xfrm>
            <a:off x="9254938" y="38345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F69F2143-A69A-E802-3407-1AF6354CA5AB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828516" y="4047565"/>
            <a:ext cx="1260303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28AD7194-3D07-2FFB-3192-8B5006EA5B71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6168819" y="4047565"/>
            <a:ext cx="616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89D9CBF-9D48-08BD-B298-217640BE0BEA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7865696" y="4047565"/>
            <a:ext cx="1389242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A91DCA3-9109-0927-6B79-7533A09D1CD6}"/>
              </a:ext>
            </a:extLst>
          </p:cNvPr>
          <p:cNvSpPr txBox="1"/>
          <p:nvPr/>
        </p:nvSpPr>
        <p:spPr>
          <a:xfrm>
            <a:off x="10334938" y="3820304"/>
            <a:ext cx="1342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*Afecta cuenta de banco, BP</a:t>
            </a:r>
          </a:p>
        </p:txBody>
      </p:sp>
      <p:sp>
        <p:nvSpPr>
          <p:cNvPr id="71" name="CuadroTexto 56">
            <a:extLst>
              <a:ext uri="{FF2B5EF4-FFF2-40B4-BE49-F238E27FC236}">
                <a16:creationId xmlns:a16="http://schemas.microsoft.com/office/drawing/2014/main" id="{00F007BE-78D3-0EA9-BB3A-ABD3911232FB}"/>
              </a:ext>
            </a:extLst>
          </p:cNvPr>
          <p:cNvSpPr txBox="1"/>
          <p:nvPr/>
        </p:nvSpPr>
        <p:spPr>
          <a:xfrm>
            <a:off x="5085232" y="520938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PV02_MB</a:t>
            </a:r>
          </a:p>
        </p:txBody>
      </p:sp>
      <p:sp>
        <p:nvSpPr>
          <p:cNvPr id="72" name="Diagrama de flujo: documento 84">
            <a:extLst>
              <a:ext uri="{FF2B5EF4-FFF2-40B4-BE49-F238E27FC236}">
                <a16:creationId xmlns:a16="http://schemas.microsoft.com/office/drawing/2014/main" id="{46A10DF2-344E-AA79-EF7F-C83DFD159202}"/>
              </a:ext>
            </a:extLst>
          </p:cNvPr>
          <p:cNvSpPr/>
          <p:nvPr/>
        </p:nvSpPr>
        <p:spPr>
          <a:xfrm>
            <a:off x="9784935" y="5157484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(Bonificacion)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FD71DC6A-B0A5-F379-72AA-EDC34252F380}"/>
              </a:ext>
            </a:extLst>
          </p:cNvPr>
          <p:cNvSpPr txBox="1"/>
          <p:nvPr/>
        </p:nvSpPr>
        <p:spPr>
          <a:xfrm>
            <a:off x="6785696" y="521029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PV02_MB-NCR-B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55E6066E-9EC3-6C05-95FD-580B02B8028B}"/>
              </a:ext>
            </a:extLst>
          </p:cNvPr>
          <p:cNvCxnSpPr>
            <a:cxnSpLocks/>
            <a:stCxn id="73" idx="3"/>
            <a:endCxn id="72" idx="1"/>
          </p:cNvCxnSpPr>
          <p:nvPr/>
        </p:nvCxnSpPr>
        <p:spPr>
          <a:xfrm>
            <a:off x="7865696" y="5372290"/>
            <a:ext cx="1919239" cy="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CC9F566B-F8D6-5CAB-0BF3-792F760E185F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6165232" y="5371385"/>
            <a:ext cx="620464" cy="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74C8B0DF-6FF1-E9E1-0C2B-F23B26673387}"/>
              </a:ext>
            </a:extLst>
          </p:cNvPr>
          <p:cNvSpPr/>
          <p:nvPr/>
        </p:nvSpPr>
        <p:spPr>
          <a:xfrm>
            <a:off x="2593513" y="515412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Bonificaciones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F9E2362E-ADF3-C246-841B-E84D4FF23517}"/>
              </a:ext>
            </a:extLst>
          </p:cNvPr>
          <p:cNvCxnSpPr>
            <a:stCxn id="86" idx="3"/>
            <a:endCxn id="71" idx="1"/>
          </p:cNvCxnSpPr>
          <p:nvPr/>
        </p:nvCxnSpPr>
        <p:spPr>
          <a:xfrm>
            <a:off x="3828515" y="5370128"/>
            <a:ext cx="1256717" cy="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AAB24CD6-B5A7-06B7-AA4A-D87259138B66}"/>
              </a:ext>
            </a:extLst>
          </p:cNvPr>
          <p:cNvCxnSpPr>
            <a:cxnSpLocks/>
            <a:stCxn id="31" idx="2"/>
            <a:endCxn id="86" idx="0"/>
          </p:cNvCxnSpPr>
          <p:nvPr/>
        </p:nvCxnSpPr>
        <p:spPr>
          <a:xfrm>
            <a:off x="3211014" y="4876112"/>
            <a:ext cx="0" cy="27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ector fuera de página 92">
            <a:extLst>
              <a:ext uri="{FF2B5EF4-FFF2-40B4-BE49-F238E27FC236}">
                <a16:creationId xmlns:a16="http://schemas.microsoft.com/office/drawing/2014/main" id="{C1170A33-30CD-B1B5-B1E6-4A2454590239}"/>
              </a:ext>
            </a:extLst>
          </p:cNvPr>
          <p:cNvSpPr/>
          <p:nvPr/>
        </p:nvSpPr>
        <p:spPr>
          <a:xfrm>
            <a:off x="3008190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B</a:t>
            </a: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31B03FA-A7C5-5606-3D60-6162BB1429CC}"/>
              </a:ext>
            </a:extLst>
          </p:cNvPr>
          <p:cNvCxnSpPr>
            <a:cxnSpLocks/>
            <a:stCxn id="93" idx="2"/>
            <a:endCxn id="64" idx="0"/>
          </p:cNvCxnSpPr>
          <p:nvPr/>
        </p:nvCxnSpPr>
        <p:spPr>
          <a:xfrm>
            <a:off x="3206190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ABB4E39B-FDD7-DB93-379B-DF3757179937}"/>
              </a:ext>
            </a:extLst>
          </p:cNvPr>
          <p:cNvSpPr txBox="1"/>
          <p:nvPr/>
        </p:nvSpPr>
        <p:spPr>
          <a:xfrm>
            <a:off x="6785696" y="584355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ABCFE559-EE05-6303-1A54-E7E762C03FBC}"/>
              </a:ext>
            </a:extLst>
          </p:cNvPr>
          <p:cNvSpPr/>
          <p:nvPr/>
        </p:nvSpPr>
        <p:spPr>
          <a:xfrm>
            <a:off x="8148858" y="5861312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55799AE-6699-91D6-82A3-DEDB577A0311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>
            <a:off x="7865696" y="6005556"/>
            <a:ext cx="320710" cy="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9225CA85-8809-C891-9FDA-3F1392756839}"/>
              </a:ext>
            </a:extLst>
          </p:cNvPr>
          <p:cNvCxnSpPr>
            <a:cxnSpLocks/>
            <a:stCxn id="86" idx="2"/>
            <a:endCxn id="20" idx="1"/>
          </p:cNvCxnSpPr>
          <p:nvPr/>
        </p:nvCxnSpPr>
        <p:spPr>
          <a:xfrm rot="16200000" flipH="1">
            <a:off x="4788641" y="4008501"/>
            <a:ext cx="419428" cy="35746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29A257F-1EFB-2C52-1300-9B4E307D5F5F}"/>
              </a:ext>
            </a:extLst>
          </p:cNvPr>
          <p:cNvSpPr/>
          <p:nvPr/>
        </p:nvSpPr>
        <p:spPr>
          <a:xfrm>
            <a:off x="2593513" y="4462112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33" name="CuadroTexto 56">
            <a:extLst>
              <a:ext uri="{FF2B5EF4-FFF2-40B4-BE49-F238E27FC236}">
                <a16:creationId xmlns:a16="http://schemas.microsoft.com/office/drawing/2014/main" id="{96B63C9A-4F05-DE07-4103-1AE2297869B4}"/>
              </a:ext>
            </a:extLst>
          </p:cNvPr>
          <p:cNvSpPr txBox="1"/>
          <p:nvPr/>
        </p:nvSpPr>
        <p:spPr>
          <a:xfrm>
            <a:off x="6785696" y="450946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C50F242F-0663-8135-CEED-2D26CC0C7D6A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828515" y="4669112"/>
            <a:ext cx="2957181" cy="23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ralelogramo 37">
            <a:extLst>
              <a:ext uri="{FF2B5EF4-FFF2-40B4-BE49-F238E27FC236}">
                <a16:creationId xmlns:a16="http://schemas.microsoft.com/office/drawing/2014/main" id="{E6D280FD-7661-AC8C-4985-32628978B4CC}"/>
              </a:ext>
            </a:extLst>
          </p:cNvPr>
          <p:cNvSpPr/>
          <p:nvPr/>
        </p:nvSpPr>
        <p:spPr>
          <a:xfrm>
            <a:off x="8148858" y="4465729"/>
            <a:ext cx="1232976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24E5B30-3716-794C-A98F-BD95E2F6CA31}"/>
              </a:ext>
            </a:extLst>
          </p:cNvPr>
          <p:cNvCxnSpPr>
            <a:stCxn id="33" idx="3"/>
            <a:endCxn id="38" idx="5"/>
          </p:cNvCxnSpPr>
          <p:nvPr/>
        </p:nvCxnSpPr>
        <p:spPr>
          <a:xfrm>
            <a:off x="7865696" y="4671466"/>
            <a:ext cx="334743" cy="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D680C2A-8D78-7BB5-C996-9E60F53C8B09}"/>
              </a:ext>
            </a:extLst>
          </p:cNvPr>
          <p:cNvSpPr txBox="1"/>
          <p:nvPr/>
        </p:nvSpPr>
        <p:spPr>
          <a:xfrm>
            <a:off x="9322613" y="4545051"/>
            <a:ext cx="2196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folio del cobro en POS, fecha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D111AB4B-4242-CA19-DB55-028528DD7AA7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3211014" y="4263687"/>
            <a:ext cx="1" cy="198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89DAE48-1042-1A1E-3FAF-3D319EF01C0B}"/>
              </a:ext>
            </a:extLst>
          </p:cNvPr>
          <p:cNvSpPr txBox="1"/>
          <p:nvPr/>
        </p:nvSpPr>
        <p:spPr>
          <a:xfrm>
            <a:off x="9657388" y="2643515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9" name="CuadroTexto 118">
            <a:extLst>
              <a:ext uri="{FF2B5EF4-FFF2-40B4-BE49-F238E27FC236}">
                <a16:creationId xmlns:a16="http://schemas.microsoft.com/office/drawing/2014/main" id="{BA889293-6E2E-FF5A-3788-1580EFACE0C1}"/>
              </a:ext>
            </a:extLst>
          </p:cNvPr>
          <p:cNvSpPr txBox="1"/>
          <p:nvPr/>
        </p:nvSpPr>
        <p:spPr>
          <a:xfrm>
            <a:off x="8539795" y="566649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1094838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8280" y="435136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368823" y="670558"/>
            <a:ext cx="5888473" cy="63002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 / Débito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  <a:endParaRPr lang="es-MX" sz="11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3755617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1A8A-6449-2C05-6A01-ED3EED6A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0F9E92DE-67D2-7F00-FAE4-B57F80C2F35F}"/>
              </a:ext>
            </a:extLst>
          </p:cNvPr>
          <p:cNvSpPr/>
          <p:nvPr/>
        </p:nvSpPr>
        <p:spPr>
          <a:xfrm>
            <a:off x="2574179" y="2026116"/>
            <a:ext cx="1806554" cy="4297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3730698-09F4-046E-D228-219001D7E95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841FE5C-01B7-5FE4-85FB-D15386013B5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4F59A7F-EE7D-A781-7B7C-165E1A624E5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A120EB3-D5C0-471C-AEB7-5862E9A3E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D608806-6BA3-2CC6-7C93-2BCAFA510E86}"/>
              </a:ext>
            </a:extLst>
          </p:cNvPr>
          <p:cNvSpPr/>
          <p:nvPr/>
        </p:nvSpPr>
        <p:spPr>
          <a:xfrm>
            <a:off x="4603739" y="1615680"/>
            <a:ext cx="158525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DA81CC-E0C0-6C01-4385-0A9D4A712CC1}"/>
              </a:ext>
            </a:extLst>
          </p:cNvPr>
          <p:cNvSpPr/>
          <p:nvPr/>
        </p:nvSpPr>
        <p:spPr>
          <a:xfrm>
            <a:off x="6304406" y="1615680"/>
            <a:ext cx="573463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304F52D-9844-EF8D-3E11-0290A34B5AD9}"/>
              </a:ext>
            </a:extLst>
          </p:cNvPr>
          <p:cNvSpPr/>
          <p:nvPr/>
        </p:nvSpPr>
        <p:spPr>
          <a:xfrm>
            <a:off x="2474551" y="1615680"/>
            <a:ext cx="201377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C185E94-9284-63AC-1476-908B405DD6AF}"/>
              </a:ext>
            </a:extLst>
          </p:cNvPr>
          <p:cNvSpPr txBox="1"/>
          <p:nvPr/>
        </p:nvSpPr>
        <p:spPr>
          <a:xfrm>
            <a:off x="4603739" y="1193108"/>
            <a:ext cx="7445463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DD10157-2CEA-63B6-6F99-E8F4C97AC418}"/>
              </a:ext>
            </a:extLst>
          </p:cNvPr>
          <p:cNvSpPr txBox="1"/>
          <p:nvPr/>
        </p:nvSpPr>
        <p:spPr>
          <a:xfrm>
            <a:off x="269298" y="6531229"/>
            <a:ext cx="5270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A678BD6-DDBD-09E9-8629-E1897C6FD2A9}"/>
              </a:ext>
            </a:extLst>
          </p:cNvPr>
          <p:cNvSpPr/>
          <p:nvPr/>
        </p:nvSpPr>
        <p:spPr>
          <a:xfrm>
            <a:off x="909000" y="438480"/>
            <a:ext cx="88095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Cobros Referenciados  Seguros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B5614D-7F74-99A2-5D3E-B968390A5297}"/>
              </a:ext>
            </a:extLst>
          </p:cNvPr>
          <p:cNvSpPr/>
          <p:nvPr/>
        </p:nvSpPr>
        <p:spPr>
          <a:xfrm>
            <a:off x="2951914" y="3021735"/>
            <a:ext cx="1111984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Distribución Cobros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5D0C52-CE08-BCF7-EB9C-736C99E8F3B3}"/>
              </a:ext>
            </a:extLst>
          </p:cNvPr>
          <p:cNvSpPr txBox="1"/>
          <p:nvPr/>
        </p:nvSpPr>
        <p:spPr>
          <a:xfrm>
            <a:off x="6751688" y="215292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1A674D9-B013-A186-F376-3E4185D2EF8A}"/>
              </a:ext>
            </a:extLst>
          </p:cNvPr>
          <p:cNvSpPr/>
          <p:nvPr/>
        </p:nvSpPr>
        <p:spPr>
          <a:xfrm>
            <a:off x="9273538" y="2089366"/>
            <a:ext cx="1048325" cy="471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54905532-3987-78D1-7853-902755246BB1}"/>
              </a:ext>
            </a:extLst>
          </p:cNvPr>
          <p:cNvSpPr/>
          <p:nvPr/>
        </p:nvSpPr>
        <p:spPr>
          <a:xfrm>
            <a:off x="8446658" y="2770401"/>
            <a:ext cx="1314134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/>
              <a:t>Tabla </a:t>
            </a:r>
          </a:p>
          <a:p>
            <a:pPr algn="ctr"/>
            <a:r>
              <a:rPr lang="es-ES_tradnl" sz="900" b="1"/>
              <a:t>ZSE_SPLIT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B58C647-8C43-6683-3840-50DFEDDB1D91}"/>
              </a:ext>
            </a:extLst>
          </p:cNvPr>
          <p:cNvSpPr txBox="1"/>
          <p:nvPr/>
        </p:nvSpPr>
        <p:spPr>
          <a:xfrm>
            <a:off x="6751688" y="279956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E5C9F6D9-48AA-BBB8-1A4C-ABEB5788E6C6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 flipH="1">
            <a:off x="3498308" y="3468547"/>
            <a:ext cx="9598" cy="1367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ipse 120">
            <a:extLst>
              <a:ext uri="{FF2B5EF4-FFF2-40B4-BE49-F238E27FC236}">
                <a16:creationId xmlns:a16="http://schemas.microsoft.com/office/drawing/2014/main" id="{497C7D48-46C2-8BEB-2BB7-6D0CA9D248A2}"/>
              </a:ext>
            </a:extLst>
          </p:cNvPr>
          <p:cNvSpPr/>
          <p:nvPr/>
        </p:nvSpPr>
        <p:spPr>
          <a:xfrm>
            <a:off x="3300308" y="5651457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3298489-2CB1-DC3B-7F66-A68A688F4752}"/>
              </a:ext>
            </a:extLst>
          </p:cNvPr>
          <p:cNvSpPr txBox="1"/>
          <p:nvPr/>
        </p:nvSpPr>
        <p:spPr>
          <a:xfrm>
            <a:off x="2471809" y="1193108"/>
            <a:ext cx="2013777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FA31FFCC-89F1-D355-4B18-DE14776FA456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063898" y="2318521"/>
            <a:ext cx="2687790" cy="926620"/>
          </a:xfrm>
          <a:prstGeom prst="bentConnector3">
            <a:avLst>
              <a:gd name="adj1" fmla="val 8764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B46134F-7F84-78FB-C16D-C6B3D7111613}"/>
              </a:ext>
            </a:extLst>
          </p:cNvPr>
          <p:cNvSpPr/>
          <p:nvPr/>
        </p:nvSpPr>
        <p:spPr>
          <a:xfrm>
            <a:off x="724344" y="1615680"/>
            <a:ext cx="161620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</p:txBody>
      </p: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424A0C06-7A54-421B-76BB-72A4F9DE9E53}"/>
              </a:ext>
            </a:extLst>
          </p:cNvPr>
          <p:cNvCxnSpPr>
            <a:cxnSpLocks/>
            <a:stCxn id="10" idx="3"/>
            <a:endCxn id="50" idx="1"/>
          </p:cNvCxnSpPr>
          <p:nvPr/>
        </p:nvCxnSpPr>
        <p:spPr>
          <a:xfrm flipV="1">
            <a:off x="4063898" y="2965169"/>
            <a:ext cx="2687790" cy="279972"/>
          </a:xfrm>
          <a:prstGeom prst="bentConnector3">
            <a:avLst>
              <a:gd name="adj1" fmla="val 8764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33A1BE4-3F3A-7E67-F2DD-3924E37275FF}"/>
              </a:ext>
            </a:extLst>
          </p:cNvPr>
          <p:cNvSpPr/>
          <p:nvPr/>
        </p:nvSpPr>
        <p:spPr>
          <a:xfrm>
            <a:off x="2958167" y="4835610"/>
            <a:ext cx="1080282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Cobro Parcialidad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17D5A6E-37AD-195B-87B1-390CCE303985}"/>
              </a:ext>
            </a:extLst>
          </p:cNvPr>
          <p:cNvSpPr txBox="1"/>
          <p:nvPr/>
        </p:nvSpPr>
        <p:spPr>
          <a:xfrm>
            <a:off x="6751688" y="489609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CO04_SCP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F1808EE-398A-8393-D9F4-302EA87DF93D}"/>
              </a:ext>
            </a:extLst>
          </p:cNvPr>
          <p:cNvSpPr/>
          <p:nvPr/>
        </p:nvSpPr>
        <p:spPr>
          <a:xfrm>
            <a:off x="9394680" y="4760283"/>
            <a:ext cx="1365859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3ADocumento Contable( caja vs cta divergente)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FDB8841-8A74-8B08-C5CF-20A67147E37B}"/>
              </a:ext>
            </a:extLst>
          </p:cNvPr>
          <p:cNvSpPr txBox="1"/>
          <p:nvPr/>
        </p:nvSpPr>
        <p:spPr>
          <a:xfrm>
            <a:off x="5120221" y="4896096"/>
            <a:ext cx="848709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PV01_SCP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252B58F-9267-78F4-92A7-EFB15A441630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4038449" y="5059016"/>
            <a:ext cx="1081772" cy="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C7CED5A5-4016-6654-7ABA-455D6E02F6C0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5968930" y="5061696"/>
            <a:ext cx="782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BABB1C3-166F-C871-CDBC-D120F6C40FF2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831688" y="5061696"/>
            <a:ext cx="1562992" cy="4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4A7E109-9F90-F55B-B8D7-7835411C3677}"/>
              </a:ext>
            </a:extLst>
          </p:cNvPr>
          <p:cNvCxnSpPr>
            <a:stCxn id="23" idx="2"/>
            <a:endCxn id="121" idx="0"/>
          </p:cNvCxnSpPr>
          <p:nvPr/>
        </p:nvCxnSpPr>
        <p:spPr>
          <a:xfrm>
            <a:off x="3498308" y="5282422"/>
            <a:ext cx="0" cy="369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3D357B6-595E-FAEB-ACA3-3B51904A9442}"/>
              </a:ext>
            </a:extLst>
          </p:cNvPr>
          <p:cNvSpPr/>
          <p:nvPr/>
        </p:nvSpPr>
        <p:spPr>
          <a:xfrm>
            <a:off x="10969105" y="4582838"/>
            <a:ext cx="925287" cy="3983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Pedido Manual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Pago Seguro VA01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5B3186C-7795-7B05-3D65-DC9A9D67C645}"/>
              </a:ext>
            </a:extLst>
          </p:cNvPr>
          <p:cNvSpPr/>
          <p:nvPr/>
        </p:nvSpPr>
        <p:spPr>
          <a:xfrm>
            <a:off x="10969105" y="5082489"/>
            <a:ext cx="925573" cy="4126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Factura Manual CFDI VF01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13BBF0B7-0BD1-D65F-6FE0-DE6FA9E45E1F}"/>
              </a:ext>
            </a:extLst>
          </p:cNvPr>
          <p:cNvCxnSpPr>
            <a:stCxn id="50" idx="3"/>
            <a:endCxn id="48" idx="5"/>
          </p:cNvCxnSpPr>
          <p:nvPr/>
        </p:nvCxnSpPr>
        <p:spPr>
          <a:xfrm>
            <a:off x="7831688" y="2965169"/>
            <a:ext cx="667517" cy="15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Paralelogramo 80">
            <a:extLst>
              <a:ext uri="{FF2B5EF4-FFF2-40B4-BE49-F238E27FC236}">
                <a16:creationId xmlns:a16="http://schemas.microsoft.com/office/drawing/2014/main" id="{3B1F02F9-37F9-4811-57E2-A82757C55174}"/>
              </a:ext>
            </a:extLst>
          </p:cNvPr>
          <p:cNvSpPr/>
          <p:nvPr/>
        </p:nvSpPr>
        <p:spPr>
          <a:xfrm>
            <a:off x="8398867" y="3350724"/>
            <a:ext cx="1284074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/>
              <a:t>Tabla ZTipoSeguros</a:t>
            </a:r>
          </a:p>
        </p:txBody>
      </p:sp>
      <p:sp>
        <p:nvSpPr>
          <p:cNvPr id="82" name="Paralelogramo 81">
            <a:extLst>
              <a:ext uri="{FF2B5EF4-FFF2-40B4-BE49-F238E27FC236}">
                <a16:creationId xmlns:a16="http://schemas.microsoft.com/office/drawing/2014/main" id="{49C08ECF-3EEF-8FF5-E9EE-B8A047C74E13}"/>
              </a:ext>
            </a:extLst>
          </p:cNvPr>
          <p:cNvSpPr/>
          <p:nvPr/>
        </p:nvSpPr>
        <p:spPr>
          <a:xfrm>
            <a:off x="8317933" y="3931006"/>
            <a:ext cx="1284074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/>
              <a:t>Tabla ZFactores</a:t>
            </a:r>
          </a:p>
        </p:txBody>
      </p:sp>
      <p:cxnSp>
        <p:nvCxnSpPr>
          <p:cNvPr id="87" name="Conector angular 86">
            <a:extLst>
              <a:ext uri="{FF2B5EF4-FFF2-40B4-BE49-F238E27FC236}">
                <a16:creationId xmlns:a16="http://schemas.microsoft.com/office/drawing/2014/main" id="{D28ABFE1-DBFF-195C-FB09-0D2359D31497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4063898" y="3245141"/>
            <a:ext cx="2687790" cy="305878"/>
          </a:xfrm>
          <a:prstGeom prst="bentConnector3">
            <a:avLst>
              <a:gd name="adj1" fmla="val 8775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Conector angular 89">
            <a:extLst>
              <a:ext uri="{FF2B5EF4-FFF2-40B4-BE49-F238E27FC236}">
                <a16:creationId xmlns:a16="http://schemas.microsoft.com/office/drawing/2014/main" id="{0A83867F-0546-48D0-553E-E4B24E04B000}"/>
              </a:ext>
            </a:extLst>
          </p:cNvPr>
          <p:cNvCxnSpPr>
            <a:cxnSpLocks/>
            <a:stCxn id="10" idx="3"/>
            <a:endCxn id="21" idx="1"/>
          </p:cNvCxnSpPr>
          <p:nvPr/>
        </p:nvCxnSpPr>
        <p:spPr>
          <a:xfrm>
            <a:off x="4063898" y="3245141"/>
            <a:ext cx="2687790" cy="883245"/>
          </a:xfrm>
          <a:prstGeom prst="bentConnector3">
            <a:avLst>
              <a:gd name="adj1" fmla="val 8733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A8F25A3-A2D1-517B-078C-E7A7D18E5E81}"/>
              </a:ext>
            </a:extLst>
          </p:cNvPr>
          <p:cNvSpPr txBox="1"/>
          <p:nvPr/>
        </p:nvSpPr>
        <p:spPr>
          <a:xfrm>
            <a:off x="6751688" y="338541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90D64BA-2AA8-E7DC-A0C9-573CD434EDF5}"/>
              </a:ext>
            </a:extLst>
          </p:cNvPr>
          <p:cNvSpPr txBox="1"/>
          <p:nvPr/>
        </p:nvSpPr>
        <p:spPr>
          <a:xfrm>
            <a:off x="6751688" y="396278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N-TZ-15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322766B-6954-1044-5999-0A0EDC024405}"/>
              </a:ext>
            </a:extLst>
          </p:cNvPr>
          <p:cNvCxnSpPr>
            <a:stCxn id="19" idx="3"/>
            <a:endCxn id="81" idx="5"/>
          </p:cNvCxnSpPr>
          <p:nvPr/>
        </p:nvCxnSpPr>
        <p:spPr>
          <a:xfrm>
            <a:off x="7831688" y="3551019"/>
            <a:ext cx="619726" cy="9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2C93966-85E0-23FB-6CB1-757067086710}"/>
              </a:ext>
            </a:extLst>
          </p:cNvPr>
          <p:cNvCxnSpPr>
            <a:stCxn id="21" idx="3"/>
            <a:endCxn id="82" idx="5"/>
          </p:cNvCxnSpPr>
          <p:nvPr/>
        </p:nvCxnSpPr>
        <p:spPr>
          <a:xfrm>
            <a:off x="7831688" y="4128386"/>
            <a:ext cx="538792" cy="12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4DEEC1F0-404C-2FF7-9351-F5F4A52F98DA}"/>
              </a:ext>
            </a:extLst>
          </p:cNvPr>
          <p:cNvSpPr/>
          <p:nvPr/>
        </p:nvSpPr>
        <p:spPr>
          <a:xfrm>
            <a:off x="3326299" y="2131640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891FD70B-BB0A-794B-691D-8F55D27D2431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7831688" y="2318521"/>
            <a:ext cx="1441850" cy="6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4DC70236-3622-3848-E3A1-816E3C4AEA6A}"/>
              </a:ext>
            </a:extLst>
          </p:cNvPr>
          <p:cNvCxnSpPr>
            <a:endCxn id="10" idx="0"/>
          </p:cNvCxnSpPr>
          <p:nvPr/>
        </p:nvCxnSpPr>
        <p:spPr>
          <a:xfrm>
            <a:off x="3507906" y="2491640"/>
            <a:ext cx="0" cy="530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E5D5EE9-42DF-18C9-BF71-2312FAA6CF85}"/>
              </a:ext>
            </a:extLst>
          </p:cNvPr>
          <p:cNvSpPr txBox="1"/>
          <p:nvPr/>
        </p:nvSpPr>
        <p:spPr>
          <a:xfrm>
            <a:off x="724344" y="1193108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FAC42D55-62AC-730D-FD76-FDA6D7EDA79F}"/>
              </a:ext>
            </a:extLst>
          </p:cNvPr>
          <p:cNvSpPr/>
          <p:nvPr/>
        </p:nvSpPr>
        <p:spPr>
          <a:xfrm>
            <a:off x="1117744" y="3060655"/>
            <a:ext cx="1074170" cy="383508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75A855D-577F-11D6-9710-EE842D22BBAA}"/>
              </a:ext>
            </a:extLst>
          </p:cNvPr>
          <p:cNvCxnSpPr>
            <a:stCxn id="10" idx="1"/>
            <a:endCxn id="4" idx="2"/>
          </p:cNvCxnSpPr>
          <p:nvPr/>
        </p:nvCxnSpPr>
        <p:spPr>
          <a:xfrm flipH="1">
            <a:off x="2143976" y="3245141"/>
            <a:ext cx="807938" cy="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47F0395-8F7A-E3BF-58FB-1E7007E668C4}"/>
              </a:ext>
            </a:extLst>
          </p:cNvPr>
          <p:cNvSpPr txBox="1"/>
          <p:nvPr/>
        </p:nvSpPr>
        <p:spPr>
          <a:xfrm>
            <a:off x="10250390" y="2123776"/>
            <a:ext cx="16924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B0C0D478-C5F4-15E1-04EA-B79D3B19C0A4}"/>
              </a:ext>
            </a:extLst>
          </p:cNvPr>
          <p:cNvSpPr txBox="1"/>
          <p:nvPr/>
        </p:nvSpPr>
        <p:spPr>
          <a:xfrm>
            <a:off x="8809396" y="258228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29963108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8816-5F47-34AF-95F2-5F3AFCA0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CC095417-B5BD-B3FF-CACC-2B424C711BC9}"/>
              </a:ext>
            </a:extLst>
          </p:cNvPr>
          <p:cNvSpPr/>
          <p:nvPr/>
        </p:nvSpPr>
        <p:spPr>
          <a:xfrm>
            <a:off x="981789" y="1990142"/>
            <a:ext cx="2061661" cy="42878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ECF32D6-B2FC-724A-E45F-7245B0E970C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F9961D0-CA8C-81B9-CA5B-835F90E9E5E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40DAC6E-6964-BA11-3152-2344FF68130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D2272F3-1178-1489-B81E-2BD494283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4AC0191-FD2F-AC4C-AACB-19D2C199EFA9}"/>
              </a:ext>
            </a:extLst>
          </p:cNvPr>
          <p:cNvSpPr/>
          <p:nvPr/>
        </p:nvSpPr>
        <p:spPr>
          <a:xfrm>
            <a:off x="4736589" y="1659681"/>
            <a:ext cx="132950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5567B8-85D6-4137-376B-D4C5FD56637C}"/>
              </a:ext>
            </a:extLst>
          </p:cNvPr>
          <p:cNvSpPr/>
          <p:nvPr/>
        </p:nvSpPr>
        <p:spPr>
          <a:xfrm>
            <a:off x="6176984" y="1650346"/>
            <a:ext cx="460947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D26C8BA-BF23-E2A0-C195-1F698322C78D}"/>
              </a:ext>
            </a:extLst>
          </p:cNvPr>
          <p:cNvSpPr/>
          <p:nvPr/>
        </p:nvSpPr>
        <p:spPr>
          <a:xfrm>
            <a:off x="908280" y="1661379"/>
            <a:ext cx="218437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2D454D3-1CEF-10F5-F09A-114DA2BA1A5E}"/>
              </a:ext>
            </a:extLst>
          </p:cNvPr>
          <p:cNvSpPr txBox="1"/>
          <p:nvPr/>
        </p:nvSpPr>
        <p:spPr>
          <a:xfrm>
            <a:off x="4723887" y="1223972"/>
            <a:ext cx="6062572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F799F8D-BCCF-A62F-DCEB-F6BDA95A4EF2}"/>
              </a:ext>
            </a:extLst>
          </p:cNvPr>
          <p:cNvSpPr txBox="1"/>
          <p:nvPr/>
        </p:nvSpPr>
        <p:spPr>
          <a:xfrm>
            <a:off x="269298" y="6531229"/>
            <a:ext cx="5101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5D70CEB-1671-BED4-C66D-987787F7DF2D}"/>
              </a:ext>
            </a:extLst>
          </p:cNvPr>
          <p:cNvSpPr/>
          <p:nvPr/>
        </p:nvSpPr>
        <p:spPr>
          <a:xfrm>
            <a:off x="909000" y="438480"/>
            <a:ext cx="88095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Cobros Referenciados Seguros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3C0DE97-A1BA-BDDB-645B-DD33D9346F57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rot="16200000" flipH="1">
            <a:off x="1490227" y="3894641"/>
            <a:ext cx="1014979" cy="2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6FB480AB-CA41-1D57-8F80-AC6824D720D4}"/>
              </a:ext>
            </a:extLst>
          </p:cNvPr>
          <p:cNvSpPr/>
          <p:nvPr/>
        </p:nvSpPr>
        <p:spPr>
          <a:xfrm>
            <a:off x="1791790" y="2099750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0D9A5E-59C7-FAA8-AE1F-279B1F2D9C67}"/>
              </a:ext>
            </a:extLst>
          </p:cNvPr>
          <p:cNvSpPr txBox="1"/>
          <p:nvPr/>
        </p:nvSpPr>
        <p:spPr>
          <a:xfrm>
            <a:off x="6376263" y="4460060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CO04_SCC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54207D-3E30-B36C-21D9-4925F3CCF503}"/>
              </a:ext>
            </a:extLst>
          </p:cNvPr>
          <p:cNvSpPr/>
          <p:nvPr/>
        </p:nvSpPr>
        <p:spPr>
          <a:xfrm>
            <a:off x="8022119" y="4162852"/>
            <a:ext cx="1365859" cy="9298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3B-Documento Contable( cta orden vs ClubAsistencia, Ingresos, Iva, ChubSeguros)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33BFA9EB-F754-A3B4-43C7-C2EA63FCD6FA}"/>
              </a:ext>
            </a:extLst>
          </p:cNvPr>
          <p:cNvSpPr/>
          <p:nvPr/>
        </p:nvSpPr>
        <p:spPr>
          <a:xfrm>
            <a:off x="8836161" y="5643008"/>
            <a:ext cx="1186620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/>
              <a:t>Tabla ZSE_SPLIT</a:t>
            </a:r>
          </a:p>
        </p:txBody>
      </p:sp>
      <p:sp>
        <p:nvSpPr>
          <p:cNvPr id="31" name="CuadroTexto 118">
            <a:extLst>
              <a:ext uri="{FF2B5EF4-FFF2-40B4-BE49-F238E27FC236}">
                <a16:creationId xmlns:a16="http://schemas.microsoft.com/office/drawing/2014/main" id="{2A3BD38D-BC0C-6A79-6C71-3B7182F20F05}"/>
              </a:ext>
            </a:extLst>
          </p:cNvPr>
          <p:cNvSpPr txBox="1"/>
          <p:nvPr/>
        </p:nvSpPr>
        <p:spPr>
          <a:xfrm>
            <a:off x="6376263" y="5669332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cxnSp>
        <p:nvCxnSpPr>
          <p:cNvPr id="33" name="Conector: angular 12">
            <a:extLst>
              <a:ext uri="{FF2B5EF4-FFF2-40B4-BE49-F238E27FC236}">
                <a16:creationId xmlns:a16="http://schemas.microsoft.com/office/drawing/2014/main" id="{6C423655-DEFC-ED4F-1957-02AD81488F3A}"/>
              </a:ext>
            </a:extLst>
          </p:cNvPr>
          <p:cNvCxnSpPr>
            <a:cxnSpLocks/>
            <a:stCxn id="43" idx="2"/>
            <a:endCxn id="31" idx="1"/>
          </p:cNvCxnSpPr>
          <p:nvPr/>
        </p:nvCxnSpPr>
        <p:spPr>
          <a:xfrm rot="16200000" flipH="1">
            <a:off x="3688148" y="3161217"/>
            <a:ext cx="999036" cy="4377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12">
            <a:extLst>
              <a:ext uri="{FF2B5EF4-FFF2-40B4-BE49-F238E27FC236}">
                <a16:creationId xmlns:a16="http://schemas.microsoft.com/office/drawing/2014/main" id="{1C93B471-BD89-1716-84CB-06F48DE194E6}"/>
              </a:ext>
            </a:extLst>
          </p:cNvPr>
          <p:cNvCxnSpPr>
            <a:cxnSpLocks/>
            <a:stCxn id="31" idx="3"/>
            <a:endCxn id="22" idx="5"/>
          </p:cNvCxnSpPr>
          <p:nvPr/>
        </p:nvCxnSpPr>
        <p:spPr>
          <a:xfrm flipV="1">
            <a:off x="7456263" y="5849331"/>
            <a:ext cx="143147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4A59889-0507-BEC7-1AB2-DAD43B3341B4}"/>
              </a:ext>
            </a:extLst>
          </p:cNvPr>
          <p:cNvSpPr txBox="1"/>
          <p:nvPr/>
        </p:nvSpPr>
        <p:spPr>
          <a:xfrm>
            <a:off x="5000525" y="4462276"/>
            <a:ext cx="848709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</a:rPr>
              <a:t>PV01_SCC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9860989-8348-0BF5-28A4-54577F37DFDA}"/>
              </a:ext>
            </a:extLst>
          </p:cNvPr>
          <p:cNvCxnSpPr>
            <a:cxnSpLocks/>
            <a:stCxn id="25" idx="3"/>
            <a:endCxn id="8" idx="1"/>
          </p:cNvCxnSpPr>
          <p:nvPr/>
        </p:nvCxnSpPr>
        <p:spPr>
          <a:xfrm flipV="1">
            <a:off x="5849234" y="4625660"/>
            <a:ext cx="527029" cy="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5C5823C-C70A-E534-B841-257928C2034A}"/>
              </a:ext>
            </a:extLst>
          </p:cNvPr>
          <p:cNvSpPr txBox="1"/>
          <p:nvPr/>
        </p:nvSpPr>
        <p:spPr>
          <a:xfrm>
            <a:off x="928215" y="1231977"/>
            <a:ext cx="2184375" cy="26161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6AD95E83-BC3C-D327-2030-9DBBAF98B70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456263" y="4625660"/>
            <a:ext cx="565856" cy="2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8D7BE2-CF28-BFB4-2BB2-32B459C7C329}"/>
              </a:ext>
            </a:extLst>
          </p:cNvPr>
          <p:cNvSpPr/>
          <p:nvPr/>
        </p:nvSpPr>
        <p:spPr>
          <a:xfrm>
            <a:off x="3210776" y="1659681"/>
            <a:ext cx="141492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647E0F-60E3-4656-9400-80D0649DA880}"/>
              </a:ext>
            </a:extLst>
          </p:cNvPr>
          <p:cNvSpPr txBox="1"/>
          <p:nvPr/>
        </p:nvSpPr>
        <p:spPr>
          <a:xfrm>
            <a:off x="3210775" y="1242127"/>
            <a:ext cx="1414927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9ABE84F-C6E4-C0A8-4FA4-BD53C9CB027B}"/>
              </a:ext>
            </a:extLst>
          </p:cNvPr>
          <p:cNvSpPr/>
          <p:nvPr/>
        </p:nvSpPr>
        <p:spPr>
          <a:xfrm>
            <a:off x="1458928" y="4403484"/>
            <a:ext cx="1080282" cy="4468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</a:rPr>
              <a:t>Partidas comisiones del seguro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63500145-E249-C857-6BF3-1BA7F99F58B5}"/>
              </a:ext>
            </a:extLst>
          </p:cNvPr>
          <p:cNvCxnSpPr>
            <a:cxnSpLocks/>
            <a:stCxn id="43" idx="3"/>
            <a:endCxn id="25" idx="1"/>
          </p:cNvCxnSpPr>
          <p:nvPr/>
        </p:nvCxnSpPr>
        <p:spPr>
          <a:xfrm>
            <a:off x="2539210" y="4626890"/>
            <a:ext cx="2461315" cy="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5530D73-49A1-90BD-F617-C76C638B05D6}"/>
              </a:ext>
            </a:extLst>
          </p:cNvPr>
          <p:cNvSpPr txBox="1"/>
          <p:nvPr/>
        </p:nvSpPr>
        <p:spPr>
          <a:xfrm>
            <a:off x="4862222" y="4812659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/>
              <a:t>*No afecta control de caja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009417-FC7F-19BE-B0E6-311D3AEF677A}"/>
              </a:ext>
            </a:extLst>
          </p:cNvPr>
          <p:cNvSpPr txBox="1"/>
          <p:nvPr/>
        </p:nvSpPr>
        <p:spPr>
          <a:xfrm>
            <a:off x="9368041" y="4276761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43A2BD-EE9C-4D40-2FE1-96C6EA708A1E}"/>
              </a:ext>
            </a:extLst>
          </p:cNvPr>
          <p:cNvSpPr txBox="1"/>
          <p:nvPr/>
        </p:nvSpPr>
        <p:spPr>
          <a:xfrm>
            <a:off x="6401611" y="4812659"/>
            <a:ext cx="130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/>
              <a:t>*No afecta estado de cuenta del cliente</a:t>
            </a:r>
          </a:p>
        </p:txBody>
      </p:sp>
      <p:sp>
        <p:nvSpPr>
          <p:cNvPr id="32" name="Rectángulo 30">
            <a:extLst>
              <a:ext uri="{FF2B5EF4-FFF2-40B4-BE49-F238E27FC236}">
                <a16:creationId xmlns:a16="http://schemas.microsoft.com/office/drawing/2014/main" id="{629A257F-1EFB-2C52-1300-9B4E307D5F5F}"/>
              </a:ext>
            </a:extLst>
          </p:cNvPr>
          <p:cNvSpPr/>
          <p:nvPr/>
        </p:nvSpPr>
        <p:spPr>
          <a:xfrm>
            <a:off x="1378862" y="2974505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34" name="CuadroTexto 56">
            <a:extLst>
              <a:ext uri="{FF2B5EF4-FFF2-40B4-BE49-F238E27FC236}">
                <a16:creationId xmlns:a16="http://schemas.microsoft.com/office/drawing/2014/main" id="{96B63C9A-4F05-DE07-4103-1AE2297869B4}"/>
              </a:ext>
            </a:extLst>
          </p:cNvPr>
          <p:cNvSpPr txBox="1"/>
          <p:nvPr/>
        </p:nvSpPr>
        <p:spPr>
          <a:xfrm>
            <a:off x="6376263" y="302186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35" name="Conector angular 36">
            <a:extLst>
              <a:ext uri="{FF2B5EF4-FFF2-40B4-BE49-F238E27FC236}">
                <a16:creationId xmlns:a16="http://schemas.microsoft.com/office/drawing/2014/main" id="{C50F242F-0663-8135-CEED-2D26CC0C7D6A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2613864" y="3181505"/>
            <a:ext cx="3762399" cy="23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aralelogramo 37">
            <a:extLst>
              <a:ext uri="{FF2B5EF4-FFF2-40B4-BE49-F238E27FC236}">
                <a16:creationId xmlns:a16="http://schemas.microsoft.com/office/drawing/2014/main" id="{E6D280FD-7661-AC8C-4985-32628978B4CC}"/>
              </a:ext>
            </a:extLst>
          </p:cNvPr>
          <p:cNvSpPr/>
          <p:nvPr/>
        </p:nvSpPr>
        <p:spPr>
          <a:xfrm>
            <a:off x="7739424" y="2978124"/>
            <a:ext cx="1295393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38" name="Conector recto de flecha 40">
            <a:extLst>
              <a:ext uri="{FF2B5EF4-FFF2-40B4-BE49-F238E27FC236}">
                <a16:creationId xmlns:a16="http://schemas.microsoft.com/office/drawing/2014/main" id="{224E5B30-3716-794C-A98F-BD95E2F6CA31}"/>
              </a:ext>
            </a:extLst>
          </p:cNvPr>
          <p:cNvCxnSpPr>
            <a:stCxn id="34" idx="3"/>
            <a:endCxn id="37" idx="5"/>
          </p:cNvCxnSpPr>
          <p:nvPr/>
        </p:nvCxnSpPr>
        <p:spPr>
          <a:xfrm>
            <a:off x="7456263" y="3183861"/>
            <a:ext cx="334742" cy="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41">
            <a:extLst>
              <a:ext uri="{FF2B5EF4-FFF2-40B4-BE49-F238E27FC236}">
                <a16:creationId xmlns:a16="http://schemas.microsoft.com/office/drawing/2014/main" id="{C06E0C12-08A1-4711-4A45-586ACDDA93F3}"/>
              </a:ext>
            </a:extLst>
          </p:cNvPr>
          <p:cNvSpPr txBox="1"/>
          <p:nvPr/>
        </p:nvSpPr>
        <p:spPr>
          <a:xfrm>
            <a:off x="8977949" y="2924162"/>
            <a:ext cx="176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fecha y folio interno asignado a los diferentes Cobros emitidos en S4.</a:t>
            </a:r>
          </a:p>
        </p:txBody>
      </p:sp>
      <p:cxnSp>
        <p:nvCxnSpPr>
          <p:cNvPr id="44" name="43 Conector recto de flecha"/>
          <p:cNvCxnSpPr>
            <a:stCxn id="17" idx="4"/>
            <a:endCxn id="32" idx="0"/>
          </p:cNvCxnSpPr>
          <p:nvPr/>
        </p:nvCxnSpPr>
        <p:spPr>
          <a:xfrm rot="16200000" flipH="1">
            <a:off x="1735699" y="2713840"/>
            <a:ext cx="514755" cy="6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118">
            <a:extLst>
              <a:ext uri="{FF2B5EF4-FFF2-40B4-BE49-F238E27FC236}">
                <a16:creationId xmlns:a16="http://schemas.microsoft.com/office/drawing/2014/main" id="{48FAB103-3B8F-D98F-233B-1372E5CDE69C}"/>
              </a:ext>
            </a:extLst>
          </p:cNvPr>
          <p:cNvSpPr txBox="1"/>
          <p:nvPr/>
        </p:nvSpPr>
        <p:spPr>
          <a:xfrm>
            <a:off x="9193050" y="5498535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7094704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332E-EFB7-A477-21B1-6A4DFD7B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14B3B937-F01C-DCBA-FEDB-17BA6DC67543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5494FE2-2FD0-7B28-927D-7791D4061C0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862DD36-C77D-6C03-8B40-C9C72E0874E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7A3A073-AED2-F4B9-5D81-C75E5D2B6C2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C63A189-A0CC-007A-C3F4-933B2D2E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29464039-7D11-5D6B-223F-A096669F4C0E}"/>
              </a:ext>
            </a:extLst>
          </p:cNvPr>
          <p:cNvSpPr/>
          <p:nvPr/>
        </p:nvSpPr>
        <p:spPr>
          <a:xfrm>
            <a:off x="2369543" y="619560"/>
            <a:ext cx="5888473" cy="60694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 / Débito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Seguros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sz="1600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6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3305394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0BBD-9B73-4A83-C47B-B6891A9A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61F96F1-99A6-44BD-8273-2B5DAEB86317}"/>
              </a:ext>
            </a:extLst>
          </p:cNvPr>
          <p:cNvSpPr/>
          <p:nvPr/>
        </p:nvSpPr>
        <p:spPr>
          <a:xfrm>
            <a:off x="2325823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3F4AB4F-1454-AF4D-1802-FB47700D86C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C840896-C2B7-FBDB-BF4C-6A7BFE7C0FD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C53862A-AA2D-874D-7DA4-6DC4E82AAB2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D3109E0-20EB-0A28-75AD-892B7E068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1F04841-DDEE-E32D-CC12-B468738E8636}"/>
              </a:ext>
            </a:extLst>
          </p:cNvPr>
          <p:cNvSpPr/>
          <p:nvPr/>
        </p:nvSpPr>
        <p:spPr>
          <a:xfrm>
            <a:off x="6464343" y="1615680"/>
            <a:ext cx="522512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9E6DEF-63AA-0744-7227-7C3C43A8ED64}"/>
              </a:ext>
            </a:extLst>
          </p:cNvPr>
          <p:cNvSpPr/>
          <p:nvPr/>
        </p:nvSpPr>
        <p:spPr>
          <a:xfrm>
            <a:off x="4368516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C21DC6F-830E-60D0-0C43-7247466A01E1}"/>
              </a:ext>
            </a:extLst>
          </p:cNvPr>
          <p:cNvSpPr txBox="1"/>
          <p:nvPr/>
        </p:nvSpPr>
        <p:spPr>
          <a:xfrm>
            <a:off x="4368516" y="1263736"/>
            <a:ext cx="732095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604001E-3EB1-A14A-EADF-27E8316B13BD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E5564717-22F2-096D-5CE8-B63C0AFCB371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- Cobros </a:t>
            </a:r>
            <a:r>
              <a:rPr lang="es-MX" sz="2000" b="1" spc="-1">
                <a:latin typeface="Arial"/>
              </a:rPr>
              <a:t>Referenciados </a:t>
            </a:r>
            <a:r>
              <a:rPr lang="es-MX" sz="2000" b="1" spc="-1">
                <a:latin typeface="Arial Nova" panose="020B0504020202020204" pitchFamily="34" charset="0"/>
              </a:rPr>
              <a:t>Notas Cargo/Crédito Espejo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843057-A596-6810-1CC9-EBB24F3F90A6}"/>
              </a:ext>
            </a:extLst>
          </p:cNvPr>
          <p:cNvSpPr txBox="1"/>
          <p:nvPr/>
        </p:nvSpPr>
        <p:spPr>
          <a:xfrm>
            <a:off x="6785696" y="205298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9254D26-77F7-99C1-D1D9-EC270AF5C589}"/>
              </a:ext>
            </a:extLst>
          </p:cNvPr>
          <p:cNvSpPr/>
          <p:nvPr/>
        </p:nvSpPr>
        <p:spPr>
          <a:xfrm>
            <a:off x="9784935" y="199083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F615A78-D13B-6829-4507-AE761AE904D1}"/>
              </a:ext>
            </a:extLst>
          </p:cNvPr>
          <p:cNvSpPr/>
          <p:nvPr/>
        </p:nvSpPr>
        <p:spPr>
          <a:xfrm>
            <a:off x="8148858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1E21860-08C4-6D2C-31C8-CF31E50C21EB}"/>
              </a:ext>
            </a:extLst>
          </p:cNvPr>
          <p:cNvSpPr txBox="1"/>
          <p:nvPr/>
        </p:nvSpPr>
        <p:spPr>
          <a:xfrm>
            <a:off x="6785696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20B7D89-31E8-6D6C-60A8-36DB71B85A99}"/>
              </a:ext>
            </a:extLst>
          </p:cNvPr>
          <p:cNvSpPr/>
          <p:nvPr/>
        </p:nvSpPr>
        <p:spPr>
          <a:xfrm>
            <a:off x="2593514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97B818E-F1D9-60CA-6241-06703F8BE662}"/>
              </a:ext>
            </a:extLst>
          </p:cNvPr>
          <p:cNvCxnSpPr>
            <a:cxnSpLocks/>
            <a:stCxn id="64" idx="3"/>
            <a:endCxn id="12" idx="1"/>
          </p:cNvCxnSpPr>
          <p:nvPr/>
        </p:nvCxnSpPr>
        <p:spPr>
          <a:xfrm flipV="1">
            <a:off x="3828516" y="2218585"/>
            <a:ext cx="2957180" cy="8275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05854C68-C0B9-DCC7-46C4-715AE616199E}"/>
              </a:ext>
            </a:extLst>
          </p:cNvPr>
          <p:cNvCxnSpPr>
            <a:cxnSpLocks/>
            <a:stCxn id="64" idx="3"/>
            <a:endCxn id="50" idx="1"/>
          </p:cNvCxnSpPr>
          <p:nvPr/>
        </p:nvCxnSpPr>
        <p:spPr>
          <a:xfrm flipV="1">
            <a:off x="3828516" y="3045425"/>
            <a:ext cx="2957180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135DA96-0E20-43D9-6366-C2BFBD7CB4AA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65696" y="2206839"/>
            <a:ext cx="1919239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FBA04DC-E571-17BC-E226-7921DDD83A1C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65696" y="3045425"/>
            <a:ext cx="320710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621CFF-6266-16FA-17A9-819A7DB79189}"/>
              </a:ext>
            </a:extLst>
          </p:cNvPr>
          <p:cNvSpPr/>
          <p:nvPr/>
        </p:nvSpPr>
        <p:spPr>
          <a:xfrm>
            <a:off x="2248004" y="1615680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647022C-074A-EEB6-99F4-1D14E57F2D88}"/>
              </a:ext>
            </a:extLst>
          </p:cNvPr>
          <p:cNvSpPr txBox="1"/>
          <p:nvPr/>
        </p:nvSpPr>
        <p:spPr>
          <a:xfrm>
            <a:off x="2248004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35DE032-BD73-0B8F-49A7-70441CDB00AC}"/>
              </a:ext>
            </a:extLst>
          </p:cNvPr>
          <p:cNvSpPr/>
          <p:nvPr/>
        </p:nvSpPr>
        <p:spPr>
          <a:xfrm>
            <a:off x="502532" y="1615680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FC4D68B-4E26-2270-A074-71FD2303B4FF}"/>
              </a:ext>
            </a:extLst>
          </p:cNvPr>
          <p:cNvSpPr txBox="1"/>
          <p:nvPr/>
        </p:nvSpPr>
        <p:spPr>
          <a:xfrm>
            <a:off x="502531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D458E92C-0614-C6F7-2240-63124064E8EE}"/>
              </a:ext>
            </a:extLst>
          </p:cNvPr>
          <p:cNvSpPr/>
          <p:nvPr/>
        </p:nvSpPr>
        <p:spPr>
          <a:xfrm>
            <a:off x="762955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36B7BA69-D10F-8037-B7B0-1D855A77353D}"/>
              </a:ext>
            </a:extLst>
          </p:cNvPr>
          <p:cNvCxnSpPr>
            <a:cxnSpLocks/>
            <a:stCxn id="64" idx="1"/>
            <a:endCxn id="7" idx="2"/>
          </p:cNvCxnSpPr>
          <p:nvPr/>
        </p:nvCxnSpPr>
        <p:spPr>
          <a:xfrm rot="10800000" flipV="1">
            <a:off x="1712726" y="3046131"/>
            <a:ext cx="88078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174B409C-86D4-BAB8-718E-1D888C973BC0}"/>
              </a:ext>
            </a:extLst>
          </p:cNvPr>
          <p:cNvCxnSpPr>
            <a:cxnSpLocks/>
            <a:stCxn id="64" idx="2"/>
            <a:endCxn id="35" idx="0"/>
          </p:cNvCxnSpPr>
          <p:nvPr/>
        </p:nvCxnSpPr>
        <p:spPr>
          <a:xfrm>
            <a:off x="3211015" y="3262132"/>
            <a:ext cx="0" cy="282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1042585-18AF-3DFC-4EFE-54AAD392544C}"/>
              </a:ext>
            </a:extLst>
          </p:cNvPr>
          <p:cNvSpPr/>
          <p:nvPr/>
        </p:nvSpPr>
        <p:spPr>
          <a:xfrm>
            <a:off x="2593514" y="35441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AC42F96-D5CF-4793-A970-ABB2E44D6165}"/>
              </a:ext>
            </a:extLst>
          </p:cNvPr>
          <p:cNvSpPr txBox="1"/>
          <p:nvPr/>
        </p:nvSpPr>
        <p:spPr>
          <a:xfrm>
            <a:off x="4886798" y="35980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965E4A5-38C4-659D-7378-EDCC4A10896C}"/>
              </a:ext>
            </a:extLst>
          </p:cNvPr>
          <p:cNvSpPr txBox="1"/>
          <p:nvPr/>
        </p:nvSpPr>
        <p:spPr>
          <a:xfrm>
            <a:off x="6785696" y="35980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F84D656-66A1-6440-FBCD-7FF4275E6A9C}"/>
              </a:ext>
            </a:extLst>
          </p:cNvPr>
          <p:cNvSpPr/>
          <p:nvPr/>
        </p:nvSpPr>
        <p:spPr>
          <a:xfrm>
            <a:off x="9254938" y="35470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4595D3C8-6629-938C-A728-14D4B69C90E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828516" y="3760065"/>
            <a:ext cx="1058282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26F4E426-FC4B-6FA0-6AE7-0F18965020D4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5966798" y="3760065"/>
            <a:ext cx="818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07788B45-6BAB-E56C-82BA-B0F750BFA00F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7865696" y="3760065"/>
            <a:ext cx="1389242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56">
            <a:extLst>
              <a:ext uri="{FF2B5EF4-FFF2-40B4-BE49-F238E27FC236}">
                <a16:creationId xmlns:a16="http://schemas.microsoft.com/office/drawing/2014/main" id="{85F7004A-84BE-45D1-3E51-02E3A46C9AB7}"/>
              </a:ext>
            </a:extLst>
          </p:cNvPr>
          <p:cNvSpPr txBox="1"/>
          <p:nvPr/>
        </p:nvSpPr>
        <p:spPr>
          <a:xfrm>
            <a:off x="4883211" y="480101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</a:t>
            </a:r>
            <a:r>
              <a:rPr lang="es-MX" sz="900"/>
              <a:t>CP-ES</a:t>
            </a:r>
            <a:endParaRPr lang="es-MX" sz="900" b="1">
              <a:solidFill>
                <a:schemeClr val="bg1"/>
              </a:solidFill>
            </a:endParaRPr>
          </a:p>
        </p:txBody>
      </p:sp>
      <p:sp>
        <p:nvSpPr>
          <p:cNvPr id="72" name="Diagrama de flujo: documento 84">
            <a:extLst>
              <a:ext uri="{FF2B5EF4-FFF2-40B4-BE49-F238E27FC236}">
                <a16:creationId xmlns:a16="http://schemas.microsoft.com/office/drawing/2014/main" id="{BC32414A-4113-08F9-6773-460314082BC4}"/>
              </a:ext>
            </a:extLst>
          </p:cNvPr>
          <p:cNvSpPr/>
          <p:nvPr/>
        </p:nvSpPr>
        <p:spPr>
          <a:xfrm>
            <a:off x="8209860" y="4753663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CFDI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BC9506AB-D0AF-F84F-78A7-C92FEF7F71F0}"/>
              </a:ext>
            </a:extLst>
          </p:cNvPr>
          <p:cNvSpPr txBox="1"/>
          <p:nvPr/>
        </p:nvSpPr>
        <p:spPr>
          <a:xfrm>
            <a:off x="6785696" y="480191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</a:t>
            </a:r>
            <a:r>
              <a:rPr lang="es-MX" sz="800"/>
              <a:t>CP</a:t>
            </a:r>
            <a:r>
              <a:rPr lang="es-MX" sz="800" b="1">
                <a:solidFill>
                  <a:schemeClr val="bg1"/>
                </a:solidFill>
              </a:rPr>
              <a:t>-ESNC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46E90E74-46A7-4F0A-0A1F-0E7711E02C44}"/>
              </a:ext>
            </a:extLst>
          </p:cNvPr>
          <p:cNvCxnSpPr>
            <a:cxnSpLocks/>
            <a:stCxn id="73" idx="3"/>
            <a:endCxn id="72" idx="1"/>
          </p:cNvCxnSpPr>
          <p:nvPr/>
        </p:nvCxnSpPr>
        <p:spPr>
          <a:xfrm>
            <a:off x="7865696" y="4963917"/>
            <a:ext cx="344164" cy="5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C2C32F92-DE84-1EEB-E3AD-B2182F2CAF14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5963211" y="4963012"/>
            <a:ext cx="822485" cy="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B79F4C7B-F95B-46FF-DC31-B0129729BEFD}"/>
              </a:ext>
            </a:extLst>
          </p:cNvPr>
          <p:cNvSpPr/>
          <p:nvPr/>
        </p:nvSpPr>
        <p:spPr>
          <a:xfrm>
            <a:off x="2593513" y="4745755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Cargo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2D8AEE83-F670-1444-8507-6D772700C8D8}"/>
              </a:ext>
            </a:extLst>
          </p:cNvPr>
          <p:cNvCxnSpPr>
            <a:stCxn id="86" idx="3"/>
            <a:endCxn id="71" idx="1"/>
          </p:cNvCxnSpPr>
          <p:nvPr/>
        </p:nvCxnSpPr>
        <p:spPr>
          <a:xfrm>
            <a:off x="3828515" y="4961755"/>
            <a:ext cx="1054696" cy="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52A56593-B65E-3B94-8F5B-3326FB4BDAA1}"/>
              </a:ext>
            </a:extLst>
          </p:cNvPr>
          <p:cNvCxnSpPr>
            <a:cxnSpLocks/>
            <a:stCxn id="31" idx="2"/>
            <a:endCxn id="86" idx="0"/>
          </p:cNvCxnSpPr>
          <p:nvPr/>
        </p:nvCxnSpPr>
        <p:spPr>
          <a:xfrm>
            <a:off x="3211014" y="4600894"/>
            <a:ext cx="0" cy="144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ector fuera de página 92">
            <a:extLst>
              <a:ext uri="{FF2B5EF4-FFF2-40B4-BE49-F238E27FC236}">
                <a16:creationId xmlns:a16="http://schemas.microsoft.com/office/drawing/2014/main" id="{DCA15B6F-E932-BA86-0583-846D7EF22804}"/>
              </a:ext>
            </a:extLst>
          </p:cNvPr>
          <p:cNvSpPr/>
          <p:nvPr/>
        </p:nvSpPr>
        <p:spPr>
          <a:xfrm>
            <a:off x="3008190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E</a:t>
            </a: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7BBD8C25-CD48-3AB6-3AE0-49FF12E6B4BF}"/>
              </a:ext>
            </a:extLst>
          </p:cNvPr>
          <p:cNvCxnSpPr>
            <a:cxnSpLocks/>
            <a:stCxn id="93" idx="2"/>
            <a:endCxn id="64" idx="0"/>
          </p:cNvCxnSpPr>
          <p:nvPr/>
        </p:nvCxnSpPr>
        <p:spPr>
          <a:xfrm>
            <a:off x="3206190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6F06835D-D009-DD0F-3DC2-00E8C576FDDF}"/>
              </a:ext>
            </a:extLst>
          </p:cNvPr>
          <p:cNvSpPr txBox="1"/>
          <p:nvPr/>
        </p:nvSpPr>
        <p:spPr>
          <a:xfrm>
            <a:off x="6785696" y="541742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97F209B1-8976-7EB4-C268-4A9CA34E7C79}"/>
              </a:ext>
            </a:extLst>
          </p:cNvPr>
          <p:cNvSpPr/>
          <p:nvPr/>
        </p:nvSpPr>
        <p:spPr>
          <a:xfrm>
            <a:off x="8148858" y="5435176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2B65734-7A0A-3217-4F5C-1B88B1E8CAE6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>
            <a:off x="7865696" y="5579420"/>
            <a:ext cx="320710" cy="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6D2C2611-EAA3-BCD8-11F9-3C95BC5052DD}"/>
              </a:ext>
            </a:extLst>
          </p:cNvPr>
          <p:cNvCxnSpPr>
            <a:cxnSpLocks/>
            <a:stCxn id="86" idx="2"/>
            <a:endCxn id="20" idx="1"/>
          </p:cNvCxnSpPr>
          <p:nvPr/>
        </p:nvCxnSpPr>
        <p:spPr>
          <a:xfrm rot="16200000" flipH="1">
            <a:off x="4797523" y="3591246"/>
            <a:ext cx="401665" cy="35746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EE16195-504E-08B2-AC96-E082FA404551}"/>
              </a:ext>
            </a:extLst>
          </p:cNvPr>
          <p:cNvSpPr/>
          <p:nvPr/>
        </p:nvSpPr>
        <p:spPr>
          <a:xfrm>
            <a:off x="2593513" y="4186894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33" name="CuadroTexto 56">
            <a:extLst>
              <a:ext uri="{FF2B5EF4-FFF2-40B4-BE49-F238E27FC236}">
                <a16:creationId xmlns:a16="http://schemas.microsoft.com/office/drawing/2014/main" id="{44DA3194-9079-9598-5BB9-8D0D9BCC2886}"/>
              </a:ext>
            </a:extLst>
          </p:cNvPr>
          <p:cNvSpPr txBox="1"/>
          <p:nvPr/>
        </p:nvSpPr>
        <p:spPr>
          <a:xfrm>
            <a:off x="6785696" y="423424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4AED6C05-8CDC-43E1-C091-2941A2EBC0B7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828515" y="4393894"/>
            <a:ext cx="2957181" cy="23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ralelogramo 37">
            <a:extLst>
              <a:ext uri="{FF2B5EF4-FFF2-40B4-BE49-F238E27FC236}">
                <a16:creationId xmlns:a16="http://schemas.microsoft.com/office/drawing/2014/main" id="{A66B19BA-0FB6-1501-7D78-538BB4E47472}"/>
              </a:ext>
            </a:extLst>
          </p:cNvPr>
          <p:cNvSpPr/>
          <p:nvPr/>
        </p:nvSpPr>
        <p:spPr>
          <a:xfrm>
            <a:off x="8148857" y="4252657"/>
            <a:ext cx="1295393" cy="288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3B92BEB-63B6-9F83-6FC8-17A090A39D2C}"/>
              </a:ext>
            </a:extLst>
          </p:cNvPr>
          <p:cNvCxnSpPr>
            <a:stCxn id="33" idx="3"/>
            <a:endCxn id="38" idx="5"/>
          </p:cNvCxnSpPr>
          <p:nvPr/>
        </p:nvCxnSpPr>
        <p:spPr>
          <a:xfrm>
            <a:off x="7865696" y="4396248"/>
            <a:ext cx="319161" cy="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0C704C5-ED26-6FE0-3C7C-5CD531E323CB}"/>
              </a:ext>
            </a:extLst>
          </p:cNvPr>
          <p:cNvSpPr txBox="1"/>
          <p:nvPr/>
        </p:nvSpPr>
        <p:spPr>
          <a:xfrm>
            <a:off x="9361909" y="4187600"/>
            <a:ext cx="2196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fecha y folio interno asignado a los diferentes Cobros emitidos en S4.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12EA01CD-0780-5ACF-DD09-A18077A3E1B7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3211014" y="3976187"/>
            <a:ext cx="1" cy="210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ADFBD4F-01D0-C87E-0B39-665D2707E10A}"/>
              </a:ext>
            </a:extLst>
          </p:cNvPr>
          <p:cNvSpPr txBox="1"/>
          <p:nvPr/>
        </p:nvSpPr>
        <p:spPr>
          <a:xfrm>
            <a:off x="9671506" y="2380057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97D1A5-2102-D7E5-670E-C2B3E472BF87}"/>
              </a:ext>
            </a:extLst>
          </p:cNvPr>
          <p:cNvSpPr txBox="1"/>
          <p:nvPr/>
        </p:nvSpPr>
        <p:spPr>
          <a:xfrm>
            <a:off x="9254938" y="4681533"/>
            <a:ext cx="2281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para registrar: </a:t>
            </a: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Folio de la </a:t>
            </a:r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No CFDI </a:t>
            </a:r>
          </a:p>
          <a:p>
            <a:pPr marL="228600" indent="-228600">
              <a:buAutoNum type="alphaLcParenR"/>
            </a:pPr>
            <a:r>
              <a:rPr lang="es-MX" sz="800">
                <a:latin typeface="Arial Nova" panose="020B0504020202020204" pitchFamily="34" charset="0"/>
              </a:rPr>
              <a:t>Folio interno asignado a los diferentes cobros emitidos en S4</a:t>
            </a:r>
            <a:endParaRPr lang="es-MX" sz="105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EE605C7-EC09-5B36-F708-12B29178DF7D}"/>
              </a:ext>
            </a:extLst>
          </p:cNvPr>
          <p:cNvSpPr/>
          <p:nvPr/>
        </p:nvSpPr>
        <p:spPr>
          <a:xfrm>
            <a:off x="3017068" y="57553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5D93937-9B9C-FD84-D701-60AD959C705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215068" y="5176849"/>
            <a:ext cx="0" cy="57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92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35C4-FA17-3995-A6CD-AF26A2E1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A05B0D0C-8441-E0A3-F843-2C377463BF25}"/>
              </a:ext>
            </a:extLst>
          </p:cNvPr>
          <p:cNvSpPr/>
          <p:nvPr/>
        </p:nvSpPr>
        <p:spPr>
          <a:xfrm>
            <a:off x="952242" y="1721922"/>
            <a:ext cx="2290688" cy="458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C08D4D6B-D862-700A-FEDB-5CE300A4438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69AA841-B24F-5AB8-B3C2-2D15DF86010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CAB53B7-E988-AD12-72C2-1714197DBA3E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4B55D83-91B8-6DC3-01E6-7AEC7822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B19A5C-92B0-BD5D-5C7D-53D99A236818}"/>
              </a:ext>
            </a:extLst>
          </p:cNvPr>
          <p:cNvSpPr/>
          <p:nvPr/>
        </p:nvSpPr>
        <p:spPr>
          <a:xfrm>
            <a:off x="4753548" y="1396539"/>
            <a:ext cx="731881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F00006-46C1-A642-70F1-522881775A92}"/>
              </a:ext>
            </a:extLst>
          </p:cNvPr>
          <p:cNvSpPr/>
          <p:nvPr/>
        </p:nvSpPr>
        <p:spPr>
          <a:xfrm>
            <a:off x="3457097" y="1396596"/>
            <a:ext cx="1178698" cy="51331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A68C67B-14E8-6CD0-B25D-ECB966B9E04B}"/>
              </a:ext>
            </a:extLst>
          </p:cNvPr>
          <p:cNvSpPr txBox="1"/>
          <p:nvPr/>
        </p:nvSpPr>
        <p:spPr>
          <a:xfrm>
            <a:off x="4757695" y="1002479"/>
            <a:ext cx="728134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13C969-B4B4-0016-2155-03A3DB17753C}"/>
              </a:ext>
            </a:extLst>
          </p:cNvPr>
          <p:cNvSpPr txBox="1"/>
          <p:nvPr/>
        </p:nvSpPr>
        <p:spPr>
          <a:xfrm>
            <a:off x="3457097" y="993372"/>
            <a:ext cx="117869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4E08088-3EAC-8B69-45A6-17ABDE12400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25939E-BD6B-7150-15EA-2DC6F8DA5605}"/>
              </a:ext>
            </a:extLst>
          </p:cNvPr>
          <p:cNvSpPr/>
          <p:nvPr/>
        </p:nvSpPr>
        <p:spPr>
          <a:xfrm>
            <a:off x="648581" y="1396539"/>
            <a:ext cx="269076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1F59E7F-835D-6210-844C-F1BFA35FCD1E}"/>
              </a:ext>
            </a:extLst>
          </p:cNvPr>
          <p:cNvSpPr txBox="1"/>
          <p:nvPr/>
        </p:nvSpPr>
        <p:spPr>
          <a:xfrm>
            <a:off x="648581" y="1002479"/>
            <a:ext cx="269076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5BC9A04C-3632-E27F-2253-5FC7A7AE6525}"/>
              </a:ext>
            </a:extLst>
          </p:cNvPr>
          <p:cNvCxnSpPr>
            <a:cxnSpLocks/>
            <a:stCxn id="4" idx="4"/>
            <a:endCxn id="35" idx="0"/>
          </p:cNvCxnSpPr>
          <p:nvPr/>
        </p:nvCxnSpPr>
        <p:spPr>
          <a:xfrm>
            <a:off x="2098184" y="2102055"/>
            <a:ext cx="2" cy="32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68AF9BA-214E-B7F9-047F-9299E603C774}"/>
              </a:ext>
            </a:extLst>
          </p:cNvPr>
          <p:cNvSpPr/>
          <p:nvPr/>
        </p:nvSpPr>
        <p:spPr>
          <a:xfrm>
            <a:off x="1480685" y="242817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Documentos Administrativos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4D2CEF-22E1-1A4B-C6CC-F5861D03B2C4}"/>
              </a:ext>
            </a:extLst>
          </p:cNvPr>
          <p:cNvSpPr/>
          <p:nvPr/>
        </p:nvSpPr>
        <p:spPr>
          <a:xfrm>
            <a:off x="6381218" y="191826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Admva.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EE81A6-956C-D2C8-4EFB-0FE30FA1DE5A}"/>
              </a:ext>
            </a:extLst>
          </p:cNvPr>
          <p:cNvSpPr txBox="1"/>
          <p:nvPr/>
        </p:nvSpPr>
        <p:spPr>
          <a:xfrm>
            <a:off x="5275861" y="1970371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4C6C29FE-EE53-5E69-493B-200F8B0AE86F}"/>
              </a:ext>
            </a:extLst>
          </p:cNvPr>
          <p:cNvCxnSpPr>
            <a:cxnSpLocks/>
            <a:stCxn id="35" idx="3"/>
            <a:endCxn id="9" idx="1"/>
          </p:cNvCxnSpPr>
          <p:nvPr/>
        </p:nvCxnSpPr>
        <p:spPr>
          <a:xfrm flipV="1">
            <a:off x="2715687" y="2134171"/>
            <a:ext cx="2560174" cy="510007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02B351B-EE5E-09B4-005D-D812E0E9A22B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6017461" y="2132461"/>
            <a:ext cx="363757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E9D510AD-B5B7-2479-94DB-7AA4FC033C94}"/>
              </a:ext>
            </a:extLst>
          </p:cNvPr>
          <p:cNvSpPr txBox="1"/>
          <p:nvPr/>
        </p:nvSpPr>
        <p:spPr>
          <a:xfrm>
            <a:off x="997456" y="318208"/>
            <a:ext cx="9862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spc="-1">
                <a:latin typeface="Arial Nova" panose="020B0504020202020204" pitchFamily="34" charset="0"/>
              </a:rPr>
              <a:t>Arquitectura – Cobros Referenciados Notas Cargo/Crédito Espejo (continuación), compensación</a:t>
            </a:r>
            <a:endParaRPr lang="es-ES_tradnl" sz="1600"/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CC98627A-327B-B68F-B203-91C2D74C1501}"/>
              </a:ext>
            </a:extLst>
          </p:cNvPr>
          <p:cNvSpPr txBox="1"/>
          <p:nvPr/>
        </p:nvSpPr>
        <p:spPr>
          <a:xfrm>
            <a:off x="6602997" y="365246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D0ED84BA-615A-AE18-D03F-B352E8938F0B}"/>
              </a:ext>
            </a:extLst>
          </p:cNvPr>
          <p:cNvSpPr/>
          <p:nvPr/>
        </p:nvSpPr>
        <p:spPr>
          <a:xfrm>
            <a:off x="9571516" y="3670225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 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E63D1302-DDD0-FD2A-F13E-218EA64D2364}"/>
              </a:ext>
            </a:extLst>
          </p:cNvPr>
          <p:cNvCxnSpPr>
            <a:cxnSpLocks/>
            <a:stCxn id="35" idx="2"/>
            <a:endCxn id="20" idx="1"/>
          </p:cNvCxnSpPr>
          <p:nvPr/>
        </p:nvCxnSpPr>
        <p:spPr>
          <a:xfrm rot="16200000" flipH="1">
            <a:off x="3864446" y="1093917"/>
            <a:ext cx="972291" cy="4504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0E031DB-2FD5-46E6-F0B0-4270BE64C141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 flipV="1">
            <a:off x="7682997" y="3820415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537FABEF-1DB0-5D17-7D8B-2DA3D1800EB9}"/>
              </a:ext>
            </a:extLst>
          </p:cNvPr>
          <p:cNvSpPr/>
          <p:nvPr/>
        </p:nvSpPr>
        <p:spPr>
          <a:xfrm>
            <a:off x="1900184" y="17420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C3CEC363-FB60-45C9-44DB-BC292CCF836C}"/>
              </a:ext>
            </a:extLst>
          </p:cNvPr>
          <p:cNvSpPr/>
          <p:nvPr/>
        </p:nvSpPr>
        <p:spPr>
          <a:xfrm>
            <a:off x="1480685" y="4477541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Compensar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CB25C0F-E3C3-2793-B8CE-1F0CAE9BB741}"/>
              </a:ext>
            </a:extLst>
          </p:cNvPr>
          <p:cNvSpPr txBox="1"/>
          <p:nvPr/>
        </p:nvSpPr>
        <p:spPr>
          <a:xfrm>
            <a:off x="6163771" y="4537376"/>
            <a:ext cx="820139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03431C-114F-077A-B0CB-839FE1016282}"/>
              </a:ext>
            </a:extLst>
          </p:cNvPr>
          <p:cNvSpPr/>
          <p:nvPr/>
        </p:nvSpPr>
        <p:spPr>
          <a:xfrm>
            <a:off x="8455517" y="4272501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1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Débito Admva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2EC3BB2-AD02-0E59-B970-44E62B255489}"/>
              </a:ext>
            </a:extLst>
          </p:cNvPr>
          <p:cNvSpPr txBox="1"/>
          <p:nvPr/>
        </p:nvSpPr>
        <p:spPr>
          <a:xfrm>
            <a:off x="7240533" y="4536773"/>
            <a:ext cx="832913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Crea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8909EA9-D7E4-D305-8BFF-9D4B35C8D209}"/>
              </a:ext>
            </a:extLst>
          </p:cNvPr>
          <p:cNvCxnSpPr>
            <a:cxnSpLocks/>
            <a:stCxn id="63" idx="3"/>
            <a:endCxn id="57" idx="1"/>
          </p:cNvCxnSpPr>
          <p:nvPr/>
        </p:nvCxnSpPr>
        <p:spPr>
          <a:xfrm flipV="1">
            <a:off x="8073446" y="4697195"/>
            <a:ext cx="382071" cy="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3490B3F7-DA63-EA92-4FAF-9C732ABA935F}"/>
              </a:ext>
            </a:extLst>
          </p:cNvPr>
          <p:cNvCxnSpPr>
            <a:cxnSpLocks/>
            <a:stCxn id="54" idx="3"/>
            <a:endCxn id="5" idx="1"/>
          </p:cNvCxnSpPr>
          <p:nvPr/>
        </p:nvCxnSpPr>
        <p:spPr>
          <a:xfrm>
            <a:off x="2715687" y="4693541"/>
            <a:ext cx="2397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66CFAE4A-1DD9-CF4A-1791-E9284A092F2B}"/>
              </a:ext>
            </a:extLst>
          </p:cNvPr>
          <p:cNvCxnSpPr>
            <a:endCxn id="54" idx="0"/>
          </p:cNvCxnSpPr>
          <p:nvPr/>
        </p:nvCxnSpPr>
        <p:spPr>
          <a:xfrm>
            <a:off x="2098184" y="2860177"/>
            <a:ext cx="2" cy="161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5FE92CE-53BE-6C2C-3B28-01DE499ACB50}"/>
              </a:ext>
            </a:extLst>
          </p:cNvPr>
          <p:cNvSpPr txBox="1"/>
          <p:nvPr/>
        </p:nvSpPr>
        <p:spPr>
          <a:xfrm>
            <a:off x="5112799" y="4529741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F95A964-629E-03F6-21E5-C5CCF40876A9}"/>
              </a:ext>
            </a:extLst>
          </p:cNvPr>
          <p:cNvCxnSpPr>
            <a:cxnSpLocks/>
            <a:stCxn id="5" idx="3"/>
            <a:endCxn id="55" idx="1"/>
          </p:cNvCxnSpPr>
          <p:nvPr/>
        </p:nvCxnSpPr>
        <p:spPr>
          <a:xfrm>
            <a:off x="5854399" y="4693541"/>
            <a:ext cx="309372" cy="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5A2056D-7F93-80CE-00F7-93D31987B9AD}"/>
              </a:ext>
            </a:extLst>
          </p:cNvPr>
          <p:cNvSpPr txBox="1"/>
          <p:nvPr/>
        </p:nvSpPr>
        <p:spPr>
          <a:xfrm>
            <a:off x="5275861" y="312988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350DF2-5BF7-5687-341B-98049782F9FD}"/>
              </a:ext>
            </a:extLst>
          </p:cNvPr>
          <p:cNvSpPr/>
          <p:nvPr/>
        </p:nvSpPr>
        <p:spPr>
          <a:xfrm>
            <a:off x="6381218" y="3077927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3E3206-4619-D6BF-6D04-3902870FDAAC}"/>
              </a:ext>
            </a:extLst>
          </p:cNvPr>
          <p:cNvSpPr txBox="1"/>
          <p:nvPr/>
        </p:nvSpPr>
        <p:spPr>
          <a:xfrm>
            <a:off x="5275861" y="2538002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19F444-E2F1-E270-062C-C09100F5E4D3}"/>
              </a:ext>
            </a:extLst>
          </p:cNvPr>
          <p:cNvSpPr/>
          <p:nvPr/>
        </p:nvSpPr>
        <p:spPr>
          <a:xfrm>
            <a:off x="6381218" y="2486042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Admva.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443BF768-9376-6DBE-5165-BF3D2F8BBF51}"/>
              </a:ext>
            </a:extLst>
          </p:cNvPr>
          <p:cNvCxnSpPr>
            <a:endCxn id="11" idx="1"/>
          </p:cNvCxnSpPr>
          <p:nvPr/>
        </p:nvCxnSpPr>
        <p:spPr>
          <a:xfrm>
            <a:off x="2715685" y="2644178"/>
            <a:ext cx="2560176" cy="57624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97EF89D9-4BE7-F4C1-DC77-862FC1F87D37}"/>
              </a:ext>
            </a:extLst>
          </p:cNvPr>
          <p:cNvCxnSpPr>
            <a:endCxn id="7" idx="1"/>
          </p:cNvCxnSpPr>
          <p:nvPr/>
        </p:nvCxnSpPr>
        <p:spPr>
          <a:xfrm>
            <a:off x="2715687" y="2641336"/>
            <a:ext cx="2560174" cy="652351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8A40164-6B42-6D19-0A99-DDB84EDFEEC5}"/>
              </a:ext>
            </a:extLst>
          </p:cNvPr>
          <p:cNvSpPr/>
          <p:nvPr/>
        </p:nvSpPr>
        <p:spPr>
          <a:xfrm>
            <a:off x="8455517" y="5360698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2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  <a:p>
            <a:pPr algn="ctr"/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Crédito Admva.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D4C7541D-DBAB-A063-AB12-6FC276B2C0B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017461" y="2700242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5151F828-1B87-27AD-F464-8926086DE8E2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6017461" y="3292127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3375333F-E966-69F7-BE17-706C96F5CA7E}"/>
              </a:ext>
            </a:extLst>
          </p:cNvPr>
          <p:cNvCxnSpPr>
            <a:stCxn id="55" idx="3"/>
            <a:endCxn id="63" idx="1"/>
          </p:cNvCxnSpPr>
          <p:nvPr/>
        </p:nvCxnSpPr>
        <p:spPr>
          <a:xfrm flipV="1">
            <a:off x="6983910" y="4698773"/>
            <a:ext cx="2566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>
            <a:extLst>
              <a:ext uri="{FF2B5EF4-FFF2-40B4-BE49-F238E27FC236}">
                <a16:creationId xmlns:a16="http://schemas.microsoft.com/office/drawing/2014/main" id="{750DA599-630F-18DB-B889-CF555936DFB6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7593944" y="4923818"/>
            <a:ext cx="924619" cy="798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CBDAED-7A4E-F444-1656-ACE65A8EE6C7}"/>
              </a:ext>
            </a:extLst>
          </p:cNvPr>
          <p:cNvSpPr txBox="1"/>
          <p:nvPr/>
        </p:nvSpPr>
        <p:spPr>
          <a:xfrm>
            <a:off x="7472766" y="1893637"/>
            <a:ext cx="2488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>
              <a:defRPr sz="800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Importe = Nota Crédito (Monto global) No CFDI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33016B5-AC02-2E19-A2EF-8D17248A4FCA}"/>
              </a:ext>
            </a:extLst>
          </p:cNvPr>
          <p:cNvSpPr txBox="1"/>
          <p:nvPr/>
        </p:nvSpPr>
        <p:spPr>
          <a:xfrm>
            <a:off x="7505262" y="2500478"/>
            <a:ext cx="2423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Importe = Nota Débito CFDI (reconocer ingreso)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B722D61-B2C7-2221-B42F-1E857A4DBD3B}"/>
              </a:ext>
            </a:extLst>
          </p:cNvPr>
          <p:cNvSpPr txBox="1"/>
          <p:nvPr/>
        </p:nvSpPr>
        <p:spPr>
          <a:xfrm>
            <a:off x="7463262" y="3026819"/>
            <a:ext cx="4291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Remanente de la “</a:t>
            </a:r>
            <a:r>
              <a:rPr lang="es-MX" sz="800" b="1">
                <a:latin typeface="Arial Nova" panose="020B0504020202020204" pitchFamily="34" charset="0"/>
              </a:rPr>
              <a:t>Nota Crédito (Monto global) No CFDI</a:t>
            </a:r>
            <a:r>
              <a:rPr lang="es-ES_tradnl" sz="800">
                <a:latin typeface="Arial Nova" panose="020B0504020202020204" pitchFamily="34" charset="0"/>
              </a:rPr>
              <a:t>”</a:t>
            </a:r>
          </a:p>
          <a:p>
            <a:r>
              <a:rPr lang="es-ES_tradnl" sz="800">
                <a:latin typeface="Arial Nova" panose="020B0504020202020204" pitchFamily="34" charset="0"/>
              </a:rPr>
              <a:t>Debe identificarse que ésta transacción es ahora la nueva pareja o espejo del a “</a:t>
            </a:r>
            <a:r>
              <a:rPr lang="es-MX" sz="800" b="1">
                <a:latin typeface="Arial Nova" panose="020B0504020202020204" pitchFamily="34" charset="0"/>
              </a:rPr>
              <a:t>Nota Débito (monto global)  No CFDI </a:t>
            </a:r>
            <a:r>
              <a:rPr lang="es-MX" sz="800">
                <a:latin typeface="Arial Nova" panose="020B0504020202020204" pitchFamily="34" charset="0"/>
              </a:rPr>
              <a:t>”</a:t>
            </a:r>
            <a:endParaRPr lang="es-MX" sz="105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997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473440" y="386640"/>
            <a:ext cx="5888473" cy="6692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4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4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</a:t>
            </a:r>
          </a:p>
          <a:p>
            <a:pPr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23315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764-5BD2-591F-6FE1-56BB5FE8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4949FA63-31A7-D531-59B1-B9071C8455AB}"/>
              </a:ext>
            </a:extLst>
          </p:cNvPr>
          <p:cNvSpPr/>
          <p:nvPr/>
        </p:nvSpPr>
        <p:spPr>
          <a:xfrm>
            <a:off x="1635841" y="1783366"/>
            <a:ext cx="1457751" cy="4636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3536AD9-ADB0-F0EE-9D4D-AB1246C4A1C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591FA3A-422A-425E-A2DC-6750A85F12A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B20B7F7-2C1B-2973-7725-E246CE58C1D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81438BA-383C-6F60-537D-4E20A1B8F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6CB1936-806D-3980-6D19-7ED13118C3A9}"/>
              </a:ext>
            </a:extLst>
          </p:cNvPr>
          <p:cNvSpPr/>
          <p:nvPr/>
        </p:nvSpPr>
        <p:spPr>
          <a:xfrm>
            <a:off x="5554141" y="1392941"/>
            <a:ext cx="1110568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2603196-455D-A197-0A74-A3A29895753B}"/>
              </a:ext>
            </a:extLst>
          </p:cNvPr>
          <p:cNvSpPr/>
          <p:nvPr/>
        </p:nvSpPr>
        <p:spPr>
          <a:xfrm>
            <a:off x="6747344" y="1378175"/>
            <a:ext cx="5291698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0699FE-D3ED-3AD0-6E66-DE0791E6E8CC}"/>
              </a:ext>
            </a:extLst>
          </p:cNvPr>
          <p:cNvSpPr/>
          <p:nvPr/>
        </p:nvSpPr>
        <p:spPr>
          <a:xfrm>
            <a:off x="1552722" y="1378175"/>
            <a:ext cx="1609533" cy="512570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133D5FB-7376-557E-8F84-4C2EEEB0DE47}"/>
              </a:ext>
            </a:extLst>
          </p:cNvPr>
          <p:cNvSpPr txBox="1"/>
          <p:nvPr/>
        </p:nvSpPr>
        <p:spPr>
          <a:xfrm>
            <a:off x="5554141" y="1046411"/>
            <a:ext cx="6484900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C446D1-E93F-9DC7-85A8-0FC65DF70D4E}"/>
              </a:ext>
            </a:extLst>
          </p:cNvPr>
          <p:cNvSpPr txBox="1"/>
          <p:nvPr/>
        </p:nvSpPr>
        <p:spPr>
          <a:xfrm>
            <a:off x="105564" y="6565197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82D4C78-6B7A-FF92-63E2-F01736DE833E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Credilanas - Nota de crédito Convenio RD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97894A-168C-F480-B40B-AB2139623650}"/>
              </a:ext>
            </a:extLst>
          </p:cNvPr>
          <p:cNvSpPr/>
          <p:nvPr/>
        </p:nvSpPr>
        <p:spPr>
          <a:xfrm>
            <a:off x="1787994" y="2768620"/>
            <a:ext cx="1038836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cxnSp>
        <p:nvCxnSpPr>
          <p:cNvPr id="94" name="Conector: angular 12">
            <a:extLst>
              <a:ext uri="{FF2B5EF4-FFF2-40B4-BE49-F238E27FC236}">
                <a16:creationId xmlns:a16="http://schemas.microsoft.com/office/drawing/2014/main" id="{8ACCD0F6-C19D-6532-D89A-8ACC7F73E612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6553896" y="4161401"/>
            <a:ext cx="484395" cy="2609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282425B-B0B2-4F34-84BC-1303A200D8C3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>
            <a:off x="1312819" y="3051401"/>
            <a:ext cx="475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iagrama de flujo: documento 3">
            <a:extLst>
              <a:ext uri="{FF2B5EF4-FFF2-40B4-BE49-F238E27FC236}">
                <a16:creationId xmlns:a16="http://schemas.microsoft.com/office/drawing/2014/main" id="{2DF92B41-6AE5-CF64-46B1-17FAB472F5AA}"/>
              </a:ext>
            </a:extLst>
          </p:cNvPr>
          <p:cNvSpPr/>
          <p:nvPr/>
        </p:nvSpPr>
        <p:spPr>
          <a:xfrm>
            <a:off x="8428483" y="4115770"/>
            <a:ext cx="1358085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55C1D5-4B04-692A-B6B1-8FA749420305}"/>
              </a:ext>
            </a:extLst>
          </p:cNvPr>
          <p:cNvSpPr txBox="1"/>
          <p:nvPr/>
        </p:nvSpPr>
        <p:spPr>
          <a:xfrm>
            <a:off x="5679819" y="3995801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</a:t>
            </a:r>
          </a:p>
        </p:txBody>
      </p:sp>
      <p:cxnSp>
        <p:nvCxnSpPr>
          <p:cNvPr id="24" name="Conector: angular 12">
            <a:extLst>
              <a:ext uri="{FF2B5EF4-FFF2-40B4-BE49-F238E27FC236}">
                <a16:creationId xmlns:a16="http://schemas.microsoft.com/office/drawing/2014/main" id="{35EA857B-0A34-D019-E804-2F2423F98C66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6553896" y="3659514"/>
            <a:ext cx="478210" cy="5018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0249320C-FFE9-4425-C46B-C9B27C4296D9}"/>
              </a:ext>
            </a:extLst>
          </p:cNvPr>
          <p:cNvSpPr txBox="1"/>
          <p:nvPr/>
        </p:nvSpPr>
        <p:spPr>
          <a:xfrm>
            <a:off x="7050662" y="588945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697F20C4-2448-2F09-C9D3-49EB15BE9F3C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 rot="16200000" flipH="1">
            <a:off x="3311399" y="2330195"/>
            <a:ext cx="2735276" cy="47432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DC1F4290-BA28-E54F-6C6F-E47AF117D398}"/>
              </a:ext>
            </a:extLst>
          </p:cNvPr>
          <p:cNvSpPr/>
          <p:nvPr/>
        </p:nvSpPr>
        <p:spPr>
          <a:xfrm>
            <a:off x="10631947" y="5925701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09CD061E-AF78-4B6E-3A98-4F13BB4ACE01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>
            <a:off x="8130662" y="6069458"/>
            <a:ext cx="2537514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D53E2C7-8A95-8292-6763-7BCB0A6A1797}"/>
              </a:ext>
            </a:extLst>
          </p:cNvPr>
          <p:cNvSpPr txBox="1"/>
          <p:nvPr/>
        </p:nvSpPr>
        <p:spPr>
          <a:xfrm>
            <a:off x="1552721" y="1046411"/>
            <a:ext cx="160953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1E199479-FEBD-048E-9B43-FDCEF261C7AC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6553896" y="2905883"/>
            <a:ext cx="496766" cy="12555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5FC3D2-010A-B521-6558-4804FFA12D31}"/>
              </a:ext>
            </a:extLst>
          </p:cNvPr>
          <p:cNvSpPr/>
          <p:nvPr/>
        </p:nvSpPr>
        <p:spPr>
          <a:xfrm>
            <a:off x="142800" y="1378175"/>
            <a:ext cx="1311108" cy="512669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8FC966B-713B-8559-A52B-9C7F4B143087}"/>
              </a:ext>
            </a:extLst>
          </p:cNvPr>
          <p:cNvSpPr txBox="1"/>
          <p:nvPr/>
        </p:nvSpPr>
        <p:spPr>
          <a:xfrm>
            <a:off x="142800" y="1046411"/>
            <a:ext cx="1311108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C0DC97-8C71-636F-C10F-5A1D00CBBDC0}"/>
              </a:ext>
            </a:extLst>
          </p:cNvPr>
          <p:cNvSpPr/>
          <p:nvPr/>
        </p:nvSpPr>
        <p:spPr>
          <a:xfrm>
            <a:off x="3245587" y="1378175"/>
            <a:ext cx="1105033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4E6F38B-33B6-9018-AC0F-4ACE80B1355F}"/>
              </a:ext>
            </a:extLst>
          </p:cNvPr>
          <p:cNvSpPr txBox="1"/>
          <p:nvPr/>
        </p:nvSpPr>
        <p:spPr>
          <a:xfrm>
            <a:off x="3245587" y="1046411"/>
            <a:ext cx="1105033" cy="248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 sz="800"/>
              <a:t>SAP HANA CLOUD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1B9A420-E35C-BC4E-8F7B-963C8268213E}"/>
              </a:ext>
            </a:extLst>
          </p:cNvPr>
          <p:cNvSpPr txBox="1"/>
          <p:nvPr/>
        </p:nvSpPr>
        <p:spPr>
          <a:xfrm>
            <a:off x="7050662" y="274028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B56F1F0-CF6D-55B0-294B-480B3FC4ED2B}"/>
              </a:ext>
            </a:extLst>
          </p:cNvPr>
          <p:cNvSpPr txBox="1"/>
          <p:nvPr/>
        </p:nvSpPr>
        <p:spPr>
          <a:xfrm>
            <a:off x="7032106" y="349391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PV02_C-NCR-F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069A3AB-709D-C159-C74B-329EC8364908}"/>
              </a:ext>
            </a:extLst>
          </p:cNvPr>
          <p:cNvSpPr txBox="1"/>
          <p:nvPr/>
        </p:nvSpPr>
        <p:spPr>
          <a:xfrm>
            <a:off x="7038291" y="425677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PV02_C-NCR-IC</a:t>
            </a:r>
          </a:p>
        </p:txBody>
      </p:sp>
      <p:cxnSp>
        <p:nvCxnSpPr>
          <p:cNvPr id="38" name="Conector angular 37">
            <a:extLst>
              <a:ext uri="{FF2B5EF4-FFF2-40B4-BE49-F238E27FC236}">
                <a16:creationId xmlns:a16="http://schemas.microsoft.com/office/drawing/2014/main" id="{CDD8AB8F-D72C-7763-27BE-881F20166044}"/>
              </a:ext>
            </a:extLst>
          </p:cNvPr>
          <p:cNvCxnSpPr>
            <a:cxnSpLocks/>
            <a:stCxn id="17" idx="3"/>
            <a:endCxn id="37" idx="1"/>
          </p:cNvCxnSpPr>
          <p:nvPr/>
        </p:nvCxnSpPr>
        <p:spPr>
          <a:xfrm>
            <a:off x="8112106" y="3659514"/>
            <a:ext cx="325850" cy="5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CCFF04A8-9AB2-D9A1-804B-28B237A60788}"/>
              </a:ext>
            </a:extLst>
          </p:cNvPr>
          <p:cNvCxnSpPr>
            <a:cxnSpLocks/>
            <a:stCxn id="20" idx="3"/>
            <a:endCxn id="4" idx="1"/>
          </p:cNvCxnSpPr>
          <p:nvPr/>
        </p:nvCxnSpPr>
        <p:spPr>
          <a:xfrm flipV="1">
            <a:off x="8118291" y="4421770"/>
            <a:ext cx="310192" cy="6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DEC7E56-5FAC-82A0-4971-BB8F8012BB29}"/>
              </a:ext>
            </a:extLst>
          </p:cNvPr>
          <p:cNvSpPr/>
          <p:nvPr/>
        </p:nvSpPr>
        <p:spPr>
          <a:xfrm>
            <a:off x="257579" y="2768620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38C88166-EC4D-343D-2A0B-9E82EDBCA3F2}"/>
              </a:ext>
            </a:extLst>
          </p:cNvPr>
          <p:cNvSpPr/>
          <p:nvPr/>
        </p:nvSpPr>
        <p:spPr>
          <a:xfrm>
            <a:off x="8437956" y="3310515"/>
            <a:ext cx="1329832" cy="69902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(Bonificación Financiamiento)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39" name="Diagrama de flujo: documento 3">
            <a:extLst>
              <a:ext uri="{FF2B5EF4-FFF2-40B4-BE49-F238E27FC236}">
                <a16:creationId xmlns:a16="http://schemas.microsoft.com/office/drawing/2014/main" id="{D49525CF-E103-4D4C-3EF3-7AC23E878879}"/>
              </a:ext>
            </a:extLst>
          </p:cNvPr>
          <p:cNvSpPr/>
          <p:nvPr/>
        </p:nvSpPr>
        <p:spPr>
          <a:xfrm>
            <a:off x="8477283" y="4848164"/>
            <a:ext cx="1309286" cy="637416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44" name="Diagrama de flujo: documento 3">
            <a:extLst>
              <a:ext uri="{FF2B5EF4-FFF2-40B4-BE49-F238E27FC236}">
                <a16:creationId xmlns:a16="http://schemas.microsoft.com/office/drawing/2014/main" id="{C0743CD1-2B98-14B7-127E-FF3CAA119E6D}"/>
              </a:ext>
            </a:extLst>
          </p:cNvPr>
          <p:cNvSpPr/>
          <p:nvPr/>
        </p:nvSpPr>
        <p:spPr>
          <a:xfrm>
            <a:off x="8453308" y="2597400"/>
            <a:ext cx="1333260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(Bonificación Capital)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2ED843C7-130F-4143-50AC-2953FB92D87E}"/>
              </a:ext>
            </a:extLst>
          </p:cNvPr>
          <p:cNvCxnSpPr>
            <a:cxnSpLocks/>
            <a:stCxn id="15" idx="3"/>
            <a:endCxn id="44" idx="1"/>
          </p:cNvCxnSpPr>
          <p:nvPr/>
        </p:nvCxnSpPr>
        <p:spPr>
          <a:xfrm flipV="1">
            <a:off x="8130662" y="2903400"/>
            <a:ext cx="322646" cy="2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38D2AF21-A5FC-7E3A-DA72-12FEF8CE4E3A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>
            <a:off x="8130662" y="5165153"/>
            <a:ext cx="346621" cy="17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CB6C939-05DA-489E-DB28-9F1C69951B47}"/>
              </a:ext>
            </a:extLst>
          </p:cNvPr>
          <p:cNvSpPr txBox="1"/>
          <p:nvPr/>
        </p:nvSpPr>
        <p:spPr>
          <a:xfrm>
            <a:off x="7050662" y="499955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PV02_C-NCR-CIC</a:t>
            </a:r>
          </a:p>
        </p:txBody>
      </p:sp>
      <p:sp>
        <p:nvSpPr>
          <p:cNvPr id="60" name="Paralelogramo 59">
            <a:extLst>
              <a:ext uri="{FF2B5EF4-FFF2-40B4-BE49-F238E27FC236}">
                <a16:creationId xmlns:a16="http://schemas.microsoft.com/office/drawing/2014/main" id="{B708361F-4146-EABB-17DB-87288AF4C358}"/>
              </a:ext>
            </a:extLst>
          </p:cNvPr>
          <p:cNvSpPr/>
          <p:nvPr/>
        </p:nvSpPr>
        <p:spPr>
          <a:xfrm>
            <a:off x="10699595" y="1721050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4326AB14-5502-E683-7678-6E8EA404231E}"/>
              </a:ext>
            </a:extLst>
          </p:cNvPr>
          <p:cNvCxnSpPr>
            <a:cxnSpLocks/>
            <a:stCxn id="65" idx="3"/>
            <a:endCxn id="60" idx="5"/>
          </p:cNvCxnSpPr>
          <p:nvPr/>
        </p:nvCxnSpPr>
        <p:spPr>
          <a:xfrm flipV="1">
            <a:off x="8130662" y="1865966"/>
            <a:ext cx="2605162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A5FDE751-4D70-EE79-1FB2-AECC5D155AB6}"/>
              </a:ext>
            </a:extLst>
          </p:cNvPr>
          <p:cNvSpPr txBox="1"/>
          <p:nvPr/>
        </p:nvSpPr>
        <p:spPr>
          <a:xfrm>
            <a:off x="7050662" y="168602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D9F26F3F-9C9A-8FC6-4DC8-12955EB2873C}"/>
              </a:ext>
            </a:extLst>
          </p:cNvPr>
          <p:cNvCxnSpPr>
            <a:cxnSpLocks/>
            <a:stCxn id="10" idx="0"/>
            <a:endCxn id="65" idx="1"/>
          </p:cNvCxnSpPr>
          <p:nvPr/>
        </p:nvCxnSpPr>
        <p:spPr>
          <a:xfrm rot="5400000" flipH="1" flipV="1">
            <a:off x="4227741" y="-54301"/>
            <a:ext cx="902592" cy="47432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47E878C-7DB0-6168-3568-D35BBD39EC3D}"/>
              </a:ext>
            </a:extLst>
          </p:cNvPr>
          <p:cNvSpPr txBox="1"/>
          <p:nvPr/>
        </p:nvSpPr>
        <p:spPr>
          <a:xfrm>
            <a:off x="6969770" y="3992766"/>
            <a:ext cx="1342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factura PPD que tenga parcialidades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03EE23E-8717-62ED-265E-0217FCB1FD62}"/>
              </a:ext>
            </a:extLst>
          </p:cNvPr>
          <p:cNvSpPr txBox="1"/>
          <p:nvPr/>
        </p:nvSpPr>
        <p:spPr>
          <a:xfrm>
            <a:off x="7022255" y="4850427"/>
            <a:ext cx="152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interés mes vencido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BAB487B3-FC69-EFCB-EF9D-4F96FAE8C41A}"/>
              </a:ext>
            </a:extLst>
          </p:cNvPr>
          <p:cNvCxnSpPr>
            <a:cxnSpLocks/>
            <a:stCxn id="8" idx="3"/>
            <a:endCxn id="56" idx="1"/>
          </p:cNvCxnSpPr>
          <p:nvPr/>
        </p:nvCxnSpPr>
        <p:spPr>
          <a:xfrm>
            <a:off x="6553896" y="4161401"/>
            <a:ext cx="496766" cy="1003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57A9B4C8-C1CE-BF28-C21C-1ACD782F41B5}"/>
              </a:ext>
            </a:extLst>
          </p:cNvPr>
          <p:cNvSpPr/>
          <p:nvPr/>
        </p:nvSpPr>
        <p:spPr>
          <a:xfrm>
            <a:off x="3349303" y="2342082"/>
            <a:ext cx="928344" cy="444694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75" name="Conector angular 74">
            <a:extLst>
              <a:ext uri="{FF2B5EF4-FFF2-40B4-BE49-F238E27FC236}">
                <a16:creationId xmlns:a16="http://schemas.microsoft.com/office/drawing/2014/main" id="{FCC92C0E-FC7B-E8F1-635C-90ED9D16E21A}"/>
              </a:ext>
            </a:extLst>
          </p:cNvPr>
          <p:cNvCxnSpPr>
            <a:cxnSpLocks/>
            <a:stCxn id="10" idx="0"/>
            <a:endCxn id="11" idx="5"/>
          </p:cNvCxnSpPr>
          <p:nvPr/>
        </p:nvCxnSpPr>
        <p:spPr>
          <a:xfrm rot="5400000" flipH="1" flipV="1">
            <a:off x="2754056" y="2117786"/>
            <a:ext cx="204191" cy="10974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9D7156DB-D746-0A0F-45D8-6F28507F2DCE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2826830" y="3051401"/>
            <a:ext cx="2852989" cy="111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angular 118">
            <a:extLst>
              <a:ext uri="{FF2B5EF4-FFF2-40B4-BE49-F238E27FC236}">
                <a16:creationId xmlns:a16="http://schemas.microsoft.com/office/drawing/2014/main" id="{7749C9FF-B6F8-8DC8-F808-7C9093CA2464}"/>
              </a:ext>
            </a:extLst>
          </p:cNvPr>
          <p:cNvCxnSpPr>
            <a:cxnSpLocks/>
            <a:stCxn id="10" idx="0"/>
            <a:endCxn id="63" idx="1"/>
          </p:cNvCxnSpPr>
          <p:nvPr/>
        </p:nvCxnSpPr>
        <p:spPr>
          <a:xfrm rot="5400000" flipH="1" flipV="1">
            <a:off x="3165071" y="1356153"/>
            <a:ext cx="554808" cy="22701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869809B-0A3C-E45B-7C2F-65135C28073C}"/>
              </a:ext>
            </a:extLst>
          </p:cNvPr>
          <p:cNvSpPr/>
          <p:nvPr/>
        </p:nvSpPr>
        <p:spPr>
          <a:xfrm>
            <a:off x="4456976" y="1392941"/>
            <a:ext cx="1014530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798E2D5-19BE-ED87-5FB8-886CCF5667C9}"/>
              </a:ext>
            </a:extLst>
          </p:cNvPr>
          <p:cNvSpPr txBox="1"/>
          <p:nvPr/>
        </p:nvSpPr>
        <p:spPr>
          <a:xfrm>
            <a:off x="4456975" y="1046411"/>
            <a:ext cx="101453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379FE14-3B99-5A3C-D4E0-4F93A7F130F4}"/>
              </a:ext>
            </a:extLst>
          </p:cNvPr>
          <p:cNvSpPr txBox="1"/>
          <p:nvPr/>
        </p:nvSpPr>
        <p:spPr>
          <a:xfrm>
            <a:off x="4577539" y="2048212"/>
            <a:ext cx="647957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DM01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68EB3B7-F83D-FEBF-0179-B56952095C59}"/>
              </a:ext>
            </a:extLst>
          </p:cNvPr>
          <p:cNvSpPr/>
          <p:nvPr/>
        </p:nvSpPr>
        <p:spPr>
          <a:xfrm>
            <a:off x="8432825" y="1929773"/>
            <a:ext cx="1372491" cy="5449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_tradnl" sz="900" b="1">
                <a:solidFill>
                  <a:schemeClr val="tx1"/>
                </a:solidFill>
                <a:latin typeface="Arial Nova" panose="020B0504020202020204" pitchFamily="34" charset="0"/>
              </a:rPr>
              <a:t>Datos maestros de artículos (no inventariables)</a:t>
            </a: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C415E642-5D57-17BD-713A-059ED5250F29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 flipV="1">
            <a:off x="5225496" y="2202244"/>
            <a:ext cx="3207329" cy="11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AEA3441-D8C7-A392-79F9-97FA547E4292}"/>
              </a:ext>
            </a:extLst>
          </p:cNvPr>
          <p:cNvSpPr txBox="1"/>
          <p:nvPr/>
        </p:nvSpPr>
        <p:spPr>
          <a:xfrm>
            <a:off x="9733109" y="3969625"/>
            <a:ext cx="134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8F21DFA-3AEC-3445-1EB6-DF5C13775C1A}"/>
              </a:ext>
            </a:extLst>
          </p:cNvPr>
          <p:cNvSpPr txBox="1"/>
          <p:nvPr/>
        </p:nvSpPr>
        <p:spPr>
          <a:xfrm>
            <a:off x="9733109" y="5212811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FE8B11D-5F30-4E70-37A7-78B09C74777B}"/>
              </a:ext>
            </a:extLst>
          </p:cNvPr>
          <p:cNvSpPr txBox="1"/>
          <p:nvPr/>
        </p:nvSpPr>
        <p:spPr>
          <a:xfrm>
            <a:off x="10513074" y="2130012"/>
            <a:ext cx="141811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Nota:</a:t>
            </a:r>
          </a:p>
          <a:p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Este escenario crea una nueva factura, por tanto, se utilizarán los escenarios de ventas definidos en la nueva arquitectura</a:t>
            </a:r>
          </a:p>
          <a:p>
            <a:pPr marL="228600" indent="-228600">
              <a:buAutoNum type="alphaLcParenR"/>
            </a:pPr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La factura de mercadería utilizará artículos no inventariables</a:t>
            </a:r>
          </a:p>
          <a:p>
            <a:endParaRPr lang="es-ES_tradnl" sz="700">
              <a:latin typeface="Arial Nova" panose="020B0504020202020204" pitchFamily="34" charset="0"/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36301B1-833C-8A95-69E6-90682A7354A0}"/>
              </a:ext>
            </a:extLst>
          </p:cNvPr>
          <p:cNvSpPr txBox="1"/>
          <p:nvPr/>
        </p:nvSpPr>
        <p:spPr>
          <a:xfrm>
            <a:off x="9958067" y="4544191"/>
            <a:ext cx="955964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B4E9A9DE-A1DF-800D-3159-BE014DAADE75}"/>
              </a:ext>
            </a:extLst>
          </p:cNvPr>
          <p:cNvCxnSpPr>
            <a:cxnSpLocks/>
            <a:stCxn id="4" idx="3"/>
            <a:endCxn id="96" idx="0"/>
          </p:cNvCxnSpPr>
          <p:nvPr/>
        </p:nvCxnSpPr>
        <p:spPr>
          <a:xfrm>
            <a:off x="9786568" y="4421770"/>
            <a:ext cx="649481" cy="1224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angular 99">
            <a:extLst>
              <a:ext uri="{FF2B5EF4-FFF2-40B4-BE49-F238E27FC236}">
                <a16:creationId xmlns:a16="http://schemas.microsoft.com/office/drawing/2014/main" id="{E54E9DBF-3836-69A8-127F-4788DE21BE1F}"/>
              </a:ext>
            </a:extLst>
          </p:cNvPr>
          <p:cNvCxnSpPr>
            <a:cxnSpLocks/>
            <a:stCxn id="39" idx="3"/>
            <a:endCxn id="96" idx="2"/>
          </p:cNvCxnSpPr>
          <p:nvPr/>
        </p:nvCxnSpPr>
        <p:spPr>
          <a:xfrm flipV="1">
            <a:off x="9786569" y="4875391"/>
            <a:ext cx="649480" cy="2914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7203B0-0EAE-3483-5027-2213146049C2}"/>
              </a:ext>
            </a:extLst>
          </p:cNvPr>
          <p:cNvSpPr txBox="1"/>
          <p:nvPr/>
        </p:nvSpPr>
        <p:spPr>
          <a:xfrm>
            <a:off x="5633225" y="4405567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4 transacciones en 1 mensaje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D7662BF-C3F7-8F57-ADEB-6CB581F2A5E7}"/>
              </a:ext>
            </a:extLst>
          </p:cNvPr>
          <p:cNvSpPr txBox="1"/>
          <p:nvPr/>
        </p:nvSpPr>
        <p:spPr>
          <a:xfrm>
            <a:off x="10888953" y="4097867"/>
            <a:ext cx="111900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"Se actualiza en asiento contable el folio, fecha u otros campos tanto del Credilana involucrado como de la Nota de Crédito (Bonificación Financiamiento) que la detona"</a:t>
            </a:r>
          </a:p>
        </p:txBody>
      </p:sp>
      <p:sp>
        <p:nvSpPr>
          <p:cNvPr id="23" name="CuadroTexto 118">
            <a:extLst>
              <a:ext uri="{FF2B5EF4-FFF2-40B4-BE49-F238E27FC236}">
                <a16:creationId xmlns:a16="http://schemas.microsoft.com/office/drawing/2014/main" id="{DDB3B9A3-61DA-ED63-6F23-36FA286926CA}"/>
              </a:ext>
            </a:extLst>
          </p:cNvPr>
          <p:cNvSpPr txBox="1"/>
          <p:nvPr/>
        </p:nvSpPr>
        <p:spPr>
          <a:xfrm>
            <a:off x="10888953" y="573709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26" name="CuadroTexto 118">
            <a:extLst>
              <a:ext uri="{FF2B5EF4-FFF2-40B4-BE49-F238E27FC236}">
                <a16:creationId xmlns:a16="http://schemas.microsoft.com/office/drawing/2014/main" id="{4918D37B-F1AB-EBB6-AEDD-EF7B61BF48D6}"/>
              </a:ext>
            </a:extLst>
          </p:cNvPr>
          <p:cNvSpPr txBox="1"/>
          <p:nvPr/>
        </p:nvSpPr>
        <p:spPr>
          <a:xfrm>
            <a:off x="10909851" y="152205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726939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473440" y="438480"/>
            <a:ext cx="5888473" cy="6692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4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Credilanas</a:t>
            </a:r>
          </a:p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14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</a:t>
            </a:r>
          </a:p>
          <a:p>
            <a:pPr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2845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958F-3767-CE3C-3DCA-D7036379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A42C341A-ACE9-4C25-A7EC-E0B0D432FDBE}"/>
              </a:ext>
            </a:extLst>
          </p:cNvPr>
          <p:cNvSpPr/>
          <p:nvPr/>
        </p:nvSpPr>
        <p:spPr>
          <a:xfrm>
            <a:off x="1882684" y="2020872"/>
            <a:ext cx="1760572" cy="4312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81379340-BC74-64B8-CC29-EDEB0EF9745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74F2284-185F-D1CE-BB58-F679B1457B1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A701FA6-1EBE-CECC-47F0-15DE6FC6E470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AB20D91-B494-A1C6-2465-C04F198C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C298A5F-81CC-BEC2-F3D9-EF1112AFCA86}"/>
              </a:ext>
            </a:extLst>
          </p:cNvPr>
          <p:cNvSpPr/>
          <p:nvPr/>
        </p:nvSpPr>
        <p:spPr>
          <a:xfrm>
            <a:off x="5597875" y="1615680"/>
            <a:ext cx="147312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74543F-B337-E882-FF76-536E68F2ECF2}"/>
              </a:ext>
            </a:extLst>
          </p:cNvPr>
          <p:cNvSpPr/>
          <p:nvPr/>
        </p:nvSpPr>
        <p:spPr>
          <a:xfrm>
            <a:off x="7169812" y="1615680"/>
            <a:ext cx="486923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490BA1-E8F8-8539-4D7C-363A736BB0BA}"/>
              </a:ext>
            </a:extLst>
          </p:cNvPr>
          <p:cNvSpPr/>
          <p:nvPr/>
        </p:nvSpPr>
        <p:spPr>
          <a:xfrm>
            <a:off x="1767666" y="1615680"/>
            <a:ext cx="1951968" cy="477902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192EA10-B48D-1DF1-BC59-2ACDFD1DB909}"/>
              </a:ext>
            </a:extLst>
          </p:cNvPr>
          <p:cNvSpPr txBox="1"/>
          <p:nvPr/>
        </p:nvSpPr>
        <p:spPr>
          <a:xfrm>
            <a:off x="5621651" y="1283916"/>
            <a:ext cx="6417390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708D979-6197-093C-FCE9-BFB5194115DC}"/>
              </a:ext>
            </a:extLst>
          </p:cNvPr>
          <p:cNvSpPr txBox="1"/>
          <p:nvPr/>
        </p:nvSpPr>
        <p:spPr>
          <a:xfrm>
            <a:off x="269298" y="6531229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ECC0120-D2E2-6578-E680-7EFE434FAF37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</a:t>
            </a:r>
            <a:r>
              <a:rPr lang="es-MX" sz="2000" b="1" spc="-1">
                <a:latin typeface="Arial"/>
              </a:rPr>
              <a:t>Mercaderías</a:t>
            </a:r>
            <a:r>
              <a:rPr lang="es-MX" sz="2000" b="1" spc="-1">
                <a:latin typeface="Arial Nova" panose="020B0504020202020204" pitchFamily="34" charset="0"/>
              </a:rPr>
              <a:t> - Nota de crédito Convenio RD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11385F-E207-DB97-EF96-81B12EFE0166}"/>
              </a:ext>
            </a:extLst>
          </p:cNvPr>
          <p:cNvSpPr/>
          <p:nvPr/>
        </p:nvSpPr>
        <p:spPr>
          <a:xfrm>
            <a:off x="2083198" y="3447123"/>
            <a:ext cx="1316202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A2146CE-9533-D15D-A2D0-EA3AD4572F22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 flipV="1">
            <a:off x="1362191" y="3729904"/>
            <a:ext cx="721007" cy="2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FDF3C22-24D9-6B7C-59D0-8C339FFC9F26}"/>
              </a:ext>
            </a:extLst>
          </p:cNvPr>
          <p:cNvSpPr txBox="1"/>
          <p:nvPr/>
        </p:nvSpPr>
        <p:spPr>
          <a:xfrm>
            <a:off x="5982301" y="3564855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PV02_M-NCR</a:t>
            </a:r>
          </a:p>
        </p:txBody>
      </p: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57926219-7C17-7746-31B4-60DA507FB006}"/>
              </a:ext>
            </a:extLst>
          </p:cNvPr>
          <p:cNvSpPr txBox="1"/>
          <p:nvPr/>
        </p:nvSpPr>
        <p:spPr>
          <a:xfrm>
            <a:off x="7574935" y="4420783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E6ECB1B0-6F4C-693B-7803-460BEE4F7960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 rot="16200000" flipH="1">
            <a:off x="4864068" y="1889916"/>
            <a:ext cx="588098" cy="4833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83CB1C4A-B440-1616-8D16-21A6594C1081}"/>
              </a:ext>
            </a:extLst>
          </p:cNvPr>
          <p:cNvSpPr/>
          <p:nvPr/>
        </p:nvSpPr>
        <p:spPr>
          <a:xfrm>
            <a:off x="9144903" y="4457026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1105124E-BFE4-B353-BA86-C80838D5C064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>
            <a:off x="8654935" y="4600783"/>
            <a:ext cx="526197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19FC6F3-F92A-C208-FDE7-68EE50A0EEA7}"/>
              </a:ext>
            </a:extLst>
          </p:cNvPr>
          <p:cNvSpPr txBox="1"/>
          <p:nvPr/>
        </p:nvSpPr>
        <p:spPr>
          <a:xfrm>
            <a:off x="1767664" y="1283916"/>
            <a:ext cx="19519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7944E7-F307-1527-8076-3245DC11D605}"/>
              </a:ext>
            </a:extLst>
          </p:cNvPr>
          <p:cNvSpPr/>
          <p:nvPr/>
        </p:nvSpPr>
        <p:spPr>
          <a:xfrm>
            <a:off x="142801" y="1615680"/>
            <a:ext cx="1533219" cy="47799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C60179F-4B9C-9DD3-C34A-38DD08C099E9}"/>
              </a:ext>
            </a:extLst>
          </p:cNvPr>
          <p:cNvSpPr txBox="1"/>
          <p:nvPr/>
        </p:nvSpPr>
        <p:spPr>
          <a:xfrm>
            <a:off x="142800" y="1283916"/>
            <a:ext cx="144969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29DF5B4-3257-9783-BB39-4DE1531B5271}"/>
              </a:ext>
            </a:extLst>
          </p:cNvPr>
          <p:cNvSpPr/>
          <p:nvPr/>
        </p:nvSpPr>
        <p:spPr>
          <a:xfrm>
            <a:off x="3819755" y="1615680"/>
            <a:ext cx="167930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23F3263-7631-1A53-D97A-401A47D7843A}"/>
              </a:ext>
            </a:extLst>
          </p:cNvPr>
          <p:cNvSpPr txBox="1"/>
          <p:nvPr/>
        </p:nvSpPr>
        <p:spPr>
          <a:xfrm>
            <a:off x="3819754" y="1283916"/>
            <a:ext cx="1701775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SAP HANA CLOUD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6E393CD-5869-3FC1-FB76-B98A8847504A}"/>
              </a:ext>
            </a:extLst>
          </p:cNvPr>
          <p:cNvSpPr txBox="1"/>
          <p:nvPr/>
        </p:nvSpPr>
        <p:spPr>
          <a:xfrm>
            <a:off x="7574935" y="356733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PV02_M-NCR-FI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64579C1-4711-A210-92F1-024FFEA3BB4F}"/>
              </a:ext>
            </a:extLst>
          </p:cNvPr>
          <p:cNvSpPr/>
          <p:nvPr/>
        </p:nvSpPr>
        <p:spPr>
          <a:xfrm>
            <a:off x="306951" y="3449986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4" name="Diagrama de flujo: documento 3">
            <a:extLst>
              <a:ext uri="{FF2B5EF4-FFF2-40B4-BE49-F238E27FC236}">
                <a16:creationId xmlns:a16="http://schemas.microsoft.com/office/drawing/2014/main" id="{08381804-E9B1-D43A-D502-7C2D27594E7A}"/>
              </a:ext>
            </a:extLst>
          </p:cNvPr>
          <p:cNvSpPr/>
          <p:nvPr/>
        </p:nvSpPr>
        <p:spPr>
          <a:xfrm>
            <a:off x="10105752" y="3433333"/>
            <a:ext cx="992193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Paralelogramo 59">
            <a:extLst>
              <a:ext uri="{FF2B5EF4-FFF2-40B4-BE49-F238E27FC236}">
                <a16:creationId xmlns:a16="http://schemas.microsoft.com/office/drawing/2014/main" id="{9A01ACE8-2A4B-22B5-840E-98958AE9DE5E}"/>
              </a:ext>
            </a:extLst>
          </p:cNvPr>
          <p:cNvSpPr/>
          <p:nvPr/>
        </p:nvSpPr>
        <p:spPr>
          <a:xfrm>
            <a:off x="9181207" y="2278152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774C23B3-32BD-65D5-D26F-E69199E14346}"/>
              </a:ext>
            </a:extLst>
          </p:cNvPr>
          <p:cNvCxnSpPr>
            <a:cxnSpLocks/>
            <a:stCxn id="65" idx="3"/>
            <a:endCxn id="60" idx="5"/>
          </p:cNvCxnSpPr>
          <p:nvPr/>
        </p:nvCxnSpPr>
        <p:spPr>
          <a:xfrm flipV="1">
            <a:off x="8654935" y="2423068"/>
            <a:ext cx="562501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4F5191F5-0432-51C3-E15E-B3FF95897067}"/>
              </a:ext>
            </a:extLst>
          </p:cNvPr>
          <p:cNvSpPr txBox="1"/>
          <p:nvPr/>
        </p:nvSpPr>
        <p:spPr>
          <a:xfrm>
            <a:off x="7574935" y="2243130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A85729C9-183A-4E8F-3125-4A8233AE78F1}"/>
              </a:ext>
            </a:extLst>
          </p:cNvPr>
          <p:cNvCxnSpPr>
            <a:cxnSpLocks/>
            <a:stCxn id="10" idx="0"/>
            <a:endCxn id="65" idx="1"/>
          </p:cNvCxnSpPr>
          <p:nvPr/>
        </p:nvCxnSpPr>
        <p:spPr>
          <a:xfrm rot="5400000" flipH="1" flipV="1">
            <a:off x="4646121" y="518309"/>
            <a:ext cx="1023993" cy="4833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BA5DE8DA-1965-84A8-BD1A-F5AE1CE328A5}"/>
              </a:ext>
            </a:extLst>
          </p:cNvPr>
          <p:cNvSpPr/>
          <p:nvPr/>
        </p:nvSpPr>
        <p:spPr>
          <a:xfrm>
            <a:off x="4125488" y="2672179"/>
            <a:ext cx="1245502" cy="352102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75" name="Conector angular 74">
            <a:extLst>
              <a:ext uri="{FF2B5EF4-FFF2-40B4-BE49-F238E27FC236}">
                <a16:creationId xmlns:a16="http://schemas.microsoft.com/office/drawing/2014/main" id="{256DD4C4-02E9-C2CF-A461-FC00BB97BF46}"/>
              </a:ext>
            </a:extLst>
          </p:cNvPr>
          <p:cNvCxnSpPr>
            <a:cxnSpLocks/>
            <a:stCxn id="10" idx="0"/>
            <a:endCxn id="11" idx="5"/>
          </p:cNvCxnSpPr>
          <p:nvPr/>
        </p:nvCxnSpPr>
        <p:spPr>
          <a:xfrm rot="5400000" flipH="1" flipV="1">
            <a:off x="3155954" y="2433576"/>
            <a:ext cx="598893" cy="1428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2AA64763-888B-BD2C-C9FF-064625B83180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3399400" y="3729904"/>
            <a:ext cx="2582901" cy="5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B93CA7C-3F7B-CFFA-9F09-A33F01C64108}"/>
              </a:ext>
            </a:extLst>
          </p:cNvPr>
          <p:cNvCxnSpPr>
            <a:stCxn id="15" idx="3"/>
            <a:endCxn id="44" idx="1"/>
          </p:cNvCxnSpPr>
          <p:nvPr/>
        </p:nvCxnSpPr>
        <p:spPr>
          <a:xfrm>
            <a:off x="8654935" y="3732936"/>
            <a:ext cx="1450817" cy="6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51111BD-E7E5-3282-2257-9FF04CC8AE0A}"/>
              </a:ext>
            </a:extLst>
          </p:cNvPr>
          <p:cNvCxnSpPr>
            <a:stCxn id="8" idx="3"/>
            <a:endCxn id="15" idx="1"/>
          </p:cNvCxnSpPr>
          <p:nvPr/>
        </p:nvCxnSpPr>
        <p:spPr>
          <a:xfrm>
            <a:off x="6856378" y="3730455"/>
            <a:ext cx="718557" cy="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78FD57B-40B4-D4E4-67F1-1D3B71A6752A}"/>
              </a:ext>
            </a:extLst>
          </p:cNvPr>
          <p:cNvSpPr txBox="1"/>
          <p:nvPr/>
        </p:nvSpPr>
        <p:spPr>
          <a:xfrm>
            <a:off x="7300576" y="5171364"/>
            <a:ext cx="355681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Nota:</a:t>
            </a:r>
          </a:p>
          <a:p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Este escenario crea una nueva factura, por tanto, se utilizarán los escenarios de ventas definidos en la nueva arquitectura</a:t>
            </a:r>
          </a:p>
          <a:p>
            <a:pPr marL="228600" indent="-228600">
              <a:buAutoNum type="alphaLcParenR"/>
            </a:pPr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La factura de mercadería utilizará artículos no inventariables</a:t>
            </a:r>
          </a:p>
          <a:p>
            <a:endParaRPr lang="es-ES_tradnl" sz="700">
              <a:latin typeface="Arial Nova" panose="020B0504020202020204" pitchFamily="34" charset="0"/>
            </a:endParaRP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879E73F8-0602-8544-B1BE-D16E5DE86BEB}"/>
              </a:ext>
            </a:extLst>
          </p:cNvPr>
          <p:cNvSpPr txBox="1"/>
          <p:nvPr/>
        </p:nvSpPr>
        <p:spPr>
          <a:xfrm>
            <a:off x="9370511" y="427451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17" name="CuadroTexto 118">
            <a:extLst>
              <a:ext uri="{FF2B5EF4-FFF2-40B4-BE49-F238E27FC236}">
                <a16:creationId xmlns:a16="http://schemas.microsoft.com/office/drawing/2014/main" id="{161CA836-C27F-DB64-1A37-B5A36F9D5E60}"/>
              </a:ext>
            </a:extLst>
          </p:cNvPr>
          <p:cNvSpPr txBox="1"/>
          <p:nvPr/>
        </p:nvSpPr>
        <p:spPr>
          <a:xfrm>
            <a:off x="9409937" y="209582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1725801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369543" y="572583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9016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F35F-4598-2C46-EE45-AEAF876C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1E449F4-962E-D8AE-9127-9D9FF52D987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1D1C5D8-DD3C-31CA-5F0B-2413BC496C3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89B6BFD-256B-A96F-58CD-D57909A1106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190E948-A8EB-43C6-78AA-5647142F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8FA55AB-6799-0A90-7076-A68280705F26}"/>
              </a:ext>
            </a:extLst>
          </p:cNvPr>
          <p:cNvSpPr/>
          <p:nvPr/>
        </p:nvSpPr>
        <p:spPr>
          <a:xfrm>
            <a:off x="142801" y="1615680"/>
            <a:ext cx="188968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394463-F257-F9A1-B9ED-B9BA98D3A14C}"/>
              </a:ext>
            </a:extLst>
          </p:cNvPr>
          <p:cNvSpPr/>
          <p:nvPr/>
        </p:nvSpPr>
        <p:spPr>
          <a:xfrm>
            <a:off x="6496973" y="1615680"/>
            <a:ext cx="554206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72EE2E-3260-062C-6E8B-F6832363D184}"/>
              </a:ext>
            </a:extLst>
          </p:cNvPr>
          <p:cNvSpPr/>
          <p:nvPr/>
        </p:nvSpPr>
        <p:spPr>
          <a:xfrm>
            <a:off x="2160861" y="1626713"/>
            <a:ext cx="237119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0498204-EB4C-B5C1-225A-93504CD53ED6}"/>
              </a:ext>
            </a:extLst>
          </p:cNvPr>
          <p:cNvSpPr txBox="1"/>
          <p:nvPr/>
        </p:nvSpPr>
        <p:spPr>
          <a:xfrm>
            <a:off x="6479030" y="1260330"/>
            <a:ext cx="5560010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048203-D035-226D-E520-E23C6985F419}"/>
              </a:ext>
            </a:extLst>
          </p:cNvPr>
          <p:cNvSpPr txBox="1"/>
          <p:nvPr/>
        </p:nvSpPr>
        <p:spPr>
          <a:xfrm>
            <a:off x="142800" y="1260330"/>
            <a:ext cx="1889686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4E9F3F9-77B5-1D1E-67F5-36D9AAEBD59F}"/>
              </a:ext>
            </a:extLst>
          </p:cNvPr>
          <p:cNvSpPr txBox="1"/>
          <p:nvPr/>
        </p:nvSpPr>
        <p:spPr>
          <a:xfrm>
            <a:off x="269298" y="6531229"/>
            <a:ext cx="5101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5679AA9-D3C3-50AA-843E-92B9ECD9E8D3}"/>
              </a:ext>
            </a:extLst>
          </p:cNvPr>
          <p:cNvSpPr/>
          <p:nvPr/>
        </p:nvSpPr>
        <p:spPr>
          <a:xfrm>
            <a:off x="909000" y="438480"/>
            <a:ext cx="88095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Adjudicaciones - material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90C6843-4B3D-CA34-1964-FD04B682D8D1}"/>
              </a:ext>
            </a:extLst>
          </p:cNvPr>
          <p:cNvSpPr txBox="1"/>
          <p:nvPr/>
        </p:nvSpPr>
        <p:spPr>
          <a:xfrm>
            <a:off x="2191682" y="1268335"/>
            <a:ext cx="2371196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23463B-ECCC-F4E8-B0CD-E7853B98745C}"/>
              </a:ext>
            </a:extLst>
          </p:cNvPr>
          <p:cNvSpPr/>
          <p:nvPr/>
        </p:nvSpPr>
        <p:spPr>
          <a:xfrm>
            <a:off x="4681073" y="1625015"/>
            <a:ext cx="166688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A5E07D-A18B-AF33-0B96-CF52DCAAA18D}"/>
              </a:ext>
            </a:extLst>
          </p:cNvPr>
          <p:cNvSpPr txBox="1"/>
          <p:nvPr/>
        </p:nvSpPr>
        <p:spPr>
          <a:xfrm>
            <a:off x="4681072" y="1278485"/>
            <a:ext cx="166688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80BB37-2E79-D648-6DCA-813D79C2153F}"/>
              </a:ext>
            </a:extLst>
          </p:cNvPr>
          <p:cNvSpPr/>
          <p:nvPr/>
        </p:nvSpPr>
        <p:spPr>
          <a:xfrm>
            <a:off x="8834497" y="203840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Crear material adjudicaciones</a:t>
            </a:r>
          </a:p>
        </p:txBody>
      </p:sp>
      <p:sp>
        <p:nvSpPr>
          <p:cNvPr id="11" name="Documento 10">
            <a:extLst>
              <a:ext uri="{FF2B5EF4-FFF2-40B4-BE49-F238E27FC236}">
                <a16:creationId xmlns:a16="http://schemas.microsoft.com/office/drawing/2014/main" id="{6C7E5282-B3B9-A2D3-30E0-4716BC37EBB7}"/>
              </a:ext>
            </a:extLst>
          </p:cNvPr>
          <p:cNvSpPr/>
          <p:nvPr/>
        </p:nvSpPr>
        <p:spPr>
          <a:xfrm>
            <a:off x="10141914" y="4208546"/>
            <a:ext cx="1309299" cy="798743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contable: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Almacén vs cuenta puente(cobro)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907CAE-27FC-1D3D-70CA-FF2360668EA2}"/>
              </a:ext>
            </a:extLst>
          </p:cNvPr>
          <p:cNvSpPr/>
          <p:nvPr/>
        </p:nvSpPr>
        <p:spPr>
          <a:xfrm>
            <a:off x="8834497" y="3056061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Ingresar material al inventario</a:t>
            </a:r>
          </a:p>
        </p:txBody>
      </p:sp>
      <p:sp>
        <p:nvSpPr>
          <p:cNvPr id="13" name="CuadroTexto 118">
            <a:extLst>
              <a:ext uri="{FF2B5EF4-FFF2-40B4-BE49-F238E27FC236}">
                <a16:creationId xmlns:a16="http://schemas.microsoft.com/office/drawing/2014/main" id="{3E59EE68-8D0C-5569-F3C3-D7F2815A12B9}"/>
              </a:ext>
            </a:extLst>
          </p:cNvPr>
          <p:cNvSpPr txBox="1"/>
          <p:nvPr/>
        </p:nvSpPr>
        <p:spPr>
          <a:xfrm>
            <a:off x="6883122" y="5330383"/>
            <a:ext cx="108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SD16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1B10DA-1945-7B42-CE5F-79368BEC89AC}"/>
              </a:ext>
            </a:extLst>
          </p:cNvPr>
          <p:cNvSpPr/>
          <p:nvPr/>
        </p:nvSpPr>
        <p:spPr>
          <a:xfrm>
            <a:off x="8834497" y="5207719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Trasladar material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1C289BD-4400-0EFF-5D12-154C5728DD43}"/>
              </a:ext>
            </a:extLst>
          </p:cNvPr>
          <p:cNvSpPr/>
          <p:nvPr/>
        </p:nvSpPr>
        <p:spPr>
          <a:xfrm>
            <a:off x="383365" y="2128493"/>
            <a:ext cx="1363242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D47965-B5DB-6994-DFB4-5DEEFEE7E811}"/>
              </a:ext>
            </a:extLst>
          </p:cNvPr>
          <p:cNvSpPr/>
          <p:nvPr/>
        </p:nvSpPr>
        <p:spPr>
          <a:xfrm>
            <a:off x="8834497" y="409296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Modificación del precio al Material Adjudicado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BE8741E-00D8-299D-48AA-0AB7525D0643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9554497" y="2650403"/>
            <a:ext cx="0" cy="405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BA677EF-9641-C821-B285-0EB672C0A1E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9554497" y="3668061"/>
            <a:ext cx="0" cy="424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EE6F8EA-E04E-B041-F388-5088C3121EA0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9554497" y="4704963"/>
            <a:ext cx="0" cy="502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9A3F8B3-FEB5-F7D6-A1C4-2D981FCA8D17}"/>
              </a:ext>
            </a:extLst>
          </p:cNvPr>
          <p:cNvSpPr/>
          <p:nvPr/>
        </p:nvSpPr>
        <p:spPr>
          <a:xfrm>
            <a:off x="2286323" y="2029752"/>
            <a:ext cx="2070341" cy="424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18265EE-2BBE-9530-7F4E-A3A56E2DC1D5}"/>
              </a:ext>
            </a:extLst>
          </p:cNvPr>
          <p:cNvSpPr/>
          <p:nvPr/>
        </p:nvSpPr>
        <p:spPr>
          <a:xfrm>
            <a:off x="2428228" y="3079280"/>
            <a:ext cx="1800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Aplicación del cobro</a:t>
            </a:r>
          </a:p>
        </p:txBody>
      </p:sp>
      <p:cxnSp>
        <p:nvCxnSpPr>
          <p:cNvPr id="27" name="Conector angular 26">
            <a:extLst>
              <a:ext uri="{FF2B5EF4-FFF2-40B4-BE49-F238E27FC236}">
                <a16:creationId xmlns:a16="http://schemas.microsoft.com/office/drawing/2014/main" id="{37C3D04E-3286-D67F-8ACE-31A6664B7178}"/>
              </a:ext>
            </a:extLst>
          </p:cNvPr>
          <p:cNvCxnSpPr>
            <a:stCxn id="21" idx="2"/>
            <a:endCxn id="23" idx="1"/>
          </p:cNvCxnSpPr>
          <p:nvPr/>
        </p:nvCxnSpPr>
        <p:spPr>
          <a:xfrm rot="16200000" flipH="1">
            <a:off x="1412604" y="2346437"/>
            <a:ext cx="668006" cy="13632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>
            <a:extLst>
              <a:ext uri="{FF2B5EF4-FFF2-40B4-BE49-F238E27FC236}">
                <a16:creationId xmlns:a16="http://schemas.microsoft.com/office/drawing/2014/main" id="{A9C29BFA-B8BE-A79C-0B92-09DBB3E94D17}"/>
              </a:ext>
            </a:extLst>
          </p:cNvPr>
          <p:cNvCxnSpPr>
            <a:cxnSpLocks/>
            <a:stCxn id="23" idx="2"/>
            <a:endCxn id="13" idx="1"/>
          </p:cNvCxnSpPr>
          <p:nvPr/>
        </p:nvCxnSpPr>
        <p:spPr>
          <a:xfrm rot="16200000" flipH="1">
            <a:off x="4172905" y="2800165"/>
            <a:ext cx="1865541" cy="35548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546DCE4-5FAE-4ABE-A60E-6C0A4EA0DA01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7963122" y="5510383"/>
            <a:ext cx="871375" cy="3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50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2FA6E-FE36-ED0A-779A-C6E4801A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12EB5CEF-3749-C146-CF62-60860F29F0ED}"/>
              </a:ext>
            </a:extLst>
          </p:cNvPr>
          <p:cNvSpPr/>
          <p:nvPr/>
        </p:nvSpPr>
        <p:spPr>
          <a:xfrm>
            <a:off x="2623424" y="2128493"/>
            <a:ext cx="1910342" cy="4203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A370015-3228-435D-3516-16F33D56B5E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5E482E6-95E5-2ABD-5D68-745F6B57680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D30D514-CEF5-C90A-E8AD-BD14300E2B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2D33784-F547-066F-3F40-59886D8AB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08F6B69-CD04-C47A-E613-4DB872939DBD}"/>
              </a:ext>
            </a:extLst>
          </p:cNvPr>
          <p:cNvSpPr/>
          <p:nvPr/>
        </p:nvSpPr>
        <p:spPr>
          <a:xfrm>
            <a:off x="142800" y="1615680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E93136-FEF7-2AA6-2CD0-E56A5A11086F}"/>
              </a:ext>
            </a:extLst>
          </p:cNvPr>
          <p:cNvSpPr/>
          <p:nvPr/>
        </p:nvSpPr>
        <p:spPr>
          <a:xfrm>
            <a:off x="6787023" y="1661528"/>
            <a:ext cx="154408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67DAC36-5B48-3B8B-AAB5-D94690CD0F33}"/>
              </a:ext>
            </a:extLst>
          </p:cNvPr>
          <p:cNvSpPr/>
          <p:nvPr/>
        </p:nvSpPr>
        <p:spPr>
          <a:xfrm>
            <a:off x="8436603" y="1667050"/>
            <a:ext cx="360243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E2BA8EF-FD5E-7460-ABC4-141CFB89ACC1}"/>
              </a:ext>
            </a:extLst>
          </p:cNvPr>
          <p:cNvSpPr/>
          <p:nvPr/>
        </p:nvSpPr>
        <p:spPr>
          <a:xfrm>
            <a:off x="4829833" y="1661528"/>
            <a:ext cx="18723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1574BC0-1076-2ED7-9079-10AB0418AB62}"/>
              </a:ext>
            </a:extLst>
          </p:cNvPr>
          <p:cNvSpPr txBox="1"/>
          <p:nvPr/>
        </p:nvSpPr>
        <p:spPr>
          <a:xfrm>
            <a:off x="6787023" y="1286964"/>
            <a:ext cx="5252017" cy="25268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784CF6-429A-DED1-056C-6AA34DC3212F}"/>
              </a:ext>
            </a:extLst>
          </p:cNvPr>
          <p:cNvSpPr txBox="1"/>
          <p:nvPr/>
        </p:nvSpPr>
        <p:spPr>
          <a:xfrm>
            <a:off x="4825083" y="1286964"/>
            <a:ext cx="187230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239E97A-BD33-59D9-86BB-7A61F72980AC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D5142EE5-C589-2615-FEF6-B525C303C797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Cobros Credilanas Adjudicaciones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5B3233-A36A-D43A-F0B5-B9AB1DA7BF90}"/>
              </a:ext>
            </a:extLst>
          </p:cNvPr>
          <p:cNvSpPr txBox="1"/>
          <p:nvPr/>
        </p:nvSpPr>
        <p:spPr>
          <a:xfrm>
            <a:off x="5400416" y="227090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BBEDB50-9A11-154E-0F72-18B6BAA02879}"/>
              </a:ext>
            </a:extLst>
          </p:cNvPr>
          <p:cNvSpPr/>
          <p:nvPr/>
        </p:nvSpPr>
        <p:spPr>
          <a:xfrm>
            <a:off x="8992645" y="2131545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44AB441-9D79-F768-53E2-98C32F1D8C48}"/>
              </a:ext>
            </a:extLst>
          </p:cNvPr>
          <p:cNvSpPr/>
          <p:nvPr/>
        </p:nvSpPr>
        <p:spPr>
          <a:xfrm>
            <a:off x="8897821" y="3063344"/>
            <a:ext cx="1240231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F088285-949E-4B7A-7D9F-0FC7D29D34F2}"/>
              </a:ext>
            </a:extLst>
          </p:cNvPr>
          <p:cNvSpPr txBox="1"/>
          <p:nvPr/>
        </p:nvSpPr>
        <p:spPr>
          <a:xfrm>
            <a:off x="5414766" y="304866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00EA03-0111-C523-DCD7-9302B84F9F24}"/>
              </a:ext>
            </a:extLst>
          </p:cNvPr>
          <p:cNvSpPr/>
          <p:nvPr/>
        </p:nvSpPr>
        <p:spPr>
          <a:xfrm>
            <a:off x="383365" y="2128493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28C506-D1D6-4678-0A53-26109C9820D2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86D21F-22E2-9870-A516-3B9A10260F38}"/>
              </a:ext>
            </a:extLst>
          </p:cNvPr>
          <p:cNvSpPr txBox="1"/>
          <p:nvPr/>
        </p:nvSpPr>
        <p:spPr>
          <a:xfrm>
            <a:off x="142799" y="1286964"/>
            <a:ext cx="2264069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E09DD4FD-9232-6C31-8559-B9CAF4A2314D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2183365" y="2411274"/>
            <a:ext cx="3217051" cy="25227"/>
          </a:xfrm>
          <a:prstGeom prst="bentConnector3">
            <a:avLst>
              <a:gd name="adj1" fmla="val 9282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B3F4C855-6772-F9EB-9967-7ED53213D34F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>
            <a:off x="2183365" y="2411274"/>
            <a:ext cx="3231401" cy="802995"/>
          </a:xfrm>
          <a:prstGeom prst="bentConnector3">
            <a:avLst>
              <a:gd name="adj1" fmla="val 922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1DD85C9-1646-754A-3A76-FB1EBA5A3EA6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 flipV="1">
            <a:off x="6494766" y="3213534"/>
            <a:ext cx="2440603" cy="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002472CB-3AB3-6DFB-E77B-887560B0C911}"/>
              </a:ext>
            </a:extLst>
          </p:cNvPr>
          <p:cNvSpPr/>
          <p:nvPr/>
        </p:nvSpPr>
        <p:spPr>
          <a:xfrm>
            <a:off x="2494590" y="1643100"/>
            <a:ext cx="226290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35CAF3C-BA78-1CAA-A550-ED5FB25688DA}"/>
              </a:ext>
            </a:extLst>
          </p:cNvPr>
          <p:cNvSpPr txBox="1"/>
          <p:nvPr/>
        </p:nvSpPr>
        <p:spPr>
          <a:xfrm>
            <a:off x="2486102" y="1286964"/>
            <a:ext cx="227138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742B0D6-19DD-1E89-30D7-91A9B8D9DE03}"/>
              </a:ext>
            </a:extLst>
          </p:cNvPr>
          <p:cNvSpPr/>
          <p:nvPr/>
        </p:nvSpPr>
        <p:spPr>
          <a:xfrm>
            <a:off x="2845853" y="3509682"/>
            <a:ext cx="143389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1B0C792-E300-C2BB-E22A-71CBAAFE4623}"/>
              </a:ext>
            </a:extLst>
          </p:cNvPr>
          <p:cNvSpPr/>
          <p:nvPr/>
        </p:nvSpPr>
        <p:spPr>
          <a:xfrm>
            <a:off x="2848527" y="4697928"/>
            <a:ext cx="143389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(Dentro del Mes)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06A05B16-75FF-730A-DDA4-7719F6293087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rot="16200000" flipH="1">
            <a:off x="3252793" y="4385249"/>
            <a:ext cx="622684" cy="26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2942C81-18D4-A201-20F3-D70737D4D295}"/>
              </a:ext>
            </a:extLst>
          </p:cNvPr>
          <p:cNvCxnSpPr>
            <a:cxnSpLocks/>
            <a:stCxn id="31" idx="2"/>
            <a:endCxn id="40" idx="0"/>
          </p:cNvCxnSpPr>
          <p:nvPr/>
        </p:nvCxnSpPr>
        <p:spPr>
          <a:xfrm flipH="1">
            <a:off x="3560166" y="5263490"/>
            <a:ext cx="5306" cy="283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6A0241EC-519C-DD6F-F1F1-8035308C4598}"/>
              </a:ext>
            </a:extLst>
          </p:cNvPr>
          <p:cNvSpPr/>
          <p:nvPr/>
        </p:nvSpPr>
        <p:spPr>
          <a:xfrm>
            <a:off x="3362166" y="5547416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1AAB1971-C220-06D0-9557-F2F8CE2A0A2B}"/>
              </a:ext>
            </a:extLst>
          </p:cNvPr>
          <p:cNvCxnSpPr>
            <a:cxnSpLocks/>
            <a:stCxn id="4" idx="2"/>
            <a:endCxn id="25" idx="1"/>
          </p:cNvCxnSpPr>
          <p:nvPr/>
        </p:nvCxnSpPr>
        <p:spPr>
          <a:xfrm rot="16200000" flipH="1">
            <a:off x="1515405" y="2462015"/>
            <a:ext cx="1098408" cy="15624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12">
            <a:extLst>
              <a:ext uri="{FF2B5EF4-FFF2-40B4-BE49-F238E27FC236}">
                <a16:creationId xmlns:a16="http://schemas.microsoft.com/office/drawing/2014/main" id="{B56214DA-8D1B-3848-3888-E58AE3448ACE}"/>
              </a:ext>
            </a:extLst>
          </p:cNvPr>
          <p:cNvCxnSpPr>
            <a:cxnSpLocks/>
            <a:stCxn id="31" idx="3"/>
            <a:endCxn id="71" idx="1"/>
          </p:cNvCxnSpPr>
          <p:nvPr/>
        </p:nvCxnSpPr>
        <p:spPr>
          <a:xfrm>
            <a:off x="4282417" y="4980709"/>
            <a:ext cx="2888881" cy="2574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53684B5-4061-F612-AA69-478FF4E96325}"/>
              </a:ext>
            </a:extLst>
          </p:cNvPr>
          <p:cNvSpPr txBox="1"/>
          <p:nvPr/>
        </p:nvSpPr>
        <p:spPr>
          <a:xfrm>
            <a:off x="7053565" y="4036992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PV01_CP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9ACB7E4E-74C6-6C78-9D90-7C001E2891EA}"/>
              </a:ext>
            </a:extLst>
          </p:cNvPr>
          <p:cNvSpPr/>
          <p:nvPr/>
        </p:nvSpPr>
        <p:spPr>
          <a:xfrm>
            <a:off x="10235749" y="3943589"/>
            <a:ext cx="1440000" cy="521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F139B858-824F-56BF-0C1D-B8DAA3EE4D5A}"/>
              </a:ext>
            </a:extLst>
          </p:cNvPr>
          <p:cNvSpPr/>
          <p:nvPr/>
        </p:nvSpPr>
        <p:spPr>
          <a:xfrm>
            <a:off x="10272719" y="5015608"/>
            <a:ext cx="1440000" cy="4695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Fact.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CFDI - PUE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23E8958-9F70-C3DC-77E9-5621F892F0D8}"/>
              </a:ext>
            </a:extLst>
          </p:cNvPr>
          <p:cNvSpPr txBox="1"/>
          <p:nvPr/>
        </p:nvSpPr>
        <p:spPr>
          <a:xfrm>
            <a:off x="7171298" y="5072582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PV02_CI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D8ED34BA-BCC3-100F-4342-1036BB12998B}"/>
              </a:ext>
            </a:extLst>
          </p:cNvPr>
          <p:cNvCxnSpPr>
            <a:cxnSpLocks/>
            <a:stCxn id="71" idx="3"/>
            <a:endCxn id="77" idx="1"/>
          </p:cNvCxnSpPr>
          <p:nvPr/>
        </p:nvCxnSpPr>
        <p:spPr>
          <a:xfrm>
            <a:off x="8251298" y="5238182"/>
            <a:ext cx="620391" cy="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19739632-C434-A346-4309-B607FD33945B}"/>
              </a:ext>
            </a:extLst>
          </p:cNvPr>
          <p:cNvSpPr txBox="1"/>
          <p:nvPr/>
        </p:nvSpPr>
        <p:spPr>
          <a:xfrm>
            <a:off x="4763336" y="3563527"/>
            <a:ext cx="20873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Partidas Segmentadas por parcialidades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D930EB9-7A84-3D10-E860-37623A48D680}"/>
              </a:ext>
            </a:extLst>
          </p:cNvPr>
          <p:cNvSpPr txBox="1"/>
          <p:nvPr/>
        </p:nvSpPr>
        <p:spPr>
          <a:xfrm>
            <a:off x="8861049" y="4043349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CO01_CP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D2B6900-09EB-4E09-A2CD-683B1992F44F}"/>
              </a:ext>
            </a:extLst>
          </p:cNvPr>
          <p:cNvSpPr txBox="1"/>
          <p:nvPr/>
        </p:nvSpPr>
        <p:spPr>
          <a:xfrm>
            <a:off x="8871689" y="508080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PV02_CI-FI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66CCF094-B834-3D29-C308-62AADF3A8E3B}"/>
              </a:ext>
            </a:extLst>
          </p:cNvPr>
          <p:cNvCxnSpPr>
            <a:cxnSpLocks/>
            <a:stCxn id="77" idx="3"/>
            <a:endCxn id="70" idx="1"/>
          </p:cNvCxnSpPr>
          <p:nvPr/>
        </p:nvCxnSpPr>
        <p:spPr>
          <a:xfrm>
            <a:off x="9951689" y="5246407"/>
            <a:ext cx="321030" cy="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4974BDC2-FDF2-0AA7-3147-33C576206654}"/>
              </a:ext>
            </a:extLst>
          </p:cNvPr>
          <p:cNvCxnSpPr>
            <a:cxnSpLocks/>
            <a:stCxn id="66" idx="3"/>
            <a:endCxn id="74" idx="1"/>
          </p:cNvCxnSpPr>
          <p:nvPr/>
        </p:nvCxnSpPr>
        <p:spPr>
          <a:xfrm>
            <a:off x="8133565" y="4202592"/>
            <a:ext cx="727484" cy="6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ECAAA46-5855-092D-056F-F8B3511F02A5}"/>
              </a:ext>
            </a:extLst>
          </p:cNvPr>
          <p:cNvSpPr txBox="1"/>
          <p:nvPr/>
        </p:nvSpPr>
        <p:spPr>
          <a:xfrm>
            <a:off x="6960922" y="3707135"/>
            <a:ext cx="1383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*Clase movimiento: AD01</a:t>
            </a:r>
          </a:p>
          <a:p>
            <a:r>
              <a:rPr lang="es-ES_tradnl" sz="800"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3366A61-B095-6733-5721-8290946CF3F8}"/>
              </a:ext>
            </a:extLst>
          </p:cNvPr>
          <p:cNvSpPr txBox="1"/>
          <p:nvPr/>
        </p:nvSpPr>
        <p:spPr>
          <a:xfrm>
            <a:off x="10456553" y="590297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762A19A-1E7A-DE24-3E62-F9D346EE0A28}"/>
              </a:ext>
            </a:extLst>
          </p:cNvPr>
          <p:cNvSpPr txBox="1"/>
          <p:nvPr/>
        </p:nvSpPr>
        <p:spPr>
          <a:xfrm>
            <a:off x="8496315" y="5834745"/>
            <a:ext cx="1982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7F13102-E0A8-83D5-170E-B2C8FD8D6AF1}"/>
              </a:ext>
            </a:extLst>
          </p:cNvPr>
          <p:cNvCxnSpPr>
            <a:cxnSpLocks/>
            <a:stCxn id="70" idx="2"/>
            <a:endCxn id="35" idx="0"/>
          </p:cNvCxnSpPr>
          <p:nvPr/>
        </p:nvCxnSpPr>
        <p:spPr>
          <a:xfrm>
            <a:off x="10992719" y="5485159"/>
            <a:ext cx="3834" cy="417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87A15BB-F186-48C6-36C4-97CB51689942}"/>
              </a:ext>
            </a:extLst>
          </p:cNvPr>
          <p:cNvSpPr txBox="1"/>
          <p:nvPr/>
        </p:nvSpPr>
        <p:spPr>
          <a:xfrm>
            <a:off x="10138052" y="4597789"/>
            <a:ext cx="1804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30F0CA-C6F8-2745-502F-593841B84A5C}"/>
              </a:ext>
            </a:extLst>
          </p:cNvPr>
          <p:cNvSpPr txBox="1"/>
          <p:nvPr/>
        </p:nvSpPr>
        <p:spPr>
          <a:xfrm>
            <a:off x="10138051" y="3517884"/>
            <a:ext cx="1804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caja"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5FD98F-A0D9-5B9B-0136-D75514692CAA}"/>
              </a:ext>
            </a:extLst>
          </p:cNvPr>
          <p:cNvSpPr txBox="1"/>
          <p:nvPr/>
        </p:nvSpPr>
        <p:spPr>
          <a:xfrm>
            <a:off x="10372138" y="1761271"/>
            <a:ext cx="15707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34B90FBA-3CEA-B2EA-D4C0-F3C34A337D88}"/>
              </a:ext>
            </a:extLst>
          </p:cNvPr>
          <p:cNvCxnSpPr>
            <a:cxnSpLocks/>
            <a:stCxn id="25" idx="3"/>
            <a:endCxn id="66" idx="1"/>
          </p:cNvCxnSpPr>
          <p:nvPr/>
        </p:nvCxnSpPr>
        <p:spPr>
          <a:xfrm>
            <a:off x="4279743" y="3792463"/>
            <a:ext cx="2773822" cy="410129"/>
          </a:xfrm>
          <a:prstGeom prst="bentConnector3">
            <a:avLst>
              <a:gd name="adj1" fmla="val 930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825AFD9B-9996-604F-8F7E-994539F7031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6480416" y="2436501"/>
            <a:ext cx="2512229" cy="10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28D546DB-F722-515E-E744-3BBBC68A53CA}"/>
              </a:ext>
            </a:extLst>
          </p:cNvPr>
          <p:cNvCxnSpPr>
            <a:stCxn id="74" idx="3"/>
            <a:endCxn id="68" idx="1"/>
          </p:cNvCxnSpPr>
          <p:nvPr/>
        </p:nvCxnSpPr>
        <p:spPr>
          <a:xfrm flipV="1">
            <a:off x="9941049" y="4204309"/>
            <a:ext cx="294700" cy="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5F774C83-82BB-B1EE-A8FF-C649C4D089CE}"/>
              </a:ext>
            </a:extLst>
          </p:cNvPr>
          <p:cNvSpPr txBox="1"/>
          <p:nvPr/>
        </p:nvSpPr>
        <p:spPr>
          <a:xfrm>
            <a:off x="9220905" y="2867956"/>
            <a:ext cx="666319" cy="22468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7058243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8F80-D190-1D2B-9E72-37897EBB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17EDC7F4-B645-6383-03B7-468A124864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ED3806D-5BE8-1F29-E263-28A86BF3F87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9BDFA13B-D4E0-9E5C-3ED8-DC33DCDDBF7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8290F41-D1EE-C816-439F-70553401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759D040-9737-C2E2-F023-24AC23DD4901}"/>
              </a:ext>
            </a:extLst>
          </p:cNvPr>
          <p:cNvSpPr/>
          <p:nvPr/>
        </p:nvSpPr>
        <p:spPr>
          <a:xfrm>
            <a:off x="142800" y="1615680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5993C0-291F-3978-E215-92E7F00F6883}"/>
              </a:ext>
            </a:extLst>
          </p:cNvPr>
          <p:cNvSpPr/>
          <p:nvPr/>
        </p:nvSpPr>
        <p:spPr>
          <a:xfrm>
            <a:off x="6029169" y="1661528"/>
            <a:ext cx="159059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43040A-3748-6035-CC41-47D357C90123}"/>
              </a:ext>
            </a:extLst>
          </p:cNvPr>
          <p:cNvSpPr/>
          <p:nvPr/>
        </p:nvSpPr>
        <p:spPr>
          <a:xfrm>
            <a:off x="7697111" y="1667050"/>
            <a:ext cx="434193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1EE84CE-0329-6077-F8E0-9C39CA699EB6}"/>
              </a:ext>
            </a:extLst>
          </p:cNvPr>
          <p:cNvSpPr/>
          <p:nvPr/>
        </p:nvSpPr>
        <p:spPr>
          <a:xfrm>
            <a:off x="4829833" y="1661528"/>
            <a:ext cx="107887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AECFAAD-DDE4-745B-D01E-74EF69621F81}"/>
              </a:ext>
            </a:extLst>
          </p:cNvPr>
          <p:cNvSpPr txBox="1"/>
          <p:nvPr/>
        </p:nvSpPr>
        <p:spPr>
          <a:xfrm>
            <a:off x="6029169" y="1189306"/>
            <a:ext cx="6009871" cy="33855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95011FD-1C7B-7BA4-E136-AD1632B41D48}"/>
              </a:ext>
            </a:extLst>
          </p:cNvPr>
          <p:cNvSpPr txBox="1"/>
          <p:nvPr/>
        </p:nvSpPr>
        <p:spPr>
          <a:xfrm>
            <a:off x="4825083" y="1240202"/>
            <a:ext cx="1078877" cy="337329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A05B5BA-61AA-3026-8C1E-89EDCCB59AD4}"/>
              </a:ext>
            </a:extLst>
          </p:cNvPr>
          <p:cNvSpPr txBox="1"/>
          <p:nvPr/>
        </p:nvSpPr>
        <p:spPr>
          <a:xfrm>
            <a:off x="269298" y="6531229"/>
            <a:ext cx="5251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467BCB94-F8AF-2B46-9DE4-F07018E2EEA9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Cobros Credilanas Adjudicaciones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2FCAAD-2274-47A3-1DC5-A4592A6A5BD9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467A57A-5A67-B65F-E41C-F50118A2D088}"/>
              </a:ext>
            </a:extLst>
          </p:cNvPr>
          <p:cNvSpPr txBox="1"/>
          <p:nvPr/>
        </p:nvSpPr>
        <p:spPr>
          <a:xfrm>
            <a:off x="142799" y="1189306"/>
            <a:ext cx="2264069" cy="33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AWS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59238A-E9DA-52FC-077C-5C2D9406FCB4}"/>
              </a:ext>
            </a:extLst>
          </p:cNvPr>
          <p:cNvSpPr/>
          <p:nvPr/>
        </p:nvSpPr>
        <p:spPr>
          <a:xfrm>
            <a:off x="2494591" y="1643100"/>
            <a:ext cx="222242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F90DC98-83DF-1D06-B7F6-C6B793BE5EE8}"/>
              </a:ext>
            </a:extLst>
          </p:cNvPr>
          <p:cNvSpPr txBox="1"/>
          <p:nvPr/>
        </p:nvSpPr>
        <p:spPr>
          <a:xfrm>
            <a:off x="2494591" y="1216725"/>
            <a:ext cx="2222424" cy="307777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400" b="1"/>
              <a:t>Plataforma desarrollo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D8B37C1-B28B-C133-0865-2CD303FEEE1C}"/>
              </a:ext>
            </a:extLst>
          </p:cNvPr>
          <p:cNvSpPr/>
          <p:nvPr/>
        </p:nvSpPr>
        <p:spPr>
          <a:xfrm>
            <a:off x="2564357" y="2070570"/>
            <a:ext cx="2070341" cy="424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9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23F5CBF-04A6-BE1C-596D-26DDB4427017}"/>
              </a:ext>
            </a:extLst>
          </p:cNvPr>
          <p:cNvSpPr/>
          <p:nvPr/>
        </p:nvSpPr>
        <p:spPr>
          <a:xfrm>
            <a:off x="2701721" y="2837715"/>
            <a:ext cx="1800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4DC48C6-30AE-FACE-EBB7-9567403A0EBD}"/>
              </a:ext>
            </a:extLst>
          </p:cNvPr>
          <p:cNvSpPr/>
          <p:nvPr/>
        </p:nvSpPr>
        <p:spPr>
          <a:xfrm>
            <a:off x="2706679" y="4054589"/>
            <a:ext cx="180000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D1472E04-6CAA-E20B-6E68-511BE1D58D6E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rot="16200000" flipH="1">
            <a:off x="3278544" y="3726454"/>
            <a:ext cx="651312" cy="49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E4F9AD47-7666-EB18-6ECF-4F60D54B5478}"/>
              </a:ext>
            </a:extLst>
          </p:cNvPr>
          <p:cNvSpPr/>
          <p:nvPr/>
        </p:nvSpPr>
        <p:spPr>
          <a:xfrm>
            <a:off x="3400470" y="2185717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592CCBE-EC62-1BAE-3CA0-ACEF9A41BFE6}"/>
              </a:ext>
            </a:extLst>
          </p:cNvPr>
          <p:cNvSpPr txBox="1"/>
          <p:nvPr/>
        </p:nvSpPr>
        <p:spPr>
          <a:xfrm>
            <a:off x="6432141" y="333347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 _CIMV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2B9008C-3609-0C5B-6D3C-D671D2B21FAD}"/>
              </a:ext>
            </a:extLst>
          </p:cNvPr>
          <p:cNvSpPr txBox="1"/>
          <p:nvPr/>
        </p:nvSpPr>
        <p:spPr>
          <a:xfrm>
            <a:off x="6419949" y="2560868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PV01_CIMV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C41A861-BB7D-F77D-14B3-37AB290CF035}"/>
              </a:ext>
            </a:extLst>
          </p:cNvPr>
          <p:cNvSpPr/>
          <p:nvPr/>
        </p:nvSpPr>
        <p:spPr>
          <a:xfrm>
            <a:off x="9349263" y="2413417"/>
            <a:ext cx="130756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5853472-0EA3-9587-1BAF-03B8B70A67C4}"/>
              </a:ext>
            </a:extLst>
          </p:cNvPr>
          <p:cNvSpPr/>
          <p:nvPr/>
        </p:nvSpPr>
        <p:spPr>
          <a:xfrm>
            <a:off x="9349263" y="3235757"/>
            <a:ext cx="1307567" cy="5304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0311F21-386A-266A-A5A5-1840A391DF59}"/>
              </a:ext>
            </a:extLst>
          </p:cNvPr>
          <p:cNvSpPr txBox="1"/>
          <p:nvPr/>
        </p:nvSpPr>
        <p:spPr>
          <a:xfrm>
            <a:off x="6141330" y="3187198"/>
            <a:ext cx="106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1224859-27FC-5115-9649-80987093C34C}"/>
              </a:ext>
            </a:extLst>
          </p:cNvPr>
          <p:cNvSpPr txBox="1"/>
          <p:nvPr/>
        </p:nvSpPr>
        <p:spPr>
          <a:xfrm>
            <a:off x="7920862" y="255381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CO06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826B877-DAE1-8878-0EB3-CA531272765C}"/>
              </a:ext>
            </a:extLst>
          </p:cNvPr>
          <p:cNvSpPr txBox="1"/>
          <p:nvPr/>
        </p:nvSpPr>
        <p:spPr>
          <a:xfrm>
            <a:off x="7920862" y="333729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CO06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BA4404A1-2AE7-D995-E016-8278BFF93B8D}"/>
              </a:ext>
            </a:extLst>
          </p:cNvPr>
          <p:cNvCxnSpPr>
            <a:stCxn id="28" idx="3"/>
            <a:endCxn id="38" idx="1"/>
          </p:cNvCxnSpPr>
          <p:nvPr/>
        </p:nvCxnSpPr>
        <p:spPr>
          <a:xfrm>
            <a:off x="7512141" y="3499076"/>
            <a:ext cx="408721" cy="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AE7713E-4FAB-85AF-32BE-861446F94492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 flipV="1">
            <a:off x="7499949" y="2719417"/>
            <a:ext cx="420913" cy="7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A9373A8-823C-04E4-5280-CFDA1F78E6BF}"/>
              </a:ext>
            </a:extLst>
          </p:cNvPr>
          <p:cNvCxnSpPr>
            <a:cxnSpLocks/>
            <a:stCxn id="37" idx="3"/>
            <a:endCxn id="33" idx="1"/>
          </p:cNvCxnSpPr>
          <p:nvPr/>
        </p:nvCxnSpPr>
        <p:spPr>
          <a:xfrm>
            <a:off x="9000862" y="2719417"/>
            <a:ext cx="348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CADC223B-76C5-9544-7BAC-BD5509D22607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 flipV="1">
            <a:off x="9000862" y="3500975"/>
            <a:ext cx="348401" cy="1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345CE33A-1587-3928-F633-AB7DF9BFA425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 flipV="1">
            <a:off x="4501721" y="2726468"/>
            <a:ext cx="1918228" cy="394028"/>
          </a:xfrm>
          <a:prstGeom prst="bentConnector3">
            <a:avLst>
              <a:gd name="adj1" fmla="val 884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r 53">
            <a:extLst>
              <a:ext uri="{FF2B5EF4-FFF2-40B4-BE49-F238E27FC236}">
                <a16:creationId xmlns:a16="http://schemas.microsoft.com/office/drawing/2014/main" id="{DDF349FB-1A3B-DF57-E07D-5EABB3A56672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>
            <a:off x="4501721" y="3120496"/>
            <a:ext cx="1930420" cy="378580"/>
          </a:xfrm>
          <a:prstGeom prst="bentConnector3">
            <a:avLst>
              <a:gd name="adj1" fmla="val 877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6F859B8-F4BE-AE59-7046-8BB68AB9419D}"/>
              </a:ext>
            </a:extLst>
          </p:cNvPr>
          <p:cNvSpPr txBox="1"/>
          <p:nvPr/>
        </p:nvSpPr>
        <p:spPr>
          <a:xfrm>
            <a:off x="6147688" y="2396518"/>
            <a:ext cx="10614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5F5576D-8FA6-4AE2-D7AA-1AF96DD04BB0}"/>
              </a:ext>
            </a:extLst>
          </p:cNvPr>
          <p:cNvSpPr txBox="1"/>
          <p:nvPr/>
        </p:nvSpPr>
        <p:spPr>
          <a:xfrm>
            <a:off x="6425464" y="416957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PV02_CICMV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42F465BE-7B05-8B98-EC40-29EDCDE76487}"/>
              </a:ext>
            </a:extLst>
          </p:cNvPr>
          <p:cNvCxnSpPr>
            <a:cxnSpLocks/>
            <a:stCxn id="56" idx="3"/>
            <a:endCxn id="61" idx="1"/>
          </p:cNvCxnSpPr>
          <p:nvPr/>
        </p:nvCxnSpPr>
        <p:spPr>
          <a:xfrm flipV="1">
            <a:off x="7505464" y="4333082"/>
            <a:ext cx="415398" cy="2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grama de flujo: documento 3">
            <a:extLst>
              <a:ext uri="{FF2B5EF4-FFF2-40B4-BE49-F238E27FC236}">
                <a16:creationId xmlns:a16="http://schemas.microsoft.com/office/drawing/2014/main" id="{103F1B0E-5B42-3543-1E58-D28D384E2D27}"/>
              </a:ext>
            </a:extLst>
          </p:cNvPr>
          <p:cNvSpPr/>
          <p:nvPr/>
        </p:nvSpPr>
        <p:spPr>
          <a:xfrm>
            <a:off x="9349263" y="4067949"/>
            <a:ext cx="1307567" cy="530435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Fact. Nota de Cargo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81753FB-E186-1A52-948B-3CF526AEAB64}"/>
              </a:ext>
            </a:extLst>
          </p:cNvPr>
          <p:cNvSpPr txBox="1"/>
          <p:nvPr/>
        </p:nvSpPr>
        <p:spPr>
          <a:xfrm>
            <a:off x="7920862" y="4167482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PV02_CICMV-NC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0D2E33B7-B750-A7BD-D22B-AB6E8F883B24}"/>
              </a:ext>
            </a:extLst>
          </p:cNvPr>
          <p:cNvCxnSpPr>
            <a:cxnSpLocks/>
            <a:stCxn id="61" idx="3"/>
            <a:endCxn id="60" idx="1"/>
          </p:cNvCxnSpPr>
          <p:nvPr/>
        </p:nvCxnSpPr>
        <p:spPr>
          <a:xfrm>
            <a:off x="9000862" y="4333082"/>
            <a:ext cx="348401" cy="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>
            <a:extLst>
              <a:ext uri="{FF2B5EF4-FFF2-40B4-BE49-F238E27FC236}">
                <a16:creationId xmlns:a16="http://schemas.microsoft.com/office/drawing/2014/main" id="{210503F4-3205-FD0A-CE7B-E15217E1ED76}"/>
              </a:ext>
            </a:extLst>
          </p:cNvPr>
          <p:cNvCxnSpPr>
            <a:stCxn id="31" idx="3"/>
            <a:endCxn id="56" idx="1"/>
          </p:cNvCxnSpPr>
          <p:nvPr/>
        </p:nvCxnSpPr>
        <p:spPr>
          <a:xfrm flipV="1">
            <a:off x="4506679" y="4335176"/>
            <a:ext cx="1918785" cy="21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FA306727-C2AF-CF1A-942D-5DC0A731D17C}"/>
              </a:ext>
            </a:extLst>
          </p:cNvPr>
          <p:cNvCxnSpPr>
            <a:cxnSpLocks/>
            <a:stCxn id="7" idx="4"/>
            <a:endCxn id="25" idx="0"/>
          </p:cNvCxnSpPr>
          <p:nvPr/>
        </p:nvCxnSpPr>
        <p:spPr>
          <a:xfrm>
            <a:off x="3598470" y="2545717"/>
            <a:ext cx="3251" cy="29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118">
            <a:extLst>
              <a:ext uri="{FF2B5EF4-FFF2-40B4-BE49-F238E27FC236}">
                <a16:creationId xmlns:a16="http://schemas.microsoft.com/office/drawing/2014/main" id="{E1E37454-AF55-E623-DB00-6FCD951F1843}"/>
              </a:ext>
            </a:extLst>
          </p:cNvPr>
          <p:cNvSpPr txBox="1"/>
          <p:nvPr/>
        </p:nvSpPr>
        <p:spPr>
          <a:xfrm>
            <a:off x="7920862" y="548490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1C9ED764-CF20-480A-51DB-D15D23857C5D}"/>
              </a:ext>
            </a:extLst>
          </p:cNvPr>
          <p:cNvSpPr/>
          <p:nvPr/>
        </p:nvSpPr>
        <p:spPr>
          <a:xfrm>
            <a:off x="9610046" y="5458585"/>
            <a:ext cx="1079746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C288DD32-2889-6FC0-B2F0-2E57DFF381CD}"/>
              </a:ext>
            </a:extLst>
          </p:cNvPr>
          <p:cNvSpPr txBox="1"/>
          <p:nvPr/>
        </p:nvSpPr>
        <p:spPr>
          <a:xfrm>
            <a:off x="10650569" y="5484909"/>
            <a:ext cx="1152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actualiza:</a:t>
            </a:r>
          </a:p>
          <a:p>
            <a:r>
              <a:rPr lang="es-ES_tradnl" sz="800">
                <a:latin typeface="Arial Nova" panose="020B0504020202020204" pitchFamily="34" charset="0"/>
              </a:rPr>
              <a:t>-Cobro</a:t>
            </a:r>
          </a:p>
          <a:p>
            <a:r>
              <a:rPr lang="es-ES_tradnl" sz="800">
                <a:latin typeface="Arial Nova" panose="020B0504020202020204" pitchFamily="34" charset="0"/>
              </a:rPr>
              <a:t>-Saldo</a:t>
            </a:r>
          </a:p>
          <a:p>
            <a:r>
              <a:rPr lang="es-ES_tradnl" sz="800">
                <a:latin typeface="Arial Nova" panose="020B0504020202020204" pitchFamily="34" charset="0"/>
              </a:rPr>
              <a:t>-Estatus: Adjudicado</a:t>
            </a:r>
          </a:p>
        </p:txBody>
      </p: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E05EB74C-211A-A933-A1A1-1D2BFAE240FA}"/>
              </a:ext>
            </a:extLst>
          </p:cNvPr>
          <p:cNvCxnSpPr>
            <a:cxnSpLocks/>
            <a:stCxn id="82" idx="3"/>
            <a:endCxn id="83" idx="5"/>
          </p:cNvCxnSpPr>
          <p:nvPr/>
        </p:nvCxnSpPr>
        <p:spPr>
          <a:xfrm flipV="1">
            <a:off x="9000862" y="5664908"/>
            <a:ext cx="6607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A4F204FB-86EF-1FB9-6D6E-3A7053890E4A}"/>
              </a:ext>
            </a:extLst>
          </p:cNvPr>
          <p:cNvCxnSpPr>
            <a:cxnSpLocks/>
            <a:stCxn id="31" idx="2"/>
            <a:endCxn id="82" idx="1"/>
          </p:cNvCxnSpPr>
          <p:nvPr/>
        </p:nvCxnSpPr>
        <p:spPr>
          <a:xfrm rot="16200000" flipH="1">
            <a:off x="5241391" y="2985438"/>
            <a:ext cx="1044758" cy="4314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E5C9E2-F271-681C-B0B2-80A59662D058}"/>
              </a:ext>
            </a:extLst>
          </p:cNvPr>
          <p:cNvSpPr txBox="1"/>
          <p:nvPr/>
        </p:nvSpPr>
        <p:spPr>
          <a:xfrm>
            <a:off x="7920862" y="3619206"/>
            <a:ext cx="1307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Nota: Se crea cobro por parcialidad vencida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541421D-BC5F-631F-2671-6CE86DD9FC35}"/>
              </a:ext>
            </a:extLst>
          </p:cNvPr>
          <p:cNvSpPr txBox="1"/>
          <p:nvPr/>
        </p:nvSpPr>
        <p:spPr>
          <a:xfrm>
            <a:off x="9465663" y="486603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2A469B8-575A-96A6-9C34-15F546818CE1}"/>
              </a:ext>
            </a:extLst>
          </p:cNvPr>
          <p:cNvSpPr txBox="1"/>
          <p:nvPr/>
        </p:nvSpPr>
        <p:spPr>
          <a:xfrm>
            <a:off x="10501390" y="4694724"/>
            <a:ext cx="1537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DA8E02B-EC21-D26E-C5E8-74515457E2E2}"/>
              </a:ext>
            </a:extLst>
          </p:cNvPr>
          <p:cNvCxnSpPr>
            <a:stCxn id="60" idx="2"/>
            <a:endCxn id="11" idx="0"/>
          </p:cNvCxnSpPr>
          <p:nvPr/>
        </p:nvCxnSpPr>
        <p:spPr>
          <a:xfrm>
            <a:off x="10003047" y="4563316"/>
            <a:ext cx="2616" cy="302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6FE1CD7-A9EF-F0AE-D0C2-04AE6CE2149B}"/>
              </a:ext>
            </a:extLst>
          </p:cNvPr>
          <p:cNvSpPr txBox="1"/>
          <p:nvPr/>
        </p:nvSpPr>
        <p:spPr>
          <a:xfrm>
            <a:off x="10650569" y="4013609"/>
            <a:ext cx="1289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E548AE-A616-213F-2372-AB6BCEEE94A6}"/>
              </a:ext>
            </a:extLst>
          </p:cNvPr>
          <p:cNvSpPr txBox="1"/>
          <p:nvPr/>
        </p:nvSpPr>
        <p:spPr>
          <a:xfrm>
            <a:off x="10625369" y="2455610"/>
            <a:ext cx="1289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caja*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  <a:p>
            <a:endParaRPr lang="es-ES_tradnl" sz="800">
              <a:solidFill>
                <a:srgbClr val="0070C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4F9320A-DAD7-F7CE-D87C-36594D9001B1}"/>
              </a:ext>
            </a:extLst>
          </p:cNvPr>
          <p:cNvSpPr txBox="1"/>
          <p:nvPr/>
        </p:nvSpPr>
        <p:spPr>
          <a:xfrm>
            <a:off x="10672350" y="3275304"/>
            <a:ext cx="1289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caja*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  <a:p>
            <a:endParaRPr lang="es-ES_tradnl" sz="800">
              <a:solidFill>
                <a:srgbClr val="0070C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1E178A1-7D19-BE20-ED76-ECE7F650DADB}"/>
              </a:ext>
            </a:extLst>
          </p:cNvPr>
          <p:cNvSpPr txBox="1"/>
          <p:nvPr/>
        </p:nvSpPr>
        <p:spPr>
          <a:xfrm>
            <a:off x="6381105" y="2844860"/>
            <a:ext cx="1289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“No afecta control de caja”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E75C3-BE75-8E81-8EB5-DB75B162CDDD}"/>
              </a:ext>
            </a:extLst>
          </p:cNvPr>
          <p:cNvSpPr txBox="1"/>
          <p:nvPr/>
        </p:nvSpPr>
        <p:spPr>
          <a:xfrm>
            <a:off x="6407420" y="3628196"/>
            <a:ext cx="1289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“No afecta control de caja”</a:t>
            </a:r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870A0DEA-7CEF-1BD3-F3B6-59A311D61B9A}"/>
              </a:ext>
            </a:extLst>
          </p:cNvPr>
          <p:cNvSpPr txBox="1"/>
          <p:nvPr/>
        </p:nvSpPr>
        <p:spPr>
          <a:xfrm>
            <a:off x="9945574" y="528099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6397037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1663-4ABE-D3AC-908F-F00476D8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E11A8B23-7E6D-4F08-BD6D-844BBF6FFBF2}"/>
              </a:ext>
            </a:extLst>
          </p:cNvPr>
          <p:cNvSpPr/>
          <p:nvPr/>
        </p:nvSpPr>
        <p:spPr>
          <a:xfrm>
            <a:off x="2623424" y="2008926"/>
            <a:ext cx="1910342" cy="4322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9C99538-D61B-3C08-257F-EC9D74586C4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C13AB7F-7A83-EA86-6CE6-2E992CCCB1E3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6E2C374-7999-AC2F-F8B6-165BE22E789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864B773-36E0-A152-489B-4F521948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A90EC5C-782A-75EA-2DD9-CB5CC39ACEC0}"/>
              </a:ext>
            </a:extLst>
          </p:cNvPr>
          <p:cNvSpPr/>
          <p:nvPr/>
        </p:nvSpPr>
        <p:spPr>
          <a:xfrm>
            <a:off x="142800" y="1615680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D7E335-9C03-37BD-64E9-200FD2510562}"/>
              </a:ext>
            </a:extLst>
          </p:cNvPr>
          <p:cNvSpPr/>
          <p:nvPr/>
        </p:nvSpPr>
        <p:spPr>
          <a:xfrm>
            <a:off x="6996835" y="1661528"/>
            <a:ext cx="145619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C0BFEE-40EA-BC62-9BF2-C9F446621E93}"/>
              </a:ext>
            </a:extLst>
          </p:cNvPr>
          <p:cNvSpPr/>
          <p:nvPr/>
        </p:nvSpPr>
        <p:spPr>
          <a:xfrm>
            <a:off x="8565847" y="1667050"/>
            <a:ext cx="347319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C89DD99-27E4-065A-4B08-32CDB2365D19}"/>
              </a:ext>
            </a:extLst>
          </p:cNvPr>
          <p:cNvSpPr/>
          <p:nvPr/>
        </p:nvSpPr>
        <p:spPr>
          <a:xfrm>
            <a:off x="4829833" y="1661528"/>
            <a:ext cx="206370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37A4DE5-0C82-079B-F12E-90C69C15E0F8}"/>
              </a:ext>
            </a:extLst>
          </p:cNvPr>
          <p:cNvSpPr txBox="1"/>
          <p:nvPr/>
        </p:nvSpPr>
        <p:spPr>
          <a:xfrm>
            <a:off x="6996835" y="1286964"/>
            <a:ext cx="504220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13FF55-D5A6-A532-996F-3C2755D04108}"/>
              </a:ext>
            </a:extLst>
          </p:cNvPr>
          <p:cNvSpPr txBox="1"/>
          <p:nvPr/>
        </p:nvSpPr>
        <p:spPr>
          <a:xfrm>
            <a:off x="4825083" y="1286964"/>
            <a:ext cx="206370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338392D-685A-81B9-149D-BA64BA5A1D90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D59345A7-AA94-F54F-CC91-33FB472B9318}"/>
              </a:ext>
            </a:extLst>
          </p:cNvPr>
          <p:cNvSpPr/>
          <p:nvPr/>
        </p:nvSpPr>
        <p:spPr>
          <a:xfrm>
            <a:off x="908999" y="438480"/>
            <a:ext cx="802636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Cobros Mercaderias Adjudicaciones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FA38E1-7D52-5C31-D72E-8C5163533AD7}"/>
              </a:ext>
            </a:extLst>
          </p:cNvPr>
          <p:cNvSpPr txBox="1"/>
          <p:nvPr/>
        </p:nvSpPr>
        <p:spPr>
          <a:xfrm>
            <a:off x="5400416" y="210021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BC9DEE-B826-7581-AB06-7BEA798BC37A}"/>
              </a:ext>
            </a:extLst>
          </p:cNvPr>
          <p:cNvSpPr/>
          <p:nvPr/>
        </p:nvSpPr>
        <p:spPr>
          <a:xfrm>
            <a:off x="10114309" y="193647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76D391C4-C07B-0DD2-CFEF-6EB6A44F625A}"/>
              </a:ext>
            </a:extLst>
          </p:cNvPr>
          <p:cNvSpPr/>
          <p:nvPr/>
        </p:nvSpPr>
        <p:spPr>
          <a:xfrm>
            <a:off x="8897821" y="3802081"/>
            <a:ext cx="1240231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6986976-27C6-FA67-7527-88466E7324F8}"/>
              </a:ext>
            </a:extLst>
          </p:cNvPr>
          <p:cNvSpPr txBox="1"/>
          <p:nvPr/>
        </p:nvSpPr>
        <p:spPr>
          <a:xfrm>
            <a:off x="5414766" y="3799598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75B2768-F91A-0FEF-8603-7EF296C21CCD}"/>
              </a:ext>
            </a:extLst>
          </p:cNvPr>
          <p:cNvSpPr/>
          <p:nvPr/>
        </p:nvSpPr>
        <p:spPr>
          <a:xfrm>
            <a:off x="383365" y="2128493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B9A76E-7B42-1185-E116-D6CC2FB2AF6B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BD0AA54-DBDF-D6F9-72ED-2CEA0C200C4D}"/>
              </a:ext>
            </a:extLst>
          </p:cNvPr>
          <p:cNvSpPr txBox="1"/>
          <p:nvPr/>
        </p:nvSpPr>
        <p:spPr>
          <a:xfrm>
            <a:off x="142799" y="1286964"/>
            <a:ext cx="2264069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1C83BF5-A395-F5D4-91C5-2E18BCD0D302}"/>
              </a:ext>
            </a:extLst>
          </p:cNvPr>
          <p:cNvCxnSpPr>
            <a:stCxn id="4" idx="3"/>
            <a:endCxn id="12" idx="1"/>
          </p:cNvCxnSpPr>
          <p:nvPr/>
        </p:nvCxnSpPr>
        <p:spPr>
          <a:xfrm flipV="1">
            <a:off x="2183365" y="2265813"/>
            <a:ext cx="3217051" cy="145461"/>
          </a:xfrm>
          <a:prstGeom prst="bentConnector3">
            <a:avLst>
              <a:gd name="adj1" fmla="val 9029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6590EDD2-A4F7-138B-D502-5AA54279B762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>
            <a:off x="2183365" y="2411274"/>
            <a:ext cx="3231401" cy="1553924"/>
          </a:xfrm>
          <a:prstGeom prst="bentConnector3">
            <a:avLst>
              <a:gd name="adj1" fmla="val 8983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BB29E7E-0F4C-A67D-06BB-98F2F38468C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6480416" y="2242473"/>
            <a:ext cx="3633893" cy="2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7D8C953-9564-8085-56FD-6A9929479BAD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 flipV="1">
            <a:off x="6494766" y="3952271"/>
            <a:ext cx="2440603" cy="1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E8C64A10-1059-906A-A799-A945653D4848}"/>
              </a:ext>
            </a:extLst>
          </p:cNvPr>
          <p:cNvSpPr/>
          <p:nvPr/>
        </p:nvSpPr>
        <p:spPr>
          <a:xfrm>
            <a:off x="2494590" y="1643100"/>
            <a:ext cx="226290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508F81-460E-2378-8BBC-0EEB91A7D99E}"/>
              </a:ext>
            </a:extLst>
          </p:cNvPr>
          <p:cNvSpPr txBox="1"/>
          <p:nvPr/>
        </p:nvSpPr>
        <p:spPr>
          <a:xfrm>
            <a:off x="2486102" y="1286964"/>
            <a:ext cx="227138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2F027D7-E485-D7F7-AC2C-E01CE29B5A9D}"/>
              </a:ext>
            </a:extLst>
          </p:cNvPr>
          <p:cNvSpPr/>
          <p:nvPr/>
        </p:nvSpPr>
        <p:spPr>
          <a:xfrm>
            <a:off x="2845853" y="4455376"/>
            <a:ext cx="143389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06B1CB67-FD3C-2114-34AF-9287346B922F}"/>
              </a:ext>
            </a:extLst>
          </p:cNvPr>
          <p:cNvCxnSpPr>
            <a:cxnSpLocks/>
            <a:stCxn id="4" idx="2"/>
            <a:endCxn id="25" idx="1"/>
          </p:cNvCxnSpPr>
          <p:nvPr/>
        </p:nvCxnSpPr>
        <p:spPr>
          <a:xfrm rot="16200000" flipH="1">
            <a:off x="1042558" y="2934862"/>
            <a:ext cx="2044102" cy="15624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395727A-8404-6520-0E51-37E6716052A5}"/>
              </a:ext>
            </a:extLst>
          </p:cNvPr>
          <p:cNvSpPr txBox="1"/>
          <p:nvPr/>
        </p:nvSpPr>
        <p:spPr>
          <a:xfrm>
            <a:off x="7175485" y="4568158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PV01_CP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152C353-B5F7-BB26-B71F-55C46E6D6C2C}"/>
              </a:ext>
            </a:extLst>
          </p:cNvPr>
          <p:cNvSpPr/>
          <p:nvPr/>
        </p:nvSpPr>
        <p:spPr>
          <a:xfrm>
            <a:off x="10235749" y="443296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(3D)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4F47AF69-8380-44EA-A994-8AA40A3019E0}"/>
              </a:ext>
            </a:extLst>
          </p:cNvPr>
          <p:cNvSpPr txBox="1"/>
          <p:nvPr/>
        </p:nvSpPr>
        <p:spPr>
          <a:xfrm>
            <a:off x="8861049" y="4574515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CO01_CP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6AC06C78-0043-8448-2257-03DF8928D1E7}"/>
              </a:ext>
            </a:extLst>
          </p:cNvPr>
          <p:cNvCxnSpPr>
            <a:stCxn id="74" idx="3"/>
            <a:endCxn id="68" idx="1"/>
          </p:cNvCxnSpPr>
          <p:nvPr/>
        </p:nvCxnSpPr>
        <p:spPr>
          <a:xfrm flipV="1">
            <a:off x="9941049" y="4738963"/>
            <a:ext cx="294700" cy="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AE75F2A7-DA5A-61F1-FC33-7C10C9F95B79}"/>
              </a:ext>
            </a:extLst>
          </p:cNvPr>
          <p:cNvCxnSpPr>
            <a:cxnSpLocks/>
            <a:stCxn id="25" idx="3"/>
            <a:endCxn id="66" idx="1"/>
          </p:cNvCxnSpPr>
          <p:nvPr/>
        </p:nvCxnSpPr>
        <p:spPr>
          <a:xfrm flipV="1">
            <a:off x="4279743" y="4733758"/>
            <a:ext cx="2895742" cy="4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27C6197C-3F13-DB21-86D2-546DCB0E81ED}"/>
              </a:ext>
            </a:extLst>
          </p:cNvPr>
          <p:cNvCxnSpPr>
            <a:cxnSpLocks/>
            <a:stCxn id="66" idx="3"/>
            <a:endCxn id="74" idx="1"/>
          </p:cNvCxnSpPr>
          <p:nvPr/>
        </p:nvCxnSpPr>
        <p:spPr>
          <a:xfrm>
            <a:off x="8255485" y="4733758"/>
            <a:ext cx="605564" cy="6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4B81514-2DC8-19D8-63CA-F4022D5D7363}"/>
              </a:ext>
            </a:extLst>
          </p:cNvPr>
          <p:cNvSpPr txBox="1"/>
          <p:nvPr/>
        </p:nvSpPr>
        <p:spPr>
          <a:xfrm>
            <a:off x="7006360" y="4960463"/>
            <a:ext cx="1383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*Clase movimiento: AD01</a:t>
            </a:r>
          </a:p>
          <a:p>
            <a:r>
              <a:rPr lang="es-ES_tradnl" sz="800"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5DED52A-A3B5-7E4D-398C-7CFE0427C919}"/>
              </a:ext>
            </a:extLst>
          </p:cNvPr>
          <p:cNvSpPr txBox="1"/>
          <p:nvPr/>
        </p:nvSpPr>
        <p:spPr>
          <a:xfrm>
            <a:off x="10302443" y="5044963"/>
            <a:ext cx="1289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caja"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841DAB-E12B-4AC4-AECF-21A65EDDFF4F}"/>
              </a:ext>
            </a:extLst>
          </p:cNvPr>
          <p:cNvSpPr txBox="1"/>
          <p:nvPr/>
        </p:nvSpPr>
        <p:spPr>
          <a:xfrm>
            <a:off x="10040736" y="2524258"/>
            <a:ext cx="1998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331A3446-4199-B903-46F1-776AF4BEAB3B}"/>
              </a:ext>
            </a:extLst>
          </p:cNvPr>
          <p:cNvSpPr txBox="1"/>
          <p:nvPr/>
        </p:nvSpPr>
        <p:spPr>
          <a:xfrm>
            <a:off x="9235416" y="362714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39B04A5C-7DA1-E418-E5C1-D84822DD54D1}"/>
              </a:ext>
            </a:extLst>
          </p:cNvPr>
          <p:cNvSpPr/>
          <p:nvPr/>
        </p:nvSpPr>
        <p:spPr>
          <a:xfrm>
            <a:off x="9050221" y="5614607"/>
            <a:ext cx="1240231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07647D6-CEFE-484D-D3CB-B6703C6BD891}"/>
              </a:ext>
            </a:extLst>
          </p:cNvPr>
          <p:cNvSpPr txBox="1"/>
          <p:nvPr/>
        </p:nvSpPr>
        <p:spPr>
          <a:xfrm>
            <a:off x="5567166" y="561212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38544A1F-9496-A64E-9663-DBDC478C1B01}"/>
              </a:ext>
            </a:extLst>
          </p:cNvPr>
          <p:cNvCxnSpPr>
            <a:cxnSpLocks/>
            <a:stCxn id="25" idx="2"/>
            <a:endCxn id="26" idx="1"/>
          </p:cNvCxnSpPr>
          <p:nvPr/>
        </p:nvCxnSpPr>
        <p:spPr>
          <a:xfrm rot="16200000" flipH="1">
            <a:off x="4186589" y="4397147"/>
            <a:ext cx="756786" cy="20043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C83B50E-46B5-AB1D-960E-5031045642D9}"/>
              </a:ext>
            </a:extLst>
          </p:cNvPr>
          <p:cNvCxnSpPr>
            <a:cxnSpLocks/>
            <a:stCxn id="26" idx="3"/>
            <a:endCxn id="22" idx="5"/>
          </p:cNvCxnSpPr>
          <p:nvPr/>
        </p:nvCxnSpPr>
        <p:spPr>
          <a:xfrm flipV="1">
            <a:off x="6647166" y="5764797"/>
            <a:ext cx="2440603" cy="1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118">
            <a:extLst>
              <a:ext uri="{FF2B5EF4-FFF2-40B4-BE49-F238E27FC236}">
                <a16:creationId xmlns:a16="http://schemas.microsoft.com/office/drawing/2014/main" id="{5ECB0B21-9FCD-E07B-0763-C9BF5B663EFB}"/>
              </a:ext>
            </a:extLst>
          </p:cNvPr>
          <p:cNvSpPr txBox="1"/>
          <p:nvPr/>
        </p:nvSpPr>
        <p:spPr>
          <a:xfrm>
            <a:off x="9387816" y="5439675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15222521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186895" y="616126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9966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8BEE-98CC-6A9F-1E67-F180A96E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6">
            <a:extLst>
              <a:ext uri="{FF2B5EF4-FFF2-40B4-BE49-F238E27FC236}">
                <a16:creationId xmlns:a16="http://schemas.microsoft.com/office/drawing/2014/main" id="{F5F54D25-5F7D-348F-B4AC-D2047983DB2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7193AD1-AB23-C06D-7E90-BF8B54A263F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8FF9ABD-6D6C-F36B-7B01-C6DCA212C4B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C47494-8F69-9FA3-674C-9EE198DB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15585AD-95BD-70B3-73CE-3156B5E2FCB8}"/>
              </a:ext>
            </a:extLst>
          </p:cNvPr>
          <p:cNvSpPr/>
          <p:nvPr/>
        </p:nvSpPr>
        <p:spPr>
          <a:xfrm>
            <a:off x="2176416" y="1615680"/>
            <a:ext cx="2527735" cy="479876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932388-4D1F-D20F-9313-304343BDF60E}"/>
              </a:ext>
            </a:extLst>
          </p:cNvPr>
          <p:cNvSpPr/>
          <p:nvPr/>
        </p:nvSpPr>
        <p:spPr>
          <a:xfrm>
            <a:off x="5886850" y="1615680"/>
            <a:ext cx="592843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7EB19CD-5F26-5F87-7480-F6393AB7D809}"/>
              </a:ext>
            </a:extLst>
          </p:cNvPr>
          <p:cNvSpPr txBox="1"/>
          <p:nvPr/>
        </p:nvSpPr>
        <p:spPr>
          <a:xfrm>
            <a:off x="5903899" y="1287626"/>
            <a:ext cx="591138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BFE58AF-8DD6-3D39-B7BD-023C4C3A07F5}"/>
              </a:ext>
            </a:extLst>
          </p:cNvPr>
          <p:cNvSpPr txBox="1"/>
          <p:nvPr/>
        </p:nvSpPr>
        <p:spPr>
          <a:xfrm>
            <a:off x="419426" y="6462989"/>
            <a:ext cx="5251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6D37B2B7-1EDB-7FBE-46AE-4172A76FA4ED}"/>
              </a:ext>
            </a:extLst>
          </p:cNvPr>
          <p:cNvSpPr/>
          <p:nvPr/>
        </p:nvSpPr>
        <p:spPr>
          <a:xfrm>
            <a:off x="909000" y="438480"/>
            <a:ext cx="5691826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Notas Cargo/Crédito Espejo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40E925-4C78-BE31-0566-56C588B2E452}"/>
              </a:ext>
            </a:extLst>
          </p:cNvPr>
          <p:cNvSpPr txBox="1"/>
          <p:nvPr/>
        </p:nvSpPr>
        <p:spPr>
          <a:xfrm>
            <a:off x="2505555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1E3CAEE-7015-123C-D06C-AD82E0291B45}"/>
              </a:ext>
            </a:extLst>
          </p:cNvPr>
          <p:cNvSpPr txBox="1"/>
          <p:nvPr/>
        </p:nvSpPr>
        <p:spPr>
          <a:xfrm>
            <a:off x="2185943" y="1248663"/>
            <a:ext cx="2527735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7DC5A3-E6A5-A9B0-60E6-B97AD746FE3B}"/>
              </a:ext>
            </a:extLst>
          </p:cNvPr>
          <p:cNvSpPr/>
          <p:nvPr/>
        </p:nvSpPr>
        <p:spPr>
          <a:xfrm>
            <a:off x="2243843" y="1978925"/>
            <a:ext cx="2423691" cy="4353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4AF31556-8333-84AA-856E-946AD2B74755}"/>
              </a:ext>
            </a:extLst>
          </p:cNvPr>
          <p:cNvSpPr/>
          <p:nvPr/>
        </p:nvSpPr>
        <p:spPr>
          <a:xfrm>
            <a:off x="9579375" y="5838998"/>
            <a:ext cx="1820441" cy="324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1C9193-813E-2645-3232-15487113D6AD}"/>
              </a:ext>
            </a:extLst>
          </p:cNvPr>
          <p:cNvSpPr txBox="1"/>
          <p:nvPr/>
        </p:nvSpPr>
        <p:spPr>
          <a:xfrm>
            <a:off x="7757181" y="2487807"/>
            <a:ext cx="1631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Documentos manuales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4F3E96-ECF4-1882-3E27-DCCA66DE3E52}"/>
              </a:ext>
            </a:extLst>
          </p:cNvPr>
          <p:cNvSpPr/>
          <p:nvPr/>
        </p:nvSpPr>
        <p:spPr>
          <a:xfrm>
            <a:off x="7889188" y="2712746"/>
            <a:ext cx="1346670" cy="570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 No CFDI </a:t>
            </a:r>
            <a:endParaRPr lang="es-MX" sz="12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391366-0ECE-7484-DF53-7A96DA10599A}"/>
              </a:ext>
            </a:extLst>
          </p:cNvPr>
          <p:cNvSpPr/>
          <p:nvPr/>
        </p:nvSpPr>
        <p:spPr>
          <a:xfrm>
            <a:off x="2351336" y="2174672"/>
            <a:ext cx="1371967" cy="62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Evalua Documento creado manual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41BBE4D7-5B44-9C7F-BA09-4C1D7EA4293C}"/>
              </a:ext>
            </a:extLst>
          </p:cNvPr>
          <p:cNvSpPr/>
          <p:nvPr/>
        </p:nvSpPr>
        <p:spPr>
          <a:xfrm>
            <a:off x="3327389" y="301531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MAVI03</a:t>
            </a:r>
          </a:p>
        </p:txBody>
      </p:sp>
      <p:cxnSp>
        <p:nvCxnSpPr>
          <p:cNvPr id="69" name="Conector angular 68">
            <a:extLst>
              <a:ext uri="{FF2B5EF4-FFF2-40B4-BE49-F238E27FC236}">
                <a16:creationId xmlns:a16="http://schemas.microsoft.com/office/drawing/2014/main" id="{73C72FB9-5CD8-FF62-9349-41E32D233F10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rot="10800000" flipV="1">
            <a:off x="7160980" y="2998226"/>
            <a:ext cx="728209" cy="17921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84F2EB5-E815-BEE7-6144-5105309D65A6}"/>
              </a:ext>
            </a:extLst>
          </p:cNvPr>
          <p:cNvSpPr/>
          <p:nvPr/>
        </p:nvSpPr>
        <p:spPr>
          <a:xfrm>
            <a:off x="2351336" y="4300562"/>
            <a:ext cx="1371967" cy="567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Crea documento espejo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76BF92-9493-59E1-AA2C-7ABA040BEFEA}"/>
              </a:ext>
            </a:extLst>
          </p:cNvPr>
          <p:cNvSpPr txBox="1"/>
          <p:nvPr/>
        </p:nvSpPr>
        <p:spPr>
          <a:xfrm>
            <a:off x="6062431" y="440882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F51D767-4BFC-C2EA-8ECC-0C2BE73CC536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7142431" y="4573855"/>
            <a:ext cx="2217386" cy="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AE34FC4-4C2C-7565-B1BB-0FD3C603DE28}"/>
              </a:ext>
            </a:extLst>
          </p:cNvPr>
          <p:cNvSpPr/>
          <p:nvPr/>
        </p:nvSpPr>
        <p:spPr>
          <a:xfrm>
            <a:off x="9359817" y="4267855"/>
            <a:ext cx="1215226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</a:t>
            </a:r>
          </a:p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(Monto global)</a:t>
            </a:r>
          </a:p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4D481BA-8DE3-0E29-28D3-A905A1149C06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3723303" y="4574423"/>
            <a:ext cx="2339128" cy="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>
            <a:extLst>
              <a:ext uri="{FF2B5EF4-FFF2-40B4-BE49-F238E27FC236}">
                <a16:creationId xmlns:a16="http://schemas.microsoft.com/office/drawing/2014/main" id="{A29F4175-448E-B67A-18E8-67F59EDAAEE4}"/>
              </a:ext>
            </a:extLst>
          </p:cNvPr>
          <p:cNvCxnSpPr>
            <a:cxnSpLocks/>
            <a:stCxn id="53" idx="3"/>
            <a:endCxn id="12" idx="1"/>
          </p:cNvCxnSpPr>
          <p:nvPr/>
        </p:nvCxnSpPr>
        <p:spPr>
          <a:xfrm>
            <a:off x="3723303" y="5980775"/>
            <a:ext cx="3699508" cy="38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BDAC749-F21B-D478-86C2-DF8531BB952A}"/>
              </a:ext>
            </a:extLst>
          </p:cNvPr>
          <p:cNvCxnSpPr>
            <a:cxnSpLocks/>
            <a:stCxn id="25" idx="2"/>
            <a:endCxn id="53" idx="0"/>
          </p:cNvCxnSpPr>
          <p:nvPr/>
        </p:nvCxnSpPr>
        <p:spPr>
          <a:xfrm>
            <a:off x="3037320" y="4868170"/>
            <a:ext cx="0" cy="8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588D46BD-731B-00F6-E697-53A2987912A0}"/>
              </a:ext>
            </a:extLst>
          </p:cNvPr>
          <p:cNvSpPr/>
          <p:nvPr/>
        </p:nvSpPr>
        <p:spPr>
          <a:xfrm>
            <a:off x="515669" y="1615680"/>
            <a:ext cx="151447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E46EA7-E4D5-0A06-51C6-45418C410E2E}"/>
              </a:ext>
            </a:extLst>
          </p:cNvPr>
          <p:cNvSpPr txBox="1"/>
          <p:nvPr/>
        </p:nvSpPr>
        <p:spPr>
          <a:xfrm>
            <a:off x="515668" y="1260330"/>
            <a:ext cx="1514470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859E840-B75E-D7F9-CEC5-45AE25965C47}"/>
              </a:ext>
            </a:extLst>
          </p:cNvPr>
          <p:cNvSpPr/>
          <p:nvPr/>
        </p:nvSpPr>
        <p:spPr>
          <a:xfrm>
            <a:off x="7422811" y="5819059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D06828DF-0133-3E30-FA13-26363E53CB7A}"/>
              </a:ext>
            </a:extLst>
          </p:cNvPr>
          <p:cNvSpPr/>
          <p:nvPr/>
        </p:nvSpPr>
        <p:spPr>
          <a:xfrm>
            <a:off x="9307779" y="1858975"/>
            <a:ext cx="2362826" cy="37381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b="1" err="1">
                <a:latin typeface="Arial Nova" panose="020B0504020202020204" pitchFamily="34" charset="0"/>
              </a:rPr>
              <a:t>Tabla_ConfiguracionEspejo</a:t>
            </a:r>
            <a:endParaRPr lang="es-ES_tradnl" sz="1000" b="1">
              <a:latin typeface="Arial Nova" panose="020B0504020202020204" pitchFamily="34" charset="0"/>
            </a:endParaRPr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5D9BEB43-0ED7-EB4D-1622-D03DA7E32013}"/>
              </a:ext>
            </a:extLst>
          </p:cNvPr>
          <p:cNvSpPr/>
          <p:nvPr/>
        </p:nvSpPr>
        <p:spPr>
          <a:xfrm>
            <a:off x="584792" y="4313785"/>
            <a:ext cx="1280949" cy="541921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67F2FB97-9B49-BBDC-9CAE-C16683CE80E6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flipV="1">
            <a:off x="1798001" y="4584366"/>
            <a:ext cx="553335" cy="380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3800FDE7-4C99-052C-F4E1-A4B298609E2A}"/>
              </a:ext>
            </a:extLst>
          </p:cNvPr>
          <p:cNvCxnSpPr>
            <a:cxnSpLocks/>
            <a:stCxn id="11" idx="3"/>
            <a:endCxn id="65" idx="1"/>
          </p:cNvCxnSpPr>
          <p:nvPr/>
        </p:nvCxnSpPr>
        <p:spPr>
          <a:xfrm flipV="1">
            <a:off x="3723303" y="2045704"/>
            <a:ext cx="3918734" cy="442704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BE18FD59-AE1C-15DF-245A-A4E38EBBE518}"/>
              </a:ext>
            </a:extLst>
          </p:cNvPr>
          <p:cNvCxnSpPr>
            <a:stCxn id="12" idx="3"/>
            <a:endCxn id="83" idx="5"/>
          </p:cNvCxnSpPr>
          <p:nvPr/>
        </p:nvCxnSpPr>
        <p:spPr>
          <a:xfrm>
            <a:off x="8502811" y="5984659"/>
            <a:ext cx="1117064" cy="16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ED587A7-65B9-6F16-3DC7-2FC78C3584F5}"/>
              </a:ext>
            </a:extLst>
          </p:cNvPr>
          <p:cNvSpPr/>
          <p:nvPr/>
        </p:nvSpPr>
        <p:spPr>
          <a:xfrm>
            <a:off x="7642037" y="1880104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N-CONFIG-ESPEJO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61E0F259-843C-D1B5-0141-E82D749820FB}"/>
              </a:ext>
            </a:extLst>
          </p:cNvPr>
          <p:cNvCxnSpPr>
            <a:stCxn id="65" idx="3"/>
            <a:endCxn id="9" idx="5"/>
          </p:cNvCxnSpPr>
          <p:nvPr/>
        </p:nvCxnSpPr>
        <p:spPr>
          <a:xfrm>
            <a:off x="8722037" y="2045704"/>
            <a:ext cx="632468" cy="1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7E1550AF-05F6-DD84-578B-E72EB4296462}"/>
              </a:ext>
            </a:extLst>
          </p:cNvPr>
          <p:cNvSpPr txBox="1"/>
          <p:nvPr/>
        </p:nvSpPr>
        <p:spPr>
          <a:xfrm>
            <a:off x="9357271" y="4866170"/>
            <a:ext cx="1942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para registrar folio de la </a:t>
            </a:r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</a:t>
            </a:r>
          </a:p>
          <a:p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  <a:endParaRPr lang="es-MX" sz="105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B56F1A28-A025-A37E-20C7-61963AB9203B}"/>
              </a:ext>
            </a:extLst>
          </p:cNvPr>
          <p:cNvSpPr/>
          <p:nvPr/>
        </p:nvSpPr>
        <p:spPr>
          <a:xfrm>
            <a:off x="6064727" y="367318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DM01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19CEFF31-8B7B-A54A-B1A7-9F2EB3ECDB3D}"/>
              </a:ext>
            </a:extLst>
          </p:cNvPr>
          <p:cNvSpPr/>
          <p:nvPr/>
        </p:nvSpPr>
        <p:spPr>
          <a:xfrm>
            <a:off x="9335614" y="3535904"/>
            <a:ext cx="1215226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Datos maestros articulos (no inventario)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C2BB9A0E-7AA4-53EF-1CDD-5EE99538D882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>
            <a:off x="7144727" y="3838780"/>
            <a:ext cx="2190887" cy="312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Conector angular 109">
            <a:extLst>
              <a:ext uri="{FF2B5EF4-FFF2-40B4-BE49-F238E27FC236}">
                <a16:creationId xmlns:a16="http://schemas.microsoft.com/office/drawing/2014/main" id="{3CF7E304-7A24-AFB0-6147-731B18A3B1B9}"/>
              </a:ext>
            </a:extLst>
          </p:cNvPr>
          <p:cNvCxnSpPr>
            <a:cxnSpLocks/>
            <a:stCxn id="25" idx="0"/>
            <a:endCxn id="103" idx="1"/>
          </p:cNvCxnSpPr>
          <p:nvPr/>
        </p:nvCxnSpPr>
        <p:spPr>
          <a:xfrm rot="5400000" flipH="1" flipV="1">
            <a:off x="4320132" y="2555968"/>
            <a:ext cx="461782" cy="3027407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Rectángulo 15">
            <a:extLst>
              <a:ext uri="{FF2B5EF4-FFF2-40B4-BE49-F238E27FC236}">
                <a16:creationId xmlns:a16="http://schemas.microsoft.com/office/drawing/2014/main" id="{DC89DD99-27E4-065A-4B08-32CDB2365D19}"/>
              </a:ext>
            </a:extLst>
          </p:cNvPr>
          <p:cNvSpPr/>
          <p:nvPr/>
        </p:nvSpPr>
        <p:spPr>
          <a:xfrm>
            <a:off x="4829833" y="1615680"/>
            <a:ext cx="971770" cy="480034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52" name="CuadroTexto 14">
            <a:extLst>
              <a:ext uri="{FF2B5EF4-FFF2-40B4-BE49-F238E27FC236}">
                <a16:creationId xmlns:a16="http://schemas.microsoft.com/office/drawing/2014/main" id="{6113FF55-D5A6-A532-996F-3C2755D04108}"/>
              </a:ext>
            </a:extLst>
          </p:cNvPr>
          <p:cNvSpPr txBox="1"/>
          <p:nvPr/>
        </p:nvSpPr>
        <p:spPr>
          <a:xfrm>
            <a:off x="4838731" y="1255594"/>
            <a:ext cx="97177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67" name="CuadroTexto 6">
            <a:extLst>
              <a:ext uri="{FF2B5EF4-FFF2-40B4-BE49-F238E27FC236}">
                <a16:creationId xmlns:a16="http://schemas.microsoft.com/office/drawing/2014/main" id="{AAA1121B-41B2-3D11-89F3-67A5D32CEC5C}"/>
              </a:ext>
            </a:extLst>
          </p:cNvPr>
          <p:cNvSpPr txBox="1"/>
          <p:nvPr/>
        </p:nvSpPr>
        <p:spPr>
          <a:xfrm>
            <a:off x="4880347" y="5605695"/>
            <a:ext cx="1945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79" name="CuadroTexto 54">
            <a:extLst>
              <a:ext uri="{FF2B5EF4-FFF2-40B4-BE49-F238E27FC236}">
                <a16:creationId xmlns:a16="http://schemas.microsoft.com/office/drawing/2014/main" id="{6F95B5CA-4A35-2D16-F7E6-B8ECB2BBF2E9}"/>
              </a:ext>
            </a:extLst>
          </p:cNvPr>
          <p:cNvSpPr txBox="1"/>
          <p:nvPr/>
        </p:nvSpPr>
        <p:spPr>
          <a:xfrm>
            <a:off x="9831352" y="2786773"/>
            <a:ext cx="880880" cy="42315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80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9796823" y="2341443"/>
            <a:ext cx="1729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Débito o Crédito  creado en S4</a:t>
            </a:r>
          </a:p>
        </p:txBody>
      </p:sp>
      <p:cxnSp>
        <p:nvCxnSpPr>
          <p:cNvPr id="82" name="81 Conector recto de flecha"/>
          <p:cNvCxnSpPr>
            <a:stCxn id="10" idx="3"/>
            <a:endCxn id="79" idx="1"/>
          </p:cNvCxnSpPr>
          <p:nvPr/>
        </p:nvCxnSpPr>
        <p:spPr>
          <a:xfrm>
            <a:off x="9235858" y="2998227"/>
            <a:ext cx="595494" cy="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angular"/>
          <p:cNvCxnSpPr>
            <a:stCxn id="64" idx="1"/>
            <a:endCxn id="11" idx="2"/>
          </p:cNvCxnSpPr>
          <p:nvPr/>
        </p:nvCxnSpPr>
        <p:spPr>
          <a:xfrm rot="10800000">
            <a:off x="3037321" y="2802144"/>
            <a:ext cx="290069" cy="378770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 de flecha"/>
          <p:cNvCxnSpPr>
            <a:cxnSpLocks/>
            <a:stCxn id="11" idx="2"/>
            <a:endCxn id="25" idx="0"/>
          </p:cNvCxnSpPr>
          <p:nvPr/>
        </p:nvCxnSpPr>
        <p:spPr>
          <a:xfrm>
            <a:off x="3037320" y="2802144"/>
            <a:ext cx="0" cy="149841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uadroTexto 28">
            <a:extLst>
              <a:ext uri="{FF2B5EF4-FFF2-40B4-BE49-F238E27FC236}">
                <a16:creationId xmlns:a16="http://schemas.microsoft.com/office/drawing/2014/main" id="{F31E524E-BD06-C291-73A0-21E70164D040}"/>
              </a:ext>
            </a:extLst>
          </p:cNvPr>
          <p:cNvSpPr txBox="1"/>
          <p:nvPr/>
        </p:nvSpPr>
        <p:spPr>
          <a:xfrm>
            <a:off x="4827850" y="2886729"/>
            <a:ext cx="112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S4H Retorna a BAS el  # nota débito</a:t>
            </a:r>
          </a:p>
        </p:txBody>
      </p:sp>
      <p:sp>
        <p:nvSpPr>
          <p:cNvPr id="53" name="Rectángulo 24">
            <a:extLst>
              <a:ext uri="{FF2B5EF4-FFF2-40B4-BE49-F238E27FC236}">
                <a16:creationId xmlns:a16="http://schemas.microsoft.com/office/drawing/2014/main" id="{884F2EB5-E815-BEE7-6144-5105309D65A6}"/>
              </a:ext>
            </a:extLst>
          </p:cNvPr>
          <p:cNvSpPr/>
          <p:nvPr/>
        </p:nvSpPr>
        <p:spPr>
          <a:xfrm>
            <a:off x="2351336" y="5696971"/>
            <a:ext cx="1371967" cy="567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Evalúa Condición Especial</a:t>
            </a:r>
          </a:p>
        </p:txBody>
      </p:sp>
      <p:cxnSp>
        <p:nvCxnSpPr>
          <p:cNvPr id="57" name="56 Conector angular"/>
          <p:cNvCxnSpPr>
            <a:stCxn id="29" idx="3"/>
            <a:endCxn id="79" idx="3"/>
          </p:cNvCxnSpPr>
          <p:nvPr/>
        </p:nvCxnSpPr>
        <p:spPr>
          <a:xfrm flipV="1">
            <a:off x="10575043" y="2998349"/>
            <a:ext cx="137189" cy="1575506"/>
          </a:xfrm>
          <a:prstGeom prst="bentConnector3">
            <a:avLst>
              <a:gd name="adj1" fmla="val 2666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7103A70E-89AC-7C3C-8F76-0E1795106FD7}"/>
              </a:ext>
            </a:extLst>
          </p:cNvPr>
          <p:cNvSpPr/>
          <p:nvPr/>
        </p:nvSpPr>
        <p:spPr>
          <a:xfrm>
            <a:off x="6080979" y="301184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SD49</a:t>
            </a:r>
          </a:p>
        </p:txBody>
      </p: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92028337-C56E-0916-9D0D-3A85C02060C3}"/>
              </a:ext>
            </a:extLst>
          </p:cNvPr>
          <p:cNvCxnSpPr>
            <a:cxnSpLocks/>
            <a:stCxn id="4" idx="1"/>
            <a:endCxn id="64" idx="3"/>
          </p:cNvCxnSpPr>
          <p:nvPr/>
        </p:nvCxnSpPr>
        <p:spPr>
          <a:xfrm rot="10800000" flipV="1">
            <a:off x="4407389" y="3177446"/>
            <a:ext cx="1673590" cy="3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351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3F3E-D09F-34E5-1DA6-F66CA565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55841CAB-E068-7939-23EF-285F20E4532D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A260700B-2233-698E-E6CC-24A39C69096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B64BCC5-96C1-DD49-D542-2DB7FB02B8B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854A125-4269-2B57-906B-39C2E276564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4807752-975D-ECAA-EECD-02308F39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21EF78B-82B2-5A6F-90DB-EEA8AC2D04E0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F561466-8CB6-2762-8186-9BC5A7F0A7EC}"/>
              </a:ext>
            </a:extLst>
          </p:cNvPr>
          <p:cNvSpPr/>
          <p:nvPr/>
        </p:nvSpPr>
        <p:spPr>
          <a:xfrm>
            <a:off x="8187070" y="1587661"/>
            <a:ext cx="38852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1854FE1-A326-1F04-EA5F-E7362122B27E}"/>
              </a:ext>
            </a:extLst>
          </p:cNvPr>
          <p:cNvSpPr/>
          <p:nvPr/>
        </p:nvSpPr>
        <p:spPr>
          <a:xfrm>
            <a:off x="6052937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D0A313F-A208-981D-63E0-724E5EABE6BF}"/>
              </a:ext>
            </a:extLst>
          </p:cNvPr>
          <p:cNvSpPr txBox="1"/>
          <p:nvPr/>
        </p:nvSpPr>
        <p:spPr>
          <a:xfrm>
            <a:off x="8171292" y="1263736"/>
            <a:ext cx="3867748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61BDE14-82DD-28CC-902A-D47B9B4CB8A7}"/>
              </a:ext>
            </a:extLst>
          </p:cNvPr>
          <p:cNvSpPr txBox="1"/>
          <p:nvPr/>
        </p:nvSpPr>
        <p:spPr>
          <a:xfrm>
            <a:off x="6052936" y="1263736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CC12B61-9FD9-6353-73FA-0A4CAA9BB5DC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1E665A75-37B8-324B-FF31-A26F52DF3134}"/>
              </a:ext>
            </a:extLst>
          </p:cNvPr>
          <p:cNvSpPr/>
          <p:nvPr/>
        </p:nvSpPr>
        <p:spPr>
          <a:xfrm>
            <a:off x="908280" y="401619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Cobros Notas Cargo/Crédito Espejo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0615E3-D009-8DE3-71C0-297DFBA231B4}"/>
              </a:ext>
            </a:extLst>
          </p:cNvPr>
          <p:cNvSpPr txBox="1"/>
          <p:nvPr/>
        </p:nvSpPr>
        <p:spPr>
          <a:xfrm>
            <a:off x="6769653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F33585-EA89-2C21-F5DC-B9FDD38224FD}"/>
              </a:ext>
            </a:extLst>
          </p:cNvPr>
          <p:cNvSpPr/>
          <p:nvPr/>
        </p:nvSpPr>
        <p:spPr>
          <a:xfrm>
            <a:off x="10105777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91186E69-4E8F-6D4C-8926-BEFD24579C38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ED8232F-8D3B-CEF1-A71C-F6D4C1753C69}"/>
              </a:ext>
            </a:extLst>
          </p:cNvPr>
          <p:cNvSpPr txBox="1"/>
          <p:nvPr/>
        </p:nvSpPr>
        <p:spPr>
          <a:xfrm>
            <a:off x="6769653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BAE5EBB-DA99-AE12-9D13-EAA2A471838D}"/>
              </a:ext>
            </a:extLst>
          </p:cNvPr>
          <p:cNvSpPr/>
          <p:nvPr/>
        </p:nvSpPr>
        <p:spPr>
          <a:xfrm>
            <a:off x="4237077" y="4873699"/>
            <a:ext cx="1235002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EC6C5CB7-64B9-3900-3D54-529C44A4BBE1}"/>
              </a:ext>
            </a:extLst>
          </p:cNvPr>
          <p:cNvSpPr/>
          <p:nvPr/>
        </p:nvSpPr>
        <p:spPr>
          <a:xfrm>
            <a:off x="4660362" y="564014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F2DD24B-D1FA-E409-F63B-7FCBD4B2DC67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CD155B-CA2E-2C55-C936-A9519E974CA1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E23A069-300F-5F50-56EA-3BE6A0B76704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1CA4DBB5-51EA-F424-FA0F-4D69F85CCD9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02148" y="2441873"/>
            <a:ext cx="5167505" cy="608815"/>
          </a:xfrm>
          <a:prstGeom prst="bentConnector3">
            <a:avLst>
              <a:gd name="adj1" fmla="val 93621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E677539B-0465-1567-4AED-1B39358AA3BD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 flipV="1">
            <a:off x="1602148" y="3045425"/>
            <a:ext cx="5167505" cy="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0381271-F56F-897F-B677-50D8C13C96D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49653" y="2430127"/>
            <a:ext cx="2256124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4A6B617-3302-705C-7000-3FA19D772D14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49653" y="3045425"/>
            <a:ext cx="657595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867AB48E-3A5E-D65D-0D63-CDE9A094A375}"/>
              </a:ext>
            </a:extLst>
          </p:cNvPr>
          <p:cNvSpPr/>
          <p:nvPr/>
        </p:nvSpPr>
        <p:spPr>
          <a:xfrm>
            <a:off x="8469700" y="3851182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DB2A437-1215-D748-DAAC-4B43B70B913A}"/>
              </a:ext>
            </a:extLst>
          </p:cNvPr>
          <p:cNvSpPr txBox="1"/>
          <p:nvPr/>
        </p:nvSpPr>
        <p:spPr>
          <a:xfrm>
            <a:off x="6769653" y="389608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E00426D9-BF74-E872-41E5-84B779939FA2}"/>
              </a:ext>
            </a:extLst>
          </p:cNvPr>
          <p:cNvCxnSpPr>
            <a:cxnSpLocks/>
            <a:stCxn id="28" idx="3"/>
            <a:endCxn id="21" idx="5"/>
          </p:cNvCxnSpPr>
          <p:nvPr/>
        </p:nvCxnSpPr>
        <p:spPr>
          <a:xfrm flipV="1">
            <a:off x="7849653" y="4061369"/>
            <a:ext cx="672594" cy="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B052B7A-F217-A415-47B0-2AD98AFE3C81}"/>
              </a:ext>
            </a:extLst>
          </p:cNvPr>
          <p:cNvSpPr txBox="1"/>
          <p:nvPr/>
        </p:nvSpPr>
        <p:spPr>
          <a:xfrm>
            <a:off x="6769653" y="440328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57FBC5A1-03AD-0E10-DE74-D17CB7470F24}"/>
              </a:ext>
            </a:extLst>
          </p:cNvPr>
          <p:cNvSpPr/>
          <p:nvPr/>
        </p:nvSpPr>
        <p:spPr>
          <a:xfrm>
            <a:off x="8469700" y="436488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8CFBBA0-FA50-92DA-F490-7A58C8411D81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7849653" y="4568884"/>
            <a:ext cx="672594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77C5788-096B-30C6-6D8C-BAD5487D13BE}"/>
              </a:ext>
            </a:extLst>
          </p:cNvPr>
          <p:cNvSpPr/>
          <p:nvPr/>
        </p:nvSpPr>
        <p:spPr>
          <a:xfrm>
            <a:off x="374833" y="3931442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Proceso condonación moratorios</a:t>
            </a:r>
          </a:p>
        </p:txBody>
      </p: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26BC267E-6D5A-3D3B-5D22-DD8E55CF9CA0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1602148" y="4214223"/>
            <a:ext cx="5167505" cy="354661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CA7BA30A-C89F-3EBE-F2CC-A56099A74B32}"/>
              </a:ext>
            </a:extLst>
          </p:cNvPr>
          <p:cNvCxnSpPr>
            <a:cxnSpLocks/>
            <a:stCxn id="41" idx="3"/>
            <a:endCxn id="28" idx="1"/>
          </p:cNvCxnSpPr>
          <p:nvPr/>
        </p:nvCxnSpPr>
        <p:spPr>
          <a:xfrm flipV="1">
            <a:off x="1602148" y="4061689"/>
            <a:ext cx="5167505" cy="152534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7F7A6DB-5E87-33D4-5FEA-B41B09CAD6D4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>
            <a:off x="988491" y="3333469"/>
            <a:ext cx="0" cy="59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1F7369C-7D3B-7F3A-DAE1-F1A5CBE4EF0B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889A952-1A06-AF6A-AC31-54CAD694DC5C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F8B81B0C-B41F-DCC4-DF55-8E8057101A7D}"/>
              </a:ext>
            </a:extLst>
          </p:cNvPr>
          <p:cNvCxnSpPr>
            <a:cxnSpLocks/>
            <a:stCxn id="41" idx="2"/>
            <a:endCxn id="64" idx="0"/>
          </p:cNvCxnSpPr>
          <p:nvPr/>
        </p:nvCxnSpPr>
        <p:spPr>
          <a:xfrm rot="16200000" flipH="1">
            <a:off x="2733187" y="2752307"/>
            <a:ext cx="376695" cy="3866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EAC0A9A-626E-027B-F4FB-6089B8400616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0999D4D-8C93-F288-29F4-3D7F9338ABD4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175B6FF2-4DD7-4812-A6CA-8F6F469CEA92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89A6C2AD-09D7-C7F9-09F7-42A13A62FBCB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818C9B29-7120-EB92-64A2-FA8F0F833875}"/>
              </a:ext>
            </a:extLst>
          </p:cNvPr>
          <p:cNvCxnSpPr>
            <a:stCxn id="64" idx="2"/>
            <a:endCxn id="121" idx="0"/>
          </p:cNvCxnSpPr>
          <p:nvPr/>
        </p:nvCxnSpPr>
        <p:spPr>
          <a:xfrm>
            <a:off x="4854578" y="5341699"/>
            <a:ext cx="3784" cy="29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C931825-9522-8F0D-7B94-84ADF12D7C94}"/>
              </a:ext>
            </a:extLst>
          </p:cNvPr>
          <p:cNvSpPr txBox="1"/>
          <p:nvPr/>
        </p:nvSpPr>
        <p:spPr>
          <a:xfrm>
            <a:off x="9976220" y="2691445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</p:spTree>
    <p:extLst>
      <p:ext uri="{BB962C8B-B14F-4D97-AF65-F5344CB8AC3E}">
        <p14:creationId xmlns:p14="http://schemas.microsoft.com/office/powerpoint/2010/main" val="40916832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F349-7E48-046C-6ED2-475E2337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67AFA310-5C0B-E913-72C8-9C1EE6FDD0C1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DA293C45-19F9-7465-62B1-2E8EC22EB5D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6905298-98AD-5352-F299-7183689AD01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5D90123-20EE-0649-02EC-41C69ECE8B61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CA73412-F02B-AD67-4BFD-715D3CB82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120716-3D80-8067-2D5C-C5E2B32C681E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765149B-B5AA-E83E-CCEB-C3BA4B49E7A2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5EA4EBA-ECA9-CE64-3B45-500632B5495C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FDD206-CCDE-A917-5C35-77FCA5C02AAD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CE8D3C9-5CA4-732D-8A67-B424EBCB63E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D0D9482-829B-9F2A-8D0B-BBEB5730E3C0}"/>
              </a:ext>
            </a:extLst>
          </p:cNvPr>
          <p:cNvSpPr/>
          <p:nvPr/>
        </p:nvSpPr>
        <p:spPr>
          <a:xfrm>
            <a:off x="908999" y="438480"/>
            <a:ext cx="656568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Cobros Notas Cargo/Crédito Espejo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BB22077D-B064-304C-429F-430E5BB51204}"/>
              </a:ext>
            </a:extLst>
          </p:cNvPr>
          <p:cNvSpPr/>
          <p:nvPr/>
        </p:nvSpPr>
        <p:spPr>
          <a:xfrm>
            <a:off x="821880" y="2645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7ADBC697-67B6-3143-0378-5A1FC74FDB92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AE62E17-A1C6-C8D9-F474-44C446EEFD13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EAD9834-C374-78C5-7175-7B21B3FE8155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F7D4104-37B8-39CD-07D6-383BE0F72BFE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333800"/>
            <a:ext cx="4148" cy="3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D10D987-5D04-FC8C-8F3B-8F0553BF0252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20B04060-96A1-26DE-F37E-489CC59CA46B}"/>
              </a:ext>
            </a:extLst>
          </p:cNvPr>
          <p:cNvSpPr txBox="1"/>
          <p:nvPr/>
        </p:nvSpPr>
        <p:spPr>
          <a:xfrm>
            <a:off x="5201408" y="236185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61CEF020-20EC-1743-914B-723DD55D7B04}"/>
              </a:ext>
            </a:extLst>
          </p:cNvPr>
          <p:cNvSpPr/>
          <p:nvPr/>
        </p:nvSpPr>
        <p:spPr>
          <a:xfrm>
            <a:off x="8868839" y="2307852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26DD098-6FB2-6900-712A-12E5951EB20D}"/>
              </a:ext>
            </a:extLst>
          </p:cNvPr>
          <p:cNvSpPr/>
          <p:nvPr/>
        </p:nvSpPr>
        <p:spPr>
          <a:xfrm>
            <a:off x="8868839" y="280966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7813C59-5C11-6D59-5E8E-C43D200390EF}"/>
              </a:ext>
            </a:extLst>
          </p:cNvPr>
          <p:cNvSpPr txBox="1"/>
          <p:nvPr/>
        </p:nvSpPr>
        <p:spPr>
          <a:xfrm>
            <a:off x="5201408" y="287574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2901F75D-98DA-A32B-7CC7-6E5DB9470161}"/>
              </a:ext>
            </a:extLst>
          </p:cNvPr>
          <p:cNvSpPr/>
          <p:nvPr/>
        </p:nvSpPr>
        <p:spPr>
          <a:xfrm>
            <a:off x="8755040" y="3337400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B1ECBCB-B9AB-B08F-59E3-D8DAAB8E3249}"/>
              </a:ext>
            </a:extLst>
          </p:cNvPr>
          <p:cNvSpPr txBox="1"/>
          <p:nvPr/>
        </p:nvSpPr>
        <p:spPr>
          <a:xfrm>
            <a:off x="7087661" y="2866863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987E2EDB-5FEF-5710-D3BD-B18AC5FF8F21}"/>
              </a:ext>
            </a:extLst>
          </p:cNvPr>
          <p:cNvSpPr txBox="1"/>
          <p:nvPr/>
        </p:nvSpPr>
        <p:spPr>
          <a:xfrm>
            <a:off x="7087661" y="236185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D9180F9E-850A-11ED-4EB0-2BC3E0F2B3D5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19922" y="2523852"/>
            <a:ext cx="3381486" cy="328353"/>
          </a:xfrm>
          <a:prstGeom prst="bentConnector3">
            <a:avLst>
              <a:gd name="adj1" fmla="val 886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37653361-C24A-F8F3-5FAD-07BD3705EA60}"/>
              </a:ext>
            </a:extLst>
          </p:cNvPr>
          <p:cNvCxnSpPr>
            <a:stCxn id="64" idx="3"/>
            <a:endCxn id="43" idx="1"/>
          </p:cNvCxnSpPr>
          <p:nvPr/>
        </p:nvCxnSpPr>
        <p:spPr>
          <a:xfrm>
            <a:off x="1819922" y="2852205"/>
            <a:ext cx="3381486" cy="185535"/>
          </a:xfrm>
          <a:prstGeom prst="bentConnector3">
            <a:avLst>
              <a:gd name="adj1" fmla="val 886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0B0E8F05-AD8F-8029-728E-B76DBB2A74C7}"/>
              </a:ext>
            </a:extLst>
          </p:cNvPr>
          <p:cNvCxnSpPr>
            <a:stCxn id="60" idx="3"/>
            <a:endCxn id="36" idx="1"/>
          </p:cNvCxnSpPr>
          <p:nvPr/>
        </p:nvCxnSpPr>
        <p:spPr>
          <a:xfrm>
            <a:off x="8167661" y="2523852"/>
            <a:ext cx="701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CA8F69C3-B4EC-9208-457D-FFF212D39D45}"/>
              </a:ext>
            </a:extLst>
          </p:cNvPr>
          <p:cNvCxnSpPr>
            <a:stCxn id="57" idx="3"/>
            <a:endCxn id="39" idx="1"/>
          </p:cNvCxnSpPr>
          <p:nvPr/>
        </p:nvCxnSpPr>
        <p:spPr>
          <a:xfrm flipV="1">
            <a:off x="8167661" y="3025666"/>
            <a:ext cx="701178" cy="3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A172B652-92C7-0EFD-1FE3-C890BCCE6D59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>
            <a:off x="6281408" y="2523852"/>
            <a:ext cx="806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7A1D3EFA-D212-31E3-AA9B-EC3B39AF07F6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 flipV="1">
            <a:off x="6281408" y="3028863"/>
            <a:ext cx="806253" cy="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39CB40E3-A3F1-9919-78B0-5D45C40C9902}"/>
              </a:ext>
            </a:extLst>
          </p:cNvPr>
          <p:cNvSpPr txBox="1"/>
          <p:nvPr/>
        </p:nvSpPr>
        <p:spPr>
          <a:xfrm>
            <a:off x="7087661" y="338270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5C55C42C-19A8-E53A-452F-73433C8A9F79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2852205"/>
            <a:ext cx="5267739" cy="692503"/>
          </a:xfrm>
          <a:prstGeom prst="bentConnector3">
            <a:avLst>
              <a:gd name="adj1" fmla="val 568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6797F0D7-9B88-870E-457E-F4C09CFC19DC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>
            <a:off x="8167661" y="3544708"/>
            <a:ext cx="639926" cy="28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AECF0DE6-3B33-66E4-84C6-10CED129E0C5}"/>
              </a:ext>
            </a:extLst>
          </p:cNvPr>
          <p:cNvSpPr txBox="1"/>
          <p:nvPr/>
        </p:nvSpPr>
        <p:spPr>
          <a:xfrm>
            <a:off x="7063058" y="3729455"/>
            <a:ext cx="137424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00">
                <a:latin typeface="Arial Nova" panose="020B0504020202020204" pitchFamily="34" charset="0"/>
              </a:rPr>
              <a:t>*Actualiza importe de moratorios, remanente, fecha de pago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1E74CF60-6FFA-639C-72C0-82AE310D4870}"/>
              </a:ext>
            </a:extLst>
          </p:cNvPr>
          <p:cNvSpPr/>
          <p:nvPr/>
        </p:nvSpPr>
        <p:spPr>
          <a:xfrm>
            <a:off x="834432" y="4162750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1E33A82-1F22-DCB0-CB88-FB57203894B5}"/>
              </a:ext>
            </a:extLst>
          </p:cNvPr>
          <p:cNvSpPr txBox="1"/>
          <p:nvPr/>
        </p:nvSpPr>
        <p:spPr>
          <a:xfrm>
            <a:off x="5201408" y="420567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FC745DBA-8D65-790C-0796-9CDC10A779D9}"/>
              </a:ext>
            </a:extLst>
          </p:cNvPr>
          <p:cNvSpPr txBox="1"/>
          <p:nvPr/>
        </p:nvSpPr>
        <p:spPr>
          <a:xfrm>
            <a:off x="7087661" y="420567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6CC14B98-44CB-6102-ADC0-04F7F6AD95B4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059205"/>
            <a:ext cx="12552" cy="110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C8FE25AE-7A2B-8742-C6CD-AA01637D7E70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32474" y="4367676"/>
            <a:ext cx="3368934" cy="20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68CC3B77-A668-5FF4-16D8-E29C9D661AC6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81408" y="4367676"/>
            <a:ext cx="806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0F751584-532E-C051-D0AF-316DD8F14D92}"/>
              </a:ext>
            </a:extLst>
          </p:cNvPr>
          <p:cNvCxnSpPr>
            <a:cxnSpLocks/>
            <a:stCxn id="108" idx="3"/>
            <a:endCxn id="2" idx="1"/>
          </p:cNvCxnSpPr>
          <p:nvPr/>
        </p:nvCxnSpPr>
        <p:spPr>
          <a:xfrm>
            <a:off x="8167661" y="4367676"/>
            <a:ext cx="712387" cy="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grama de flujo: documento 84">
            <a:extLst>
              <a:ext uri="{FF2B5EF4-FFF2-40B4-BE49-F238E27FC236}">
                <a16:creationId xmlns:a16="http://schemas.microsoft.com/office/drawing/2014/main" id="{15EC21B0-46D8-8D90-A209-F4B7EF1611A5}"/>
              </a:ext>
            </a:extLst>
          </p:cNvPr>
          <p:cNvSpPr/>
          <p:nvPr/>
        </p:nvSpPr>
        <p:spPr>
          <a:xfrm>
            <a:off x="8880048" y="4152408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5" name="Paralelogramo 4">
            <a:extLst>
              <a:ext uri="{FF2B5EF4-FFF2-40B4-BE49-F238E27FC236}">
                <a16:creationId xmlns:a16="http://schemas.microsoft.com/office/drawing/2014/main" id="{9889E585-0EB8-1E76-CDA3-19BF1EC3B846}"/>
              </a:ext>
            </a:extLst>
          </p:cNvPr>
          <p:cNvSpPr/>
          <p:nvPr/>
        </p:nvSpPr>
        <p:spPr>
          <a:xfrm>
            <a:off x="8743831" y="5631321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8E025F-AF92-F79A-FD42-30D842B5858D}"/>
              </a:ext>
            </a:extLst>
          </p:cNvPr>
          <p:cNvSpPr txBox="1"/>
          <p:nvPr/>
        </p:nvSpPr>
        <p:spPr>
          <a:xfrm>
            <a:off x="7098294" y="567662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86AF59A-C9C1-3B4F-87CE-3F4E0B5E7E9E}"/>
              </a:ext>
            </a:extLst>
          </p:cNvPr>
          <p:cNvCxnSpPr>
            <a:stCxn id="7" idx="3"/>
            <a:endCxn id="5" idx="5"/>
          </p:cNvCxnSpPr>
          <p:nvPr/>
        </p:nvCxnSpPr>
        <p:spPr>
          <a:xfrm>
            <a:off x="8178294" y="5838629"/>
            <a:ext cx="618084" cy="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AC5F572-5B2D-8A28-7F87-F0D1BEB472FC}"/>
              </a:ext>
            </a:extLst>
          </p:cNvPr>
          <p:cNvSpPr/>
          <p:nvPr/>
        </p:nvSpPr>
        <p:spPr>
          <a:xfrm>
            <a:off x="8761227" y="4663705"/>
            <a:ext cx="1392865" cy="5781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1557B1-AAFB-2C5A-0F46-1F5EF7BAC3AB}"/>
              </a:ext>
            </a:extLst>
          </p:cNvPr>
          <p:cNvSpPr txBox="1"/>
          <p:nvPr/>
        </p:nvSpPr>
        <p:spPr>
          <a:xfrm>
            <a:off x="5201408" y="479007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PV02_CP-ES</a:t>
            </a:r>
            <a:endParaRPr lang="es-MX" sz="1000" b="1">
              <a:solidFill>
                <a:schemeClr val="bg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C877ECD-376B-9387-E3ED-4A4ACA72AA7D}"/>
              </a:ext>
            </a:extLst>
          </p:cNvPr>
          <p:cNvSpPr txBox="1"/>
          <p:nvPr/>
        </p:nvSpPr>
        <p:spPr>
          <a:xfrm>
            <a:off x="7087661" y="479007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PV02_CP-ESNC</a:t>
            </a:r>
            <a:endParaRPr lang="es-MX" sz="1200" b="1">
              <a:solidFill>
                <a:schemeClr val="bg1"/>
              </a:solidFill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2147648-DD37-FB77-64BE-B495C6FB1E6C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6281408" y="4952079"/>
            <a:ext cx="806253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5D7D5AAC-0B21-59CC-675D-31BC13EB8BE7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>
            <a:off x="8167661" y="4952079"/>
            <a:ext cx="593566" cy="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>
            <a:extLst>
              <a:ext uri="{FF2B5EF4-FFF2-40B4-BE49-F238E27FC236}">
                <a16:creationId xmlns:a16="http://schemas.microsoft.com/office/drawing/2014/main" id="{2C4AABB1-37AD-6945-5E51-4E5C78F93E3B}"/>
              </a:ext>
            </a:extLst>
          </p:cNvPr>
          <p:cNvCxnSpPr>
            <a:stCxn id="106" idx="2"/>
            <a:endCxn id="29" idx="1"/>
          </p:cNvCxnSpPr>
          <p:nvPr/>
        </p:nvCxnSpPr>
        <p:spPr>
          <a:xfrm rot="16200000" flipH="1">
            <a:off x="3079766" y="2830436"/>
            <a:ext cx="375329" cy="38679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5AF2109-1618-4DF5-B34D-921291D6E702}"/>
              </a:ext>
            </a:extLst>
          </p:cNvPr>
          <p:cNvSpPr txBox="1"/>
          <p:nvPr/>
        </p:nvSpPr>
        <p:spPr>
          <a:xfrm>
            <a:off x="10356109" y="4526027"/>
            <a:ext cx="1782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Importe = Monto del Cobro</a:t>
            </a:r>
          </a:p>
          <a:p>
            <a:endParaRPr lang="es-ES_tradnl" sz="800">
              <a:latin typeface="Arial Nova" panose="020B0504020202020204" pitchFamily="34" charset="0"/>
            </a:endParaRPr>
          </a:p>
          <a:p>
            <a:r>
              <a:rPr lang="es-ES_tradnl" sz="800">
                <a:latin typeface="Arial Nova" panose="020B0504020202020204" pitchFamily="34" charset="0"/>
              </a:rPr>
              <a:t>*Identificar campo para registrar:</a:t>
            </a:r>
          </a:p>
          <a:p>
            <a:r>
              <a:rPr lang="es-ES_tradnl" sz="800">
                <a:latin typeface="Arial Nova" panose="020B0504020202020204" pitchFamily="34" charset="0"/>
              </a:rPr>
              <a:t>a) folio de la </a:t>
            </a:r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No CFDI </a:t>
            </a:r>
          </a:p>
          <a:p>
            <a:r>
              <a:rPr lang="es-MX" sz="800">
                <a:latin typeface="Arial Nova" panose="020B0504020202020204" pitchFamily="34" charset="0"/>
              </a:rPr>
              <a:t>b)Folio del cobro POS</a:t>
            </a:r>
            <a:endParaRPr lang="es-MX" sz="105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B2EA0C0F-C739-3601-80D7-D5A35A8DD6D1}"/>
              </a:ext>
            </a:extLst>
          </p:cNvPr>
          <p:cNvSpPr/>
          <p:nvPr/>
        </p:nvSpPr>
        <p:spPr>
          <a:xfrm>
            <a:off x="1133032" y="5528462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4EAB911-D5B9-D0BE-7881-155B59E0FB4E}"/>
              </a:ext>
            </a:extLst>
          </p:cNvPr>
          <p:cNvCxnSpPr>
            <a:endCxn id="24" idx="0"/>
          </p:cNvCxnSpPr>
          <p:nvPr/>
        </p:nvCxnSpPr>
        <p:spPr>
          <a:xfrm>
            <a:off x="1331032" y="4584408"/>
            <a:ext cx="0" cy="944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angular"/>
          <p:cNvCxnSpPr>
            <a:stCxn id="106" idx="2"/>
            <a:endCxn id="7" idx="0"/>
          </p:cNvCxnSpPr>
          <p:nvPr/>
        </p:nvCxnSpPr>
        <p:spPr>
          <a:xfrm rot="16200000" flipH="1">
            <a:off x="3935934" y="1974268"/>
            <a:ext cx="1099879" cy="6304841"/>
          </a:xfrm>
          <a:prstGeom prst="bentConnector3">
            <a:avLst>
              <a:gd name="adj1" fmla="val 6450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536072" y="2294415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2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459792" y="1844862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65" name="64 Conector recto de flecha"/>
          <p:cNvCxnSpPr>
            <a:stCxn id="36" idx="3"/>
            <a:endCxn id="59" idx="1"/>
          </p:cNvCxnSpPr>
          <p:nvPr/>
        </p:nvCxnSpPr>
        <p:spPr>
          <a:xfrm flipV="1">
            <a:off x="9948839" y="2523571"/>
            <a:ext cx="587233" cy="2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angular"/>
          <p:cNvCxnSpPr>
            <a:stCxn id="28" idx="3"/>
            <a:endCxn id="59" idx="1"/>
          </p:cNvCxnSpPr>
          <p:nvPr/>
        </p:nvCxnSpPr>
        <p:spPr>
          <a:xfrm flipV="1">
            <a:off x="10154092" y="2523571"/>
            <a:ext cx="381980" cy="242920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1449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E8BE-62D4-D9D2-357B-2161D5FB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2706549C-D714-28FB-5334-4B003024EF7F}"/>
              </a:ext>
            </a:extLst>
          </p:cNvPr>
          <p:cNvSpPr/>
          <p:nvPr/>
        </p:nvSpPr>
        <p:spPr>
          <a:xfrm>
            <a:off x="952242" y="1721922"/>
            <a:ext cx="2290688" cy="458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7FFC029-8376-A12F-7893-1C5E19BE769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8335BAC-495C-6007-4D2B-02752FFA398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CBBDAA6-8F8D-6B69-069B-17519BEA7E9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7D00A9F-EC3A-6B7C-F81F-988094D5F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780C973-E627-828A-4D1B-5C5B54AE6D21}"/>
              </a:ext>
            </a:extLst>
          </p:cNvPr>
          <p:cNvSpPr/>
          <p:nvPr/>
        </p:nvSpPr>
        <p:spPr>
          <a:xfrm>
            <a:off x="4753548" y="1396539"/>
            <a:ext cx="731881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D893EA1-5CDF-F611-06A4-8E1FD38803DE}"/>
              </a:ext>
            </a:extLst>
          </p:cNvPr>
          <p:cNvSpPr/>
          <p:nvPr/>
        </p:nvSpPr>
        <p:spPr>
          <a:xfrm>
            <a:off x="3457097" y="1396596"/>
            <a:ext cx="1178698" cy="51331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2E9F53E-123D-DAB9-6FE1-FF8BB06D86A8}"/>
              </a:ext>
            </a:extLst>
          </p:cNvPr>
          <p:cNvSpPr txBox="1"/>
          <p:nvPr/>
        </p:nvSpPr>
        <p:spPr>
          <a:xfrm>
            <a:off x="4757695" y="1002479"/>
            <a:ext cx="728134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771369-6F91-5C74-8F5F-B8743E483F2E}"/>
              </a:ext>
            </a:extLst>
          </p:cNvPr>
          <p:cNvSpPr txBox="1"/>
          <p:nvPr/>
        </p:nvSpPr>
        <p:spPr>
          <a:xfrm>
            <a:off x="3457097" y="993372"/>
            <a:ext cx="117869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C08FE58-E522-A91A-F60A-0D1BEAD755BB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C21E4F-8852-47E1-B61E-6959047E8ADC}"/>
              </a:ext>
            </a:extLst>
          </p:cNvPr>
          <p:cNvSpPr/>
          <p:nvPr/>
        </p:nvSpPr>
        <p:spPr>
          <a:xfrm>
            <a:off x="648581" y="1396539"/>
            <a:ext cx="269076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7BBDF5-3F04-D1E6-3A86-27D504ED2E7B}"/>
              </a:ext>
            </a:extLst>
          </p:cNvPr>
          <p:cNvSpPr txBox="1"/>
          <p:nvPr/>
        </p:nvSpPr>
        <p:spPr>
          <a:xfrm>
            <a:off x="648581" y="1002479"/>
            <a:ext cx="269076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D6C2EDA7-1FF4-BB9A-D14D-33ED24C47357}"/>
              </a:ext>
            </a:extLst>
          </p:cNvPr>
          <p:cNvCxnSpPr>
            <a:cxnSpLocks/>
            <a:stCxn id="4" idx="4"/>
            <a:endCxn id="35" idx="0"/>
          </p:cNvCxnSpPr>
          <p:nvPr/>
        </p:nvCxnSpPr>
        <p:spPr>
          <a:xfrm>
            <a:off x="2098184" y="2102055"/>
            <a:ext cx="2" cy="32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CDEA7A6-B68B-0DA8-4E58-67476BBAA246}"/>
              </a:ext>
            </a:extLst>
          </p:cNvPr>
          <p:cNvSpPr/>
          <p:nvPr/>
        </p:nvSpPr>
        <p:spPr>
          <a:xfrm>
            <a:off x="1480685" y="242817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Documentos Administrativos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7F3219-F3C8-B7C3-F8F6-467C561929A8}"/>
              </a:ext>
            </a:extLst>
          </p:cNvPr>
          <p:cNvSpPr/>
          <p:nvPr/>
        </p:nvSpPr>
        <p:spPr>
          <a:xfrm>
            <a:off x="6381218" y="191826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Admva.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136146-207E-80F9-839D-BA65DB6A7B66}"/>
              </a:ext>
            </a:extLst>
          </p:cNvPr>
          <p:cNvSpPr txBox="1"/>
          <p:nvPr/>
        </p:nvSpPr>
        <p:spPr>
          <a:xfrm>
            <a:off x="5275861" y="1970371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92B3ECAB-EFA6-E0A7-386E-CF76DECC45C5}"/>
              </a:ext>
            </a:extLst>
          </p:cNvPr>
          <p:cNvCxnSpPr>
            <a:cxnSpLocks/>
            <a:stCxn id="35" idx="3"/>
            <a:endCxn id="9" idx="1"/>
          </p:cNvCxnSpPr>
          <p:nvPr/>
        </p:nvCxnSpPr>
        <p:spPr>
          <a:xfrm flipV="1">
            <a:off x="2715687" y="2134171"/>
            <a:ext cx="2560174" cy="510007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0CEC097-14E7-FA80-A41F-93C7782609CE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6017461" y="2132461"/>
            <a:ext cx="363757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6723F012-FB23-B04A-6EB7-45EEDE664249}"/>
              </a:ext>
            </a:extLst>
          </p:cNvPr>
          <p:cNvSpPr txBox="1"/>
          <p:nvPr/>
        </p:nvSpPr>
        <p:spPr>
          <a:xfrm>
            <a:off x="997456" y="318208"/>
            <a:ext cx="9274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spc="-1">
                <a:latin typeface="Arial Nova" panose="020B0504020202020204" pitchFamily="34" charset="0"/>
              </a:rPr>
              <a:t>Arquitectura - Cobros Notas Cargo/Crédito Espejo (continuación), compensación</a:t>
            </a:r>
            <a:endParaRPr lang="es-ES_tradnl"/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A9A64667-9957-28C0-0516-F0826120C78E}"/>
              </a:ext>
            </a:extLst>
          </p:cNvPr>
          <p:cNvSpPr txBox="1"/>
          <p:nvPr/>
        </p:nvSpPr>
        <p:spPr>
          <a:xfrm>
            <a:off x="6602997" y="365246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08F43B81-133E-7609-B659-F433FE1F54A1}"/>
              </a:ext>
            </a:extLst>
          </p:cNvPr>
          <p:cNvSpPr/>
          <p:nvPr/>
        </p:nvSpPr>
        <p:spPr>
          <a:xfrm>
            <a:off x="9571516" y="3670225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 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39A23086-2D7E-2930-EC74-4B8BAE20C930}"/>
              </a:ext>
            </a:extLst>
          </p:cNvPr>
          <p:cNvCxnSpPr>
            <a:cxnSpLocks/>
            <a:stCxn id="35" idx="2"/>
            <a:endCxn id="20" idx="1"/>
          </p:cNvCxnSpPr>
          <p:nvPr/>
        </p:nvCxnSpPr>
        <p:spPr>
          <a:xfrm rot="16200000" flipH="1">
            <a:off x="3864446" y="1093917"/>
            <a:ext cx="972291" cy="4504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E12CB8E-6C79-C9BD-74CC-9A44B4D0BC6D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 flipV="1">
            <a:off x="7682997" y="3820415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2543F20E-10B6-87F3-D939-0E40AB8DECFF}"/>
              </a:ext>
            </a:extLst>
          </p:cNvPr>
          <p:cNvSpPr/>
          <p:nvPr/>
        </p:nvSpPr>
        <p:spPr>
          <a:xfrm>
            <a:off x="1900184" y="17420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6D3ECD9-6475-065E-622A-94112A6B0E44}"/>
              </a:ext>
            </a:extLst>
          </p:cNvPr>
          <p:cNvSpPr/>
          <p:nvPr/>
        </p:nvSpPr>
        <p:spPr>
          <a:xfrm>
            <a:off x="1480685" y="4477541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Compensar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B25CD78-A297-4E39-327A-90C93CEDC7AF}"/>
              </a:ext>
            </a:extLst>
          </p:cNvPr>
          <p:cNvSpPr txBox="1"/>
          <p:nvPr/>
        </p:nvSpPr>
        <p:spPr>
          <a:xfrm>
            <a:off x="6163771" y="4537376"/>
            <a:ext cx="820139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9951100-B7CC-D56B-F411-C9AE6B97FB52}"/>
              </a:ext>
            </a:extLst>
          </p:cNvPr>
          <p:cNvSpPr/>
          <p:nvPr/>
        </p:nvSpPr>
        <p:spPr>
          <a:xfrm>
            <a:off x="8455517" y="4272501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1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Débito Admva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DFE1EFE-5B30-8512-C8FB-604401E75914}"/>
              </a:ext>
            </a:extLst>
          </p:cNvPr>
          <p:cNvSpPr txBox="1"/>
          <p:nvPr/>
        </p:nvSpPr>
        <p:spPr>
          <a:xfrm>
            <a:off x="7240533" y="4536773"/>
            <a:ext cx="832913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Crea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BDE5627A-7839-BBF7-A54A-046FF87346AD}"/>
              </a:ext>
            </a:extLst>
          </p:cNvPr>
          <p:cNvCxnSpPr>
            <a:cxnSpLocks/>
            <a:stCxn id="63" idx="3"/>
            <a:endCxn id="57" idx="1"/>
          </p:cNvCxnSpPr>
          <p:nvPr/>
        </p:nvCxnSpPr>
        <p:spPr>
          <a:xfrm flipV="1">
            <a:off x="8073446" y="4697195"/>
            <a:ext cx="382071" cy="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EF8BCD0-19D6-8F33-6BBC-257BF2678E65}"/>
              </a:ext>
            </a:extLst>
          </p:cNvPr>
          <p:cNvCxnSpPr>
            <a:cxnSpLocks/>
            <a:stCxn id="54" idx="3"/>
            <a:endCxn id="5" idx="1"/>
          </p:cNvCxnSpPr>
          <p:nvPr/>
        </p:nvCxnSpPr>
        <p:spPr>
          <a:xfrm>
            <a:off x="2715687" y="4693541"/>
            <a:ext cx="2397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56941786-CC5E-2459-C34B-203D93ED3D77}"/>
              </a:ext>
            </a:extLst>
          </p:cNvPr>
          <p:cNvCxnSpPr>
            <a:endCxn id="54" idx="0"/>
          </p:cNvCxnSpPr>
          <p:nvPr/>
        </p:nvCxnSpPr>
        <p:spPr>
          <a:xfrm>
            <a:off x="2098184" y="2860177"/>
            <a:ext cx="2" cy="161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1B7FE8C-4009-F3DF-78E3-C6F289626CF6}"/>
              </a:ext>
            </a:extLst>
          </p:cNvPr>
          <p:cNvSpPr txBox="1"/>
          <p:nvPr/>
        </p:nvSpPr>
        <p:spPr>
          <a:xfrm>
            <a:off x="5112799" y="4529741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8924C61-07A4-1696-2845-737FB6930F3F}"/>
              </a:ext>
            </a:extLst>
          </p:cNvPr>
          <p:cNvCxnSpPr>
            <a:cxnSpLocks/>
            <a:stCxn id="5" idx="3"/>
            <a:endCxn id="55" idx="1"/>
          </p:cNvCxnSpPr>
          <p:nvPr/>
        </p:nvCxnSpPr>
        <p:spPr>
          <a:xfrm>
            <a:off x="5854399" y="4693541"/>
            <a:ext cx="309372" cy="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0DE5A0C-1E87-92C9-D651-FE2A28A39C54}"/>
              </a:ext>
            </a:extLst>
          </p:cNvPr>
          <p:cNvSpPr txBox="1"/>
          <p:nvPr/>
        </p:nvSpPr>
        <p:spPr>
          <a:xfrm>
            <a:off x="5275861" y="312988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0E9188-9A5E-A82A-D775-B17C5C5FD931}"/>
              </a:ext>
            </a:extLst>
          </p:cNvPr>
          <p:cNvSpPr/>
          <p:nvPr/>
        </p:nvSpPr>
        <p:spPr>
          <a:xfrm>
            <a:off x="6381218" y="3077927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0472C4-05AE-B539-3E67-1673BACF0090}"/>
              </a:ext>
            </a:extLst>
          </p:cNvPr>
          <p:cNvSpPr txBox="1"/>
          <p:nvPr/>
        </p:nvSpPr>
        <p:spPr>
          <a:xfrm>
            <a:off x="5275861" y="2538002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57C482-F979-D0F4-FEFC-AA8977C44C15}"/>
              </a:ext>
            </a:extLst>
          </p:cNvPr>
          <p:cNvSpPr/>
          <p:nvPr/>
        </p:nvSpPr>
        <p:spPr>
          <a:xfrm>
            <a:off x="6381218" y="2486042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Admva.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680A1365-9ED6-916A-924F-8A453BE88E6D}"/>
              </a:ext>
            </a:extLst>
          </p:cNvPr>
          <p:cNvCxnSpPr>
            <a:endCxn id="11" idx="1"/>
          </p:cNvCxnSpPr>
          <p:nvPr/>
        </p:nvCxnSpPr>
        <p:spPr>
          <a:xfrm>
            <a:off x="2715685" y="2644178"/>
            <a:ext cx="2560176" cy="57624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44D3A781-57C2-E8D1-A56C-251B0D20A4AB}"/>
              </a:ext>
            </a:extLst>
          </p:cNvPr>
          <p:cNvCxnSpPr>
            <a:endCxn id="7" idx="1"/>
          </p:cNvCxnSpPr>
          <p:nvPr/>
        </p:nvCxnSpPr>
        <p:spPr>
          <a:xfrm>
            <a:off x="2715687" y="2641336"/>
            <a:ext cx="2560174" cy="652351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57532C5-B41A-A77D-6CC0-7D407B64689F}"/>
              </a:ext>
            </a:extLst>
          </p:cNvPr>
          <p:cNvSpPr/>
          <p:nvPr/>
        </p:nvSpPr>
        <p:spPr>
          <a:xfrm>
            <a:off x="8455517" y="5360698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2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  <a:p>
            <a:pPr algn="ctr"/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Crédito Admva.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3C70E4C-8B55-26DC-1C37-E9CA4966E30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017461" y="2700242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92FBB44D-8754-CB79-2D2E-3A45AC15D891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6017461" y="3292127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C3349338-53C7-50A9-0F27-F96CDEAE0862}"/>
              </a:ext>
            </a:extLst>
          </p:cNvPr>
          <p:cNvCxnSpPr>
            <a:stCxn id="55" idx="3"/>
            <a:endCxn id="63" idx="1"/>
          </p:cNvCxnSpPr>
          <p:nvPr/>
        </p:nvCxnSpPr>
        <p:spPr>
          <a:xfrm flipV="1">
            <a:off x="6983910" y="4698773"/>
            <a:ext cx="2566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>
            <a:extLst>
              <a:ext uri="{FF2B5EF4-FFF2-40B4-BE49-F238E27FC236}">
                <a16:creationId xmlns:a16="http://schemas.microsoft.com/office/drawing/2014/main" id="{CBF6C831-A883-2D2A-E447-BFF2BC35851C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7593944" y="4923818"/>
            <a:ext cx="924619" cy="798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654C8E-93C4-D564-31AE-DD91F130E87A}"/>
              </a:ext>
            </a:extLst>
          </p:cNvPr>
          <p:cNvSpPr txBox="1"/>
          <p:nvPr/>
        </p:nvSpPr>
        <p:spPr>
          <a:xfrm>
            <a:off x="7472766" y="1893637"/>
            <a:ext cx="2488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>
              <a:defRPr sz="800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Importe = Nota Crédito (Monto global) No CFDI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30D5758-E4A9-B532-2783-CFBDC1EE9E3D}"/>
              </a:ext>
            </a:extLst>
          </p:cNvPr>
          <p:cNvSpPr txBox="1"/>
          <p:nvPr/>
        </p:nvSpPr>
        <p:spPr>
          <a:xfrm>
            <a:off x="7505262" y="2500478"/>
            <a:ext cx="2423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Importe = Nota Débito CFDI (reconocer ingreso)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E78D5D-EFB8-D051-9B02-4EB94B4E5DCD}"/>
              </a:ext>
            </a:extLst>
          </p:cNvPr>
          <p:cNvSpPr txBox="1"/>
          <p:nvPr/>
        </p:nvSpPr>
        <p:spPr>
          <a:xfrm>
            <a:off x="7463262" y="3026819"/>
            <a:ext cx="4291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Remanente de la “</a:t>
            </a:r>
            <a:r>
              <a:rPr lang="es-MX" sz="800" b="1">
                <a:latin typeface="Arial Nova" panose="020B0504020202020204" pitchFamily="34" charset="0"/>
              </a:rPr>
              <a:t>Nota Crédito (Monto global) No CFDI</a:t>
            </a:r>
            <a:r>
              <a:rPr lang="es-ES_tradnl" sz="800">
                <a:latin typeface="Arial Nova" panose="020B0504020202020204" pitchFamily="34" charset="0"/>
              </a:rPr>
              <a:t>”</a:t>
            </a:r>
          </a:p>
          <a:p>
            <a:r>
              <a:rPr lang="es-ES_tradnl" sz="800">
                <a:latin typeface="Arial Nova" panose="020B0504020202020204" pitchFamily="34" charset="0"/>
              </a:rPr>
              <a:t>Debe identificarse que ésta transacción es ahora la nueva pareja o espejo del a “</a:t>
            </a:r>
            <a:r>
              <a:rPr lang="es-MX" sz="800" b="1">
                <a:latin typeface="Arial Nova" panose="020B0504020202020204" pitchFamily="34" charset="0"/>
              </a:rPr>
              <a:t>Nota Débito (monto global)  No CFDI </a:t>
            </a:r>
            <a:r>
              <a:rPr lang="es-MX" sz="800">
                <a:latin typeface="Arial Nova" panose="020B0504020202020204" pitchFamily="34" charset="0"/>
              </a:rPr>
              <a:t>”</a:t>
            </a:r>
            <a:endParaRPr lang="es-MX" sz="105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0931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8BEE-98CC-6A9F-1E67-F180A96E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16">
            <a:extLst>
              <a:ext uri="{FF2B5EF4-FFF2-40B4-BE49-F238E27FC236}">
                <a16:creationId xmlns:a16="http://schemas.microsoft.com/office/drawing/2014/main" id="{F5F54D25-5F7D-348F-B4AC-D2047983DB2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7193AD1-AB23-C06D-7E90-BF8B54A263F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8FF9ABD-6D6C-F36B-7B01-C6DCA212C4B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C47494-8F69-9FA3-674C-9EE198DB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15585AD-95BD-70B3-73CE-3156B5E2FCB8}"/>
              </a:ext>
            </a:extLst>
          </p:cNvPr>
          <p:cNvSpPr/>
          <p:nvPr/>
        </p:nvSpPr>
        <p:spPr>
          <a:xfrm>
            <a:off x="2176416" y="1615680"/>
            <a:ext cx="2527735" cy="479876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932388-4D1F-D20F-9313-304343BDF60E}"/>
              </a:ext>
            </a:extLst>
          </p:cNvPr>
          <p:cNvSpPr/>
          <p:nvPr/>
        </p:nvSpPr>
        <p:spPr>
          <a:xfrm>
            <a:off x="7069544" y="1642976"/>
            <a:ext cx="474573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7EB19CD-5F26-5F87-7480-F6393AB7D809}"/>
              </a:ext>
            </a:extLst>
          </p:cNvPr>
          <p:cNvSpPr txBox="1"/>
          <p:nvPr/>
        </p:nvSpPr>
        <p:spPr>
          <a:xfrm>
            <a:off x="7083193" y="1287626"/>
            <a:ext cx="473208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6D37B2B7-1EDB-7FBE-46AE-4172A76FA4ED}"/>
              </a:ext>
            </a:extLst>
          </p:cNvPr>
          <p:cNvSpPr/>
          <p:nvPr/>
        </p:nvSpPr>
        <p:spPr>
          <a:xfrm>
            <a:off x="908999" y="438480"/>
            <a:ext cx="9780021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Notas Cargo/Crédito Espejo Compensación Manual desde S4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40E925-4C78-BE31-0566-56C588B2E452}"/>
              </a:ext>
            </a:extLst>
          </p:cNvPr>
          <p:cNvSpPr txBox="1"/>
          <p:nvPr/>
        </p:nvSpPr>
        <p:spPr>
          <a:xfrm>
            <a:off x="2505555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1E3CAEE-7015-123C-D06C-AD82E0291B45}"/>
              </a:ext>
            </a:extLst>
          </p:cNvPr>
          <p:cNvSpPr txBox="1"/>
          <p:nvPr/>
        </p:nvSpPr>
        <p:spPr>
          <a:xfrm>
            <a:off x="2185943" y="1248663"/>
            <a:ext cx="2527735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E7DC5A3-E6A5-A9B0-60E6-B97AD746FE3B}"/>
              </a:ext>
            </a:extLst>
          </p:cNvPr>
          <p:cNvSpPr/>
          <p:nvPr/>
        </p:nvSpPr>
        <p:spPr>
          <a:xfrm>
            <a:off x="2243843" y="1978925"/>
            <a:ext cx="2423691" cy="4353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4AF31556-8333-84AA-856E-946AD2B74755}"/>
              </a:ext>
            </a:extLst>
          </p:cNvPr>
          <p:cNvSpPr/>
          <p:nvPr/>
        </p:nvSpPr>
        <p:spPr>
          <a:xfrm>
            <a:off x="9496248" y="4904509"/>
            <a:ext cx="1820441" cy="41534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1C9193-813E-2645-3232-15487113D6AD}"/>
              </a:ext>
            </a:extLst>
          </p:cNvPr>
          <p:cNvSpPr txBox="1"/>
          <p:nvPr/>
        </p:nvSpPr>
        <p:spPr>
          <a:xfrm>
            <a:off x="9262665" y="3235950"/>
            <a:ext cx="121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b="1">
                <a:latin typeface="Arial Nova" panose="020B0504020202020204" pitchFamily="34" charset="0"/>
              </a:rPr>
              <a:t>Captura Manual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391366-0ECE-7484-DF53-7A96DA10599A}"/>
              </a:ext>
            </a:extLst>
          </p:cNvPr>
          <p:cNvSpPr/>
          <p:nvPr/>
        </p:nvSpPr>
        <p:spPr>
          <a:xfrm>
            <a:off x="3075735" y="2150923"/>
            <a:ext cx="1371967" cy="62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Evalúa si Nota Débito existe en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ZSplits</a:t>
            </a:r>
            <a:endParaRPr lang="es-MX" sz="10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41BBE4D7-5B44-9C7F-BA09-4C1D7EA4293C}"/>
              </a:ext>
            </a:extLst>
          </p:cNvPr>
          <p:cNvSpPr/>
          <p:nvPr/>
        </p:nvSpPr>
        <p:spPr>
          <a:xfrm>
            <a:off x="3220514" y="372781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MAVI05</a:t>
            </a:r>
          </a:p>
        </p:txBody>
      </p:sp>
      <p:cxnSp>
        <p:nvCxnSpPr>
          <p:cNvPr id="36" name="Conector angular 35">
            <a:extLst>
              <a:ext uri="{FF2B5EF4-FFF2-40B4-BE49-F238E27FC236}">
                <a16:creationId xmlns:a16="http://schemas.microsoft.com/office/drawing/2014/main" id="{A29F4175-448E-B67A-18E8-67F59EDAAEE4}"/>
              </a:ext>
            </a:extLst>
          </p:cNvPr>
          <p:cNvCxnSpPr>
            <a:cxnSpLocks/>
            <a:stCxn id="53" idx="3"/>
            <a:endCxn id="12" idx="1"/>
          </p:cNvCxnSpPr>
          <p:nvPr/>
        </p:nvCxnSpPr>
        <p:spPr>
          <a:xfrm flipV="1">
            <a:off x="4305211" y="5094826"/>
            <a:ext cx="3040656" cy="71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588D46BD-731B-00F6-E697-53A2987912A0}"/>
              </a:ext>
            </a:extLst>
          </p:cNvPr>
          <p:cNvSpPr/>
          <p:nvPr/>
        </p:nvSpPr>
        <p:spPr>
          <a:xfrm>
            <a:off x="515669" y="1615680"/>
            <a:ext cx="151447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E46EA7-E4D5-0A06-51C6-45418C410E2E}"/>
              </a:ext>
            </a:extLst>
          </p:cNvPr>
          <p:cNvSpPr txBox="1"/>
          <p:nvPr/>
        </p:nvSpPr>
        <p:spPr>
          <a:xfrm>
            <a:off x="515668" y="1260330"/>
            <a:ext cx="1514470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859E840-B75E-D7F9-CEC5-45AE25965C47}"/>
              </a:ext>
            </a:extLst>
          </p:cNvPr>
          <p:cNvSpPr/>
          <p:nvPr/>
        </p:nvSpPr>
        <p:spPr>
          <a:xfrm>
            <a:off x="7345867" y="4882540"/>
            <a:ext cx="1080000" cy="424571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BE18FD59-AE1C-15DF-245A-A4E38EBBE518}"/>
              </a:ext>
            </a:extLst>
          </p:cNvPr>
          <p:cNvCxnSpPr>
            <a:stCxn id="12" idx="3"/>
            <a:endCxn id="83" idx="5"/>
          </p:cNvCxnSpPr>
          <p:nvPr/>
        </p:nvCxnSpPr>
        <p:spPr>
          <a:xfrm>
            <a:off x="8425867" y="5094826"/>
            <a:ext cx="1122299" cy="17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15">
            <a:extLst>
              <a:ext uri="{FF2B5EF4-FFF2-40B4-BE49-F238E27FC236}">
                <a16:creationId xmlns:a16="http://schemas.microsoft.com/office/drawing/2014/main" id="{DC89DD99-27E4-065A-4B08-32CDB2365D19}"/>
              </a:ext>
            </a:extLst>
          </p:cNvPr>
          <p:cNvSpPr/>
          <p:nvPr/>
        </p:nvSpPr>
        <p:spPr>
          <a:xfrm>
            <a:off x="4829833" y="1665026"/>
            <a:ext cx="2063708" cy="480034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52" name="CuadroTexto 14">
            <a:extLst>
              <a:ext uri="{FF2B5EF4-FFF2-40B4-BE49-F238E27FC236}">
                <a16:creationId xmlns:a16="http://schemas.microsoft.com/office/drawing/2014/main" id="{6113FF55-D5A6-A532-996F-3C2755D04108}"/>
              </a:ext>
            </a:extLst>
          </p:cNvPr>
          <p:cNvSpPr txBox="1"/>
          <p:nvPr/>
        </p:nvSpPr>
        <p:spPr>
          <a:xfrm>
            <a:off x="4838731" y="1255594"/>
            <a:ext cx="206370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87" name="86 Conector angular"/>
          <p:cNvCxnSpPr>
            <a:stCxn id="64" idx="0"/>
            <a:endCxn id="11" idx="2"/>
          </p:cNvCxnSpPr>
          <p:nvPr/>
        </p:nvCxnSpPr>
        <p:spPr>
          <a:xfrm rot="5400000" flipH="1" flipV="1">
            <a:off x="3286407" y="3252503"/>
            <a:ext cx="949419" cy="1205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uadroTexto 28">
            <a:extLst>
              <a:ext uri="{FF2B5EF4-FFF2-40B4-BE49-F238E27FC236}">
                <a16:creationId xmlns:a16="http://schemas.microsoft.com/office/drawing/2014/main" id="{F31E524E-BD06-C291-73A0-21E70164D040}"/>
              </a:ext>
            </a:extLst>
          </p:cNvPr>
          <p:cNvSpPr txBox="1"/>
          <p:nvPr/>
        </p:nvSpPr>
        <p:spPr>
          <a:xfrm>
            <a:off x="7089646" y="3014920"/>
            <a:ext cx="209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>
                <a:latin typeface="Arial Nova" panose="020B0504020202020204" pitchFamily="34" charset="0"/>
              </a:rPr>
              <a:t>S4H Informa a BAS la compensación entre los 2 movimientos espejo</a:t>
            </a:r>
          </a:p>
        </p:txBody>
      </p:sp>
      <p:sp>
        <p:nvSpPr>
          <p:cNvPr id="53" name="Rectángulo 24">
            <a:extLst>
              <a:ext uri="{FF2B5EF4-FFF2-40B4-BE49-F238E27FC236}">
                <a16:creationId xmlns:a16="http://schemas.microsoft.com/office/drawing/2014/main" id="{884F2EB5-E815-BEE7-6144-5105309D65A6}"/>
              </a:ext>
            </a:extLst>
          </p:cNvPr>
          <p:cNvSpPr/>
          <p:nvPr/>
        </p:nvSpPr>
        <p:spPr>
          <a:xfrm>
            <a:off x="2933244" y="4818198"/>
            <a:ext cx="1371967" cy="567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Actualizar saldos de las parcialidades</a:t>
            </a:r>
          </a:p>
        </p:txBody>
      </p:sp>
      <p:sp>
        <p:nvSpPr>
          <p:cNvPr id="54" name="Rectángulo 9">
            <a:extLst>
              <a:ext uri="{FF2B5EF4-FFF2-40B4-BE49-F238E27FC236}">
                <a16:creationId xmlns:a16="http://schemas.microsoft.com/office/drawing/2014/main" id="{3D4F3E96-ECF4-1882-3E27-DCCA66DE3E52}"/>
              </a:ext>
            </a:extLst>
          </p:cNvPr>
          <p:cNvSpPr/>
          <p:nvPr/>
        </p:nvSpPr>
        <p:spPr>
          <a:xfrm>
            <a:off x="9333989" y="2021997"/>
            <a:ext cx="2291937" cy="994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 </a:t>
            </a:r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 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capturarle en el campo de asignación el </a:t>
            </a:r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Folio de la Nota Débito (monto global)  No CFDI </a:t>
            </a:r>
            <a:endParaRPr lang="es-MX" sz="12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6" name="CuadroTexto 7">
            <a:extLst>
              <a:ext uri="{FF2B5EF4-FFF2-40B4-BE49-F238E27FC236}">
                <a16:creationId xmlns:a16="http://schemas.microsoft.com/office/drawing/2014/main" id="{821C9193-813E-2645-3232-15487113D6AD}"/>
              </a:ext>
            </a:extLst>
          </p:cNvPr>
          <p:cNvSpPr txBox="1"/>
          <p:nvPr/>
        </p:nvSpPr>
        <p:spPr>
          <a:xfrm>
            <a:off x="9213182" y="1773308"/>
            <a:ext cx="121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b="1">
                <a:latin typeface="Arial Nova" panose="020B0504020202020204" pitchFamily="34" charset="0"/>
              </a:rPr>
              <a:t>Captura Manual</a:t>
            </a:r>
          </a:p>
        </p:txBody>
      </p:sp>
      <p:sp>
        <p:nvSpPr>
          <p:cNvPr id="60" name="Rectángulo 9">
            <a:extLst>
              <a:ext uri="{FF2B5EF4-FFF2-40B4-BE49-F238E27FC236}">
                <a16:creationId xmlns:a16="http://schemas.microsoft.com/office/drawing/2014/main" id="{3D4F3E96-ECF4-1882-3E27-DCCA66DE3E52}"/>
              </a:ext>
            </a:extLst>
          </p:cNvPr>
          <p:cNvSpPr/>
          <p:nvPr/>
        </p:nvSpPr>
        <p:spPr>
          <a:xfrm>
            <a:off x="9310239" y="3491342"/>
            <a:ext cx="2339438" cy="8075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Generar compensación entre la </a:t>
            </a:r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 No CFDI  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y la </a:t>
            </a:r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</a:t>
            </a:r>
            <a:endParaRPr lang="es-MX" sz="12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66" name="65 Conector recto de flecha"/>
          <p:cNvCxnSpPr>
            <a:stCxn id="54" idx="2"/>
            <a:endCxn id="60" idx="0"/>
          </p:cNvCxnSpPr>
          <p:nvPr/>
        </p:nvCxnSpPr>
        <p:spPr>
          <a:xfrm rot="5400000">
            <a:off x="10242453" y="3253837"/>
            <a:ext cx="47501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aralelogramo 82">
            <a:extLst>
              <a:ext uri="{FF2B5EF4-FFF2-40B4-BE49-F238E27FC236}">
                <a16:creationId xmlns:a16="http://schemas.microsoft.com/office/drawing/2014/main" id="{4AF31556-8333-84AA-856E-946AD2B74755}"/>
              </a:ext>
            </a:extLst>
          </p:cNvPr>
          <p:cNvSpPr/>
          <p:nvPr/>
        </p:nvSpPr>
        <p:spPr>
          <a:xfrm>
            <a:off x="7309207" y="2215045"/>
            <a:ext cx="1585410" cy="48065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75" name="Rectángulo 11">
            <a:extLst>
              <a:ext uri="{FF2B5EF4-FFF2-40B4-BE49-F238E27FC236}">
                <a16:creationId xmlns:a16="http://schemas.microsoft.com/office/drawing/2014/main" id="{1859E840-B75E-D7F9-CEC5-45AE25965C47}"/>
              </a:ext>
            </a:extLst>
          </p:cNvPr>
          <p:cNvSpPr/>
          <p:nvPr/>
        </p:nvSpPr>
        <p:spPr>
          <a:xfrm>
            <a:off x="5283267" y="2301981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76" name="Conector recto de flecha 61">
            <a:extLst>
              <a:ext uri="{FF2B5EF4-FFF2-40B4-BE49-F238E27FC236}">
                <a16:creationId xmlns:a16="http://schemas.microsoft.com/office/drawing/2014/main" id="{BE18FD59-AE1C-15DF-245A-A4E38EBBE518}"/>
              </a:ext>
            </a:extLst>
          </p:cNvPr>
          <p:cNvCxnSpPr>
            <a:stCxn id="75" idx="3"/>
            <a:endCxn id="74" idx="5"/>
          </p:cNvCxnSpPr>
          <p:nvPr/>
        </p:nvCxnSpPr>
        <p:spPr>
          <a:xfrm flipV="1">
            <a:off x="6363267" y="2455372"/>
            <a:ext cx="1006022" cy="1220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 de flecha"/>
          <p:cNvCxnSpPr>
            <a:stCxn id="11" idx="3"/>
            <a:endCxn id="75" idx="1"/>
          </p:cNvCxnSpPr>
          <p:nvPr/>
        </p:nvCxnSpPr>
        <p:spPr>
          <a:xfrm>
            <a:off x="4447702" y="2464659"/>
            <a:ext cx="835565" cy="29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angular"/>
          <p:cNvCxnSpPr>
            <a:stCxn id="11" idx="1"/>
            <a:endCxn id="53" idx="1"/>
          </p:cNvCxnSpPr>
          <p:nvPr/>
        </p:nvCxnSpPr>
        <p:spPr>
          <a:xfrm rot="10800000" flipV="1">
            <a:off x="2933245" y="2464658"/>
            <a:ext cx="142491" cy="2637343"/>
          </a:xfrm>
          <a:prstGeom prst="bentConnector3">
            <a:avLst>
              <a:gd name="adj1" fmla="val 2604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A75FBFC6-9B55-27B2-5DE4-0A22598256B5}"/>
              </a:ext>
            </a:extLst>
          </p:cNvPr>
          <p:cNvSpPr/>
          <p:nvPr/>
        </p:nvSpPr>
        <p:spPr>
          <a:xfrm>
            <a:off x="7345867" y="3687509"/>
            <a:ext cx="1080000" cy="424571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ND-CRED-40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44D0B7E-6E4C-2824-9B8E-8006E18A5F8F}"/>
              </a:ext>
            </a:extLst>
          </p:cNvPr>
          <p:cNvCxnSpPr>
            <a:stCxn id="9" idx="1"/>
            <a:endCxn id="64" idx="3"/>
          </p:cNvCxnSpPr>
          <p:nvPr/>
        </p:nvCxnSpPr>
        <p:spPr>
          <a:xfrm flipH="1" flipV="1">
            <a:off x="4300514" y="3893414"/>
            <a:ext cx="3045353" cy="6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3AA3544-C3AB-B64A-26C7-10073568AD0E}"/>
              </a:ext>
            </a:extLst>
          </p:cNvPr>
          <p:cNvCxnSpPr>
            <a:stCxn id="60" idx="1"/>
            <a:endCxn id="9" idx="3"/>
          </p:cNvCxnSpPr>
          <p:nvPr/>
        </p:nvCxnSpPr>
        <p:spPr>
          <a:xfrm flipH="1">
            <a:off x="8425867" y="3895103"/>
            <a:ext cx="884372" cy="4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335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991333" y="646775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93870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5A8E-BD41-8367-5238-35ABF946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6984503A-8AEB-7552-897A-AB4388DD014D}"/>
              </a:ext>
            </a:extLst>
          </p:cNvPr>
          <p:cNvSpPr/>
          <p:nvPr/>
        </p:nvSpPr>
        <p:spPr>
          <a:xfrm>
            <a:off x="1699804" y="2020872"/>
            <a:ext cx="1470761" cy="4312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F0AE62F-36B4-0376-3909-CE303468AB2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08C263B-1709-FB9C-E959-2841FB1B56A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55AA2EF-43CA-1A72-F557-E51ADEF7EA1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85E5194-9D6E-6E57-CCCE-4057B27B6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D11878A-B826-A19F-5170-5B7E65A4046B}"/>
              </a:ext>
            </a:extLst>
          </p:cNvPr>
          <p:cNvSpPr/>
          <p:nvPr/>
        </p:nvSpPr>
        <p:spPr>
          <a:xfrm>
            <a:off x="4879487" y="1634422"/>
            <a:ext cx="134703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34EF1B-711B-7C0E-1891-3A7A5C7981BA}"/>
              </a:ext>
            </a:extLst>
          </p:cNvPr>
          <p:cNvSpPr/>
          <p:nvPr/>
        </p:nvSpPr>
        <p:spPr>
          <a:xfrm>
            <a:off x="6340543" y="1615680"/>
            <a:ext cx="56984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E9B7AA9-A508-B47F-B17B-32EFC2415D67}"/>
              </a:ext>
            </a:extLst>
          </p:cNvPr>
          <p:cNvSpPr/>
          <p:nvPr/>
        </p:nvSpPr>
        <p:spPr>
          <a:xfrm>
            <a:off x="1622012" y="1628086"/>
            <a:ext cx="1626763" cy="477902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74AB1E3-0F5C-D139-30F4-84F6F6CD1FE5}"/>
              </a:ext>
            </a:extLst>
          </p:cNvPr>
          <p:cNvSpPr txBox="1"/>
          <p:nvPr/>
        </p:nvSpPr>
        <p:spPr>
          <a:xfrm>
            <a:off x="4879486" y="1283918"/>
            <a:ext cx="715955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94A4C76-C45F-6432-46BE-24AD0E0A69AE}"/>
              </a:ext>
            </a:extLst>
          </p:cNvPr>
          <p:cNvSpPr txBox="1"/>
          <p:nvPr/>
        </p:nvSpPr>
        <p:spPr>
          <a:xfrm>
            <a:off x="269298" y="6531229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E67DB4A4-A7E2-99C4-58C1-83E1CF194F69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/>
              </a:rPr>
              <a:t>Arquitectura - Credilanas - Notas Crédito en S4</a:t>
            </a:r>
            <a:endParaRPr lang="es-MX" sz="2000" b="1" strike="noStrike" spc="-1">
              <a:latin typeface="Arial Nova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7ABA94-F428-5E49-D271-B9FE3632BD42}"/>
              </a:ext>
            </a:extLst>
          </p:cNvPr>
          <p:cNvSpPr/>
          <p:nvPr/>
        </p:nvSpPr>
        <p:spPr>
          <a:xfrm>
            <a:off x="1783201" y="3374259"/>
            <a:ext cx="1316202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660692F-775D-B189-77F1-335C42575926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>
            <a:off x="1397882" y="3657037"/>
            <a:ext cx="38531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00DF0F5-F596-5945-DF9E-F651CB265C19}"/>
              </a:ext>
            </a:extLst>
          </p:cNvPr>
          <p:cNvSpPr txBox="1"/>
          <p:nvPr/>
        </p:nvSpPr>
        <p:spPr>
          <a:xfrm>
            <a:off x="5039197" y="4361133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</a:t>
            </a:r>
          </a:p>
        </p:txBody>
      </p: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C12D8BC1-21E1-C4C5-F814-2C49EAB68684}"/>
              </a:ext>
            </a:extLst>
          </p:cNvPr>
          <p:cNvSpPr txBox="1"/>
          <p:nvPr/>
        </p:nvSpPr>
        <p:spPr>
          <a:xfrm>
            <a:off x="6826669" y="588916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FAE51CE9-3B15-63F9-66F5-05FDD55175AB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 rot="16200000" flipH="1">
            <a:off x="3569312" y="2811810"/>
            <a:ext cx="2129347" cy="43853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AA0F879B-4521-51D9-6C66-8A95BBDBAEA8}"/>
              </a:ext>
            </a:extLst>
          </p:cNvPr>
          <p:cNvSpPr/>
          <p:nvPr/>
        </p:nvSpPr>
        <p:spPr>
          <a:xfrm>
            <a:off x="8162584" y="5925411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D5F03FDE-7FD4-2F75-3119-6C17F1AD3F2C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>
            <a:off x="7906669" y="6069168"/>
            <a:ext cx="292144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7E513-4E7D-E60A-3B26-2791AF226851}"/>
              </a:ext>
            </a:extLst>
          </p:cNvPr>
          <p:cNvSpPr txBox="1"/>
          <p:nvPr/>
        </p:nvSpPr>
        <p:spPr>
          <a:xfrm>
            <a:off x="1642520" y="1303068"/>
            <a:ext cx="1597431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FE166D81-56B5-9631-3813-EBAA5391615F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5913274" y="3626087"/>
            <a:ext cx="907852" cy="9006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227920-FC7B-3EB3-28E7-DFE98519AC76}"/>
              </a:ext>
            </a:extLst>
          </p:cNvPr>
          <p:cNvSpPr/>
          <p:nvPr/>
        </p:nvSpPr>
        <p:spPr>
          <a:xfrm>
            <a:off x="142802" y="1615680"/>
            <a:ext cx="1406262" cy="47799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E9F17D-26EA-DAA8-9B7C-7F478234B7BC}"/>
              </a:ext>
            </a:extLst>
          </p:cNvPr>
          <p:cNvSpPr txBox="1"/>
          <p:nvPr/>
        </p:nvSpPr>
        <p:spPr>
          <a:xfrm>
            <a:off x="142800" y="1283916"/>
            <a:ext cx="144969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D74D506-5042-C7D0-663A-B4E731BF4C40}"/>
              </a:ext>
            </a:extLst>
          </p:cNvPr>
          <p:cNvSpPr/>
          <p:nvPr/>
        </p:nvSpPr>
        <p:spPr>
          <a:xfrm>
            <a:off x="3321723" y="1628086"/>
            <a:ext cx="148441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5EFA903-7ABB-79BC-0FBB-5EB6BDDA752C}"/>
              </a:ext>
            </a:extLst>
          </p:cNvPr>
          <p:cNvSpPr txBox="1"/>
          <p:nvPr/>
        </p:nvSpPr>
        <p:spPr>
          <a:xfrm>
            <a:off x="3316142" y="1309020"/>
            <a:ext cx="1476000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SAP HANA CLOUD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049D7FA-ECAA-2BB6-50D5-C87CBA1791C6}"/>
              </a:ext>
            </a:extLst>
          </p:cNvPr>
          <p:cNvSpPr txBox="1"/>
          <p:nvPr/>
        </p:nvSpPr>
        <p:spPr>
          <a:xfrm>
            <a:off x="6821126" y="346048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5AB5B1D-6755-EEF0-F619-BA230957CA6F}"/>
              </a:ext>
            </a:extLst>
          </p:cNvPr>
          <p:cNvSpPr txBox="1"/>
          <p:nvPr/>
        </p:nvSpPr>
        <p:spPr>
          <a:xfrm>
            <a:off x="6808112" y="409992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PV02_C-NCR-F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DEC8F7D-1F61-EA49-24CD-0D512690685F}"/>
              </a:ext>
            </a:extLst>
          </p:cNvPr>
          <p:cNvSpPr/>
          <p:nvPr/>
        </p:nvSpPr>
        <p:spPr>
          <a:xfrm>
            <a:off x="342642" y="3374256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6B4D6C20-7C9C-928E-52AE-C21C2E9617D6}"/>
              </a:ext>
            </a:extLst>
          </p:cNvPr>
          <p:cNvSpPr/>
          <p:nvPr/>
        </p:nvSpPr>
        <p:spPr>
          <a:xfrm>
            <a:off x="8320922" y="3938190"/>
            <a:ext cx="1329832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(Bonificación Financiamiento)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39" name="Diagrama de flujo: documento 3">
            <a:extLst>
              <a:ext uri="{FF2B5EF4-FFF2-40B4-BE49-F238E27FC236}">
                <a16:creationId xmlns:a16="http://schemas.microsoft.com/office/drawing/2014/main" id="{A01E3F3B-6ECA-3AB0-D2B5-784FBABC72B7}"/>
              </a:ext>
            </a:extLst>
          </p:cNvPr>
          <p:cNvSpPr/>
          <p:nvPr/>
        </p:nvSpPr>
        <p:spPr>
          <a:xfrm>
            <a:off x="8322525" y="5221559"/>
            <a:ext cx="1309286" cy="540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44" name="Diagrama de flujo: documento 3">
            <a:extLst>
              <a:ext uri="{FF2B5EF4-FFF2-40B4-BE49-F238E27FC236}">
                <a16:creationId xmlns:a16="http://schemas.microsoft.com/office/drawing/2014/main" id="{FC063312-617D-D06E-0057-D18572D74709}"/>
              </a:ext>
            </a:extLst>
          </p:cNvPr>
          <p:cNvSpPr/>
          <p:nvPr/>
        </p:nvSpPr>
        <p:spPr>
          <a:xfrm>
            <a:off x="8325602" y="3378319"/>
            <a:ext cx="1333260" cy="504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(Bonificación Capital)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9264B51-F3FE-9EBF-2AE7-FFE620B389CE}"/>
              </a:ext>
            </a:extLst>
          </p:cNvPr>
          <p:cNvSpPr txBox="1"/>
          <p:nvPr/>
        </p:nvSpPr>
        <p:spPr>
          <a:xfrm>
            <a:off x="6808112" y="53236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PV02_C-NCR-CIC</a:t>
            </a:r>
          </a:p>
        </p:txBody>
      </p:sp>
      <p:sp>
        <p:nvSpPr>
          <p:cNvPr id="60" name="Paralelogramo 59">
            <a:extLst>
              <a:ext uri="{FF2B5EF4-FFF2-40B4-BE49-F238E27FC236}">
                <a16:creationId xmlns:a16="http://schemas.microsoft.com/office/drawing/2014/main" id="{A726489D-48ED-723C-521D-5DDA18C82691}"/>
              </a:ext>
            </a:extLst>
          </p:cNvPr>
          <p:cNvSpPr/>
          <p:nvPr/>
        </p:nvSpPr>
        <p:spPr>
          <a:xfrm>
            <a:off x="9181208" y="1890545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55D69B21-2417-0EF8-66EA-C4EF331EC4C1}"/>
              </a:ext>
            </a:extLst>
          </p:cNvPr>
          <p:cNvCxnSpPr>
            <a:cxnSpLocks/>
            <a:stCxn id="65" idx="3"/>
            <a:endCxn id="60" idx="5"/>
          </p:cNvCxnSpPr>
          <p:nvPr/>
        </p:nvCxnSpPr>
        <p:spPr>
          <a:xfrm flipV="1">
            <a:off x="7906669" y="2035461"/>
            <a:ext cx="1310768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F92A495E-5EC3-76FC-C5BF-4C48839AE7FB}"/>
              </a:ext>
            </a:extLst>
          </p:cNvPr>
          <p:cNvSpPr txBox="1"/>
          <p:nvPr/>
        </p:nvSpPr>
        <p:spPr>
          <a:xfrm>
            <a:off x="6826669" y="1855523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AC71C06C-6795-BDC6-9775-3B1861B8177E}"/>
              </a:ext>
            </a:extLst>
          </p:cNvPr>
          <p:cNvCxnSpPr>
            <a:cxnSpLocks/>
            <a:stCxn id="10" idx="0"/>
            <a:endCxn id="65" idx="1"/>
          </p:cNvCxnSpPr>
          <p:nvPr/>
        </p:nvCxnSpPr>
        <p:spPr>
          <a:xfrm rot="5400000" flipH="1" flipV="1">
            <a:off x="3964617" y="512208"/>
            <a:ext cx="1338736" cy="43853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664C02B-249F-F9D8-EE84-B407EA661C0B}"/>
              </a:ext>
            </a:extLst>
          </p:cNvPr>
          <p:cNvSpPr txBox="1"/>
          <p:nvPr/>
        </p:nvSpPr>
        <p:spPr>
          <a:xfrm>
            <a:off x="6723492" y="5138098"/>
            <a:ext cx="152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interés mes vencido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B2B6E988-5338-4210-DC6C-4C5E6090C365}"/>
              </a:ext>
            </a:extLst>
          </p:cNvPr>
          <p:cNvCxnSpPr>
            <a:cxnSpLocks/>
            <a:stCxn id="8" idx="3"/>
            <a:endCxn id="56" idx="1"/>
          </p:cNvCxnSpPr>
          <p:nvPr/>
        </p:nvCxnSpPr>
        <p:spPr>
          <a:xfrm>
            <a:off x="5913274" y="4526733"/>
            <a:ext cx="894838" cy="962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EE83C8DA-15E5-E8D8-7F0E-DA94009C09C6}"/>
              </a:ext>
            </a:extLst>
          </p:cNvPr>
          <p:cNvSpPr/>
          <p:nvPr/>
        </p:nvSpPr>
        <p:spPr>
          <a:xfrm>
            <a:off x="3398432" y="3840516"/>
            <a:ext cx="1245502" cy="352102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75" name="Conector angular 74">
            <a:extLst>
              <a:ext uri="{FF2B5EF4-FFF2-40B4-BE49-F238E27FC236}">
                <a16:creationId xmlns:a16="http://schemas.microsoft.com/office/drawing/2014/main" id="{59B866B0-8A7B-C41A-DB23-4D71E63F28B7}"/>
              </a:ext>
            </a:extLst>
          </p:cNvPr>
          <p:cNvCxnSpPr>
            <a:cxnSpLocks/>
            <a:stCxn id="10" idx="0"/>
            <a:endCxn id="4" idx="1"/>
          </p:cNvCxnSpPr>
          <p:nvPr/>
        </p:nvCxnSpPr>
        <p:spPr>
          <a:xfrm rot="5400000" flipH="1" flipV="1">
            <a:off x="4447713" y="995304"/>
            <a:ext cx="372545" cy="438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FD56E9C1-F669-6E33-7931-6E1168E78810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rot="16200000" flipH="1">
            <a:off x="3446793" y="2934329"/>
            <a:ext cx="586912" cy="25978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118">
            <a:extLst>
              <a:ext uri="{FF2B5EF4-FFF2-40B4-BE49-F238E27FC236}">
                <a16:creationId xmlns:a16="http://schemas.microsoft.com/office/drawing/2014/main" id="{3D7856AC-0225-A3C9-3579-03F9C58EA61A}"/>
              </a:ext>
            </a:extLst>
          </p:cNvPr>
          <p:cNvSpPr txBox="1"/>
          <p:nvPr/>
        </p:nvSpPr>
        <p:spPr>
          <a:xfrm>
            <a:off x="6808112" y="2325004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s-MX"/>
              <a:t>EX01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887313C-286B-4BA2-2826-6E38732F4BAE}"/>
              </a:ext>
            </a:extLst>
          </p:cNvPr>
          <p:cNvSpPr/>
          <p:nvPr/>
        </p:nvSpPr>
        <p:spPr>
          <a:xfrm>
            <a:off x="9154689" y="228955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1BFA78C-09B3-A85F-1CA7-D12968C01375}"/>
              </a:ext>
            </a:extLst>
          </p:cNvPr>
          <p:cNvCxnSpPr>
            <a:stCxn id="23" idx="3"/>
            <a:endCxn id="30" idx="1"/>
          </p:cNvCxnSpPr>
          <p:nvPr/>
        </p:nvCxnSpPr>
        <p:spPr>
          <a:xfrm>
            <a:off x="7888112" y="2505004"/>
            <a:ext cx="1266577" cy="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ector angular 35">
            <a:extLst>
              <a:ext uri="{FF2B5EF4-FFF2-40B4-BE49-F238E27FC236}">
                <a16:creationId xmlns:a16="http://schemas.microsoft.com/office/drawing/2014/main" id="{2BDA5F69-57B0-F0A8-353C-806B88AC0DF2}"/>
              </a:ext>
            </a:extLst>
          </p:cNvPr>
          <p:cNvCxnSpPr>
            <a:cxnSpLocks/>
            <a:stCxn id="10" idx="0"/>
            <a:endCxn id="23" idx="1"/>
          </p:cNvCxnSpPr>
          <p:nvPr/>
        </p:nvCxnSpPr>
        <p:spPr>
          <a:xfrm rot="5400000" flipH="1" flipV="1">
            <a:off x="4190080" y="756227"/>
            <a:ext cx="869255" cy="43668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25C3AED-D899-F40F-8E23-EE256B0FD0F2}"/>
              </a:ext>
            </a:extLst>
          </p:cNvPr>
          <p:cNvSpPr txBox="1"/>
          <p:nvPr/>
        </p:nvSpPr>
        <p:spPr>
          <a:xfrm>
            <a:off x="9769484" y="5234731"/>
            <a:ext cx="1996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4" name="CuadroTexto 118">
            <a:extLst>
              <a:ext uri="{FF2B5EF4-FFF2-40B4-BE49-F238E27FC236}">
                <a16:creationId xmlns:a16="http://schemas.microsoft.com/office/drawing/2014/main" id="{502908D1-F974-6A60-8B73-B199083B1FA9}"/>
              </a:ext>
            </a:extLst>
          </p:cNvPr>
          <p:cNvSpPr txBox="1"/>
          <p:nvPr/>
        </p:nvSpPr>
        <p:spPr>
          <a:xfrm>
            <a:off x="6826668" y="2821714"/>
            <a:ext cx="108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algn="ctr">
              <a:defRPr sz="12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800"/>
              <a:t>DM01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388DE35-5FA5-3476-B63D-7CC04FA0A5C8}"/>
              </a:ext>
            </a:extLst>
          </p:cNvPr>
          <p:cNvSpPr/>
          <p:nvPr/>
        </p:nvSpPr>
        <p:spPr>
          <a:xfrm>
            <a:off x="8289057" y="278626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Datos maestros articulos (no inventario)</a:t>
            </a:r>
          </a:p>
        </p:txBody>
      </p:sp>
      <p:cxnSp>
        <p:nvCxnSpPr>
          <p:cNvPr id="42" name="Conector angular 41">
            <a:extLst>
              <a:ext uri="{FF2B5EF4-FFF2-40B4-BE49-F238E27FC236}">
                <a16:creationId xmlns:a16="http://schemas.microsoft.com/office/drawing/2014/main" id="{BF6DB423-005B-58FA-8859-2C009016DC03}"/>
              </a:ext>
            </a:extLst>
          </p:cNvPr>
          <p:cNvCxnSpPr>
            <a:cxnSpLocks/>
            <a:stCxn id="10" idx="0"/>
            <a:endCxn id="11" idx="1"/>
          </p:cNvCxnSpPr>
          <p:nvPr/>
        </p:nvCxnSpPr>
        <p:spPr>
          <a:xfrm rot="16200000" flipH="1">
            <a:off x="3020120" y="2795440"/>
            <a:ext cx="466257" cy="1623894"/>
          </a:xfrm>
          <a:prstGeom prst="bentConnector3">
            <a:avLst>
              <a:gd name="adj1" fmla="val -2288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4095FAB-D2F8-B4A5-46CB-22A108D9B48B}"/>
              </a:ext>
            </a:extLst>
          </p:cNvPr>
          <p:cNvSpPr txBox="1"/>
          <p:nvPr/>
        </p:nvSpPr>
        <p:spPr>
          <a:xfrm>
            <a:off x="4925175" y="4682814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4 transacciones en 1 mensaje</a:t>
            </a:r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592F7696-58FC-9F42-044B-F3D35476FA9F}"/>
              </a:ext>
            </a:extLst>
          </p:cNvPr>
          <p:cNvCxnSpPr>
            <a:stCxn id="17" idx="3"/>
            <a:endCxn id="37" idx="1"/>
          </p:cNvCxnSpPr>
          <p:nvPr/>
        </p:nvCxnSpPr>
        <p:spPr>
          <a:xfrm flipV="1">
            <a:off x="7888112" y="4262190"/>
            <a:ext cx="432810" cy="3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BBAD149D-06AA-FFF6-E35E-7764E7F14647}"/>
              </a:ext>
            </a:extLst>
          </p:cNvPr>
          <p:cNvCxnSpPr>
            <a:stCxn id="4" idx="3"/>
            <a:endCxn id="20" idx="1"/>
          </p:cNvCxnSpPr>
          <p:nvPr/>
        </p:nvCxnSpPr>
        <p:spPr>
          <a:xfrm>
            <a:off x="7906668" y="3001714"/>
            <a:ext cx="382389" cy="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2" name="CuadroTexto 118">
            <a:extLst>
              <a:ext uri="{FF2B5EF4-FFF2-40B4-BE49-F238E27FC236}">
                <a16:creationId xmlns:a16="http://schemas.microsoft.com/office/drawing/2014/main" id="{E66BB953-9A84-823B-8876-60CC2FD7E363}"/>
              </a:ext>
            </a:extLst>
          </p:cNvPr>
          <p:cNvSpPr txBox="1"/>
          <p:nvPr/>
        </p:nvSpPr>
        <p:spPr>
          <a:xfrm>
            <a:off x="9433606" y="6061087"/>
            <a:ext cx="786793" cy="2898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algn="ctr">
              <a:defRPr sz="12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800"/>
              <a:t>D-CRED-02</a:t>
            </a:r>
          </a:p>
        </p:txBody>
      </p:sp>
      <p:cxnSp>
        <p:nvCxnSpPr>
          <p:cNvPr id="84" name="Conector angular 83">
            <a:extLst>
              <a:ext uri="{FF2B5EF4-FFF2-40B4-BE49-F238E27FC236}">
                <a16:creationId xmlns:a16="http://schemas.microsoft.com/office/drawing/2014/main" id="{BB69DB1E-AC91-A7DA-E248-90E43CD9166F}"/>
              </a:ext>
            </a:extLst>
          </p:cNvPr>
          <p:cNvCxnSpPr>
            <a:cxnSpLocks/>
            <a:stCxn id="39" idx="3"/>
            <a:endCxn id="82" idx="0"/>
          </p:cNvCxnSpPr>
          <p:nvPr/>
        </p:nvCxnSpPr>
        <p:spPr>
          <a:xfrm>
            <a:off x="9631811" y="5491559"/>
            <a:ext cx="195192" cy="5695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angular 90">
            <a:extLst>
              <a:ext uri="{FF2B5EF4-FFF2-40B4-BE49-F238E27FC236}">
                <a16:creationId xmlns:a16="http://schemas.microsoft.com/office/drawing/2014/main" id="{840F752B-CD90-CAB3-47DA-799F1376F67E}"/>
              </a:ext>
            </a:extLst>
          </p:cNvPr>
          <p:cNvCxnSpPr>
            <a:stCxn id="8" idx="3"/>
            <a:endCxn id="17" idx="1"/>
          </p:cNvCxnSpPr>
          <p:nvPr/>
        </p:nvCxnSpPr>
        <p:spPr>
          <a:xfrm flipV="1">
            <a:off x="5913274" y="4265522"/>
            <a:ext cx="894838" cy="261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uadroTexto 91">
            <a:extLst>
              <a:ext uri="{FF2B5EF4-FFF2-40B4-BE49-F238E27FC236}">
                <a16:creationId xmlns:a16="http://schemas.microsoft.com/office/drawing/2014/main" id="{C0870E26-9B55-FC30-F39D-0537021A80CE}"/>
              </a:ext>
            </a:extLst>
          </p:cNvPr>
          <p:cNvSpPr txBox="1"/>
          <p:nvPr/>
        </p:nvSpPr>
        <p:spPr>
          <a:xfrm>
            <a:off x="6808112" y="461840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PV02_C-NCR-IC</a:t>
            </a:r>
          </a:p>
        </p:txBody>
      </p:sp>
      <p:sp>
        <p:nvSpPr>
          <p:cNvPr id="93" name="Diagrama de flujo: documento 3">
            <a:extLst>
              <a:ext uri="{FF2B5EF4-FFF2-40B4-BE49-F238E27FC236}">
                <a16:creationId xmlns:a16="http://schemas.microsoft.com/office/drawing/2014/main" id="{9F8D3A72-E801-BF71-89D7-DA9A771540E3}"/>
              </a:ext>
            </a:extLst>
          </p:cNvPr>
          <p:cNvSpPr/>
          <p:nvPr/>
        </p:nvSpPr>
        <p:spPr>
          <a:xfrm>
            <a:off x="8325602" y="4635633"/>
            <a:ext cx="1333260" cy="504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FC919B8-0A17-41D1-4079-CDCD5F4DBFE9}"/>
              </a:ext>
            </a:extLst>
          </p:cNvPr>
          <p:cNvSpPr txBox="1"/>
          <p:nvPr/>
        </p:nvSpPr>
        <p:spPr>
          <a:xfrm>
            <a:off x="9609655" y="4581018"/>
            <a:ext cx="2046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24F227A9-52B5-4BCB-C7A8-E9036376CA51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>
            <a:off x="7888112" y="5489273"/>
            <a:ext cx="434413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AE2856-F0E2-BB80-87F6-EBD64AB8D1D7}"/>
              </a:ext>
            </a:extLst>
          </p:cNvPr>
          <p:cNvCxnSpPr>
            <a:stCxn id="15" idx="3"/>
            <a:endCxn id="44" idx="1"/>
          </p:cNvCxnSpPr>
          <p:nvPr/>
        </p:nvCxnSpPr>
        <p:spPr>
          <a:xfrm>
            <a:off x="7901126" y="3626087"/>
            <a:ext cx="424476" cy="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3EE39EBD-E04E-D2C2-2611-F1737E9FB4CF}"/>
              </a:ext>
            </a:extLst>
          </p:cNvPr>
          <p:cNvCxnSpPr>
            <a:cxnSpLocks/>
            <a:stCxn id="93" idx="3"/>
            <a:endCxn id="82" idx="0"/>
          </p:cNvCxnSpPr>
          <p:nvPr/>
        </p:nvCxnSpPr>
        <p:spPr>
          <a:xfrm>
            <a:off x="9658862" y="4887633"/>
            <a:ext cx="168141" cy="11734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256409B-9D7F-8EEF-F8D0-44D547AB84B2}"/>
              </a:ext>
            </a:extLst>
          </p:cNvPr>
          <p:cNvSpPr txBox="1"/>
          <p:nvPr/>
        </p:nvSpPr>
        <p:spPr>
          <a:xfrm>
            <a:off x="10227147" y="2187331"/>
            <a:ext cx="1759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97A154E-4C32-F01C-12BD-DEC7C518F0D8}"/>
              </a:ext>
            </a:extLst>
          </p:cNvPr>
          <p:cNvSpPr txBox="1"/>
          <p:nvPr/>
        </p:nvSpPr>
        <p:spPr>
          <a:xfrm>
            <a:off x="10197948" y="5576651"/>
            <a:ext cx="1868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 la Nota de Crédito (Bonificación Financiamiento) No CFDI operativo que la detona</a:t>
            </a:r>
          </a:p>
        </p:txBody>
      </p:sp>
      <p:sp>
        <p:nvSpPr>
          <p:cNvPr id="25" name="CuadroTexto 118">
            <a:extLst>
              <a:ext uri="{FF2B5EF4-FFF2-40B4-BE49-F238E27FC236}">
                <a16:creationId xmlns:a16="http://schemas.microsoft.com/office/drawing/2014/main" id="{0403BE00-5859-7EF3-E93E-06A6B4D8C1B4}"/>
              </a:ext>
            </a:extLst>
          </p:cNvPr>
          <p:cNvSpPr txBox="1"/>
          <p:nvPr/>
        </p:nvSpPr>
        <p:spPr>
          <a:xfrm>
            <a:off x="9447103" y="1676292"/>
            <a:ext cx="666319" cy="22468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26" name="CuadroTexto 118">
            <a:extLst>
              <a:ext uri="{FF2B5EF4-FFF2-40B4-BE49-F238E27FC236}">
                <a16:creationId xmlns:a16="http://schemas.microsoft.com/office/drawing/2014/main" id="{D2BEEFE2-A9A6-4D50-EBC4-E2657D5F6244}"/>
              </a:ext>
            </a:extLst>
          </p:cNvPr>
          <p:cNvSpPr txBox="1"/>
          <p:nvPr/>
        </p:nvSpPr>
        <p:spPr>
          <a:xfrm>
            <a:off x="8421518" y="5721134"/>
            <a:ext cx="666319" cy="22468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4062309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4FD8-D6BA-7E7C-261E-48E7C42B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8DC86A7B-9D6F-159F-1092-54BA9C783B6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F6D4649-76A3-C57C-6AD2-BA3614515EF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88DD268-FAD4-A7E9-8603-62CB7CADF0D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E89ED8B-3BC2-E958-4E51-FB743CD3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3BF8253-E9BB-EC9B-2085-EADCFF005FD5}"/>
              </a:ext>
            </a:extLst>
          </p:cNvPr>
          <p:cNvSpPr/>
          <p:nvPr/>
        </p:nvSpPr>
        <p:spPr>
          <a:xfrm>
            <a:off x="1465101" y="1661226"/>
            <a:ext cx="2967247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02A4D0-1338-F20C-1DCD-34E4CA653860}"/>
              </a:ext>
            </a:extLst>
          </p:cNvPr>
          <p:cNvSpPr/>
          <p:nvPr/>
        </p:nvSpPr>
        <p:spPr>
          <a:xfrm>
            <a:off x="5396900" y="1667050"/>
            <a:ext cx="6642141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45C46A6-D4A5-E03E-FE27-CF441C0E3C0C}"/>
              </a:ext>
            </a:extLst>
          </p:cNvPr>
          <p:cNvSpPr txBox="1"/>
          <p:nvPr/>
        </p:nvSpPr>
        <p:spPr>
          <a:xfrm>
            <a:off x="5396900" y="1316898"/>
            <a:ext cx="664214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A236D3D-AD70-4EB0-8D8A-70FD8F00E97A}"/>
              </a:ext>
            </a:extLst>
          </p:cNvPr>
          <p:cNvSpPr txBox="1"/>
          <p:nvPr/>
        </p:nvSpPr>
        <p:spPr>
          <a:xfrm>
            <a:off x="136824" y="6136914"/>
            <a:ext cx="10635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Notas: 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 a) Este escenario describe integraciones compatibles con la nube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b)El sistema origen que mande a crear la  nota de débito deberá enviar la clase de documento para que se identifique cuando será CFDI y cuando No CFDI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7A905041-118A-FB27-8664-12F0C82397BA}"/>
              </a:ext>
            </a:extLst>
          </p:cNvPr>
          <p:cNvSpPr/>
          <p:nvPr/>
        </p:nvSpPr>
        <p:spPr>
          <a:xfrm>
            <a:off x="908999" y="438480"/>
            <a:ext cx="10174575" cy="340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 Nova" panose="020B0504020202020204" pitchFamily="34" charset="0"/>
              </a:rPr>
              <a:t>Arquitectura – Notas Cargo en S4  (Mercaderías/Débitos/Credilanas/Seguros Vida)</a:t>
            </a:r>
            <a:endParaRPr lang="es-MX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493089-3210-1F32-449E-E8C3695C7414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8A9EB9-5E4D-8ED9-1F66-582E1B1D3B58}"/>
              </a:ext>
            </a:extLst>
          </p:cNvPr>
          <p:cNvSpPr txBox="1"/>
          <p:nvPr/>
        </p:nvSpPr>
        <p:spPr>
          <a:xfrm>
            <a:off x="1465101" y="1316898"/>
            <a:ext cx="2967247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09E92B-290F-662D-E9A0-0199DE94ABC4}"/>
              </a:ext>
            </a:extLst>
          </p:cNvPr>
          <p:cNvSpPr/>
          <p:nvPr/>
        </p:nvSpPr>
        <p:spPr>
          <a:xfrm>
            <a:off x="136825" y="1642537"/>
            <a:ext cx="1260000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186D509-D8D1-D7F2-E574-C7E1CFBBFDFE}"/>
              </a:ext>
            </a:extLst>
          </p:cNvPr>
          <p:cNvSpPr txBox="1"/>
          <p:nvPr/>
        </p:nvSpPr>
        <p:spPr>
          <a:xfrm>
            <a:off x="136825" y="1316898"/>
            <a:ext cx="1260000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4DAB6D0-4156-AAA9-6A37-3BDFC10A2DD3}"/>
              </a:ext>
            </a:extLst>
          </p:cNvPr>
          <p:cNvSpPr/>
          <p:nvPr/>
        </p:nvSpPr>
        <p:spPr>
          <a:xfrm>
            <a:off x="1526200" y="2054472"/>
            <a:ext cx="2858090" cy="374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F247532E-4BBD-393B-3AC3-D7F34B99F36C}"/>
              </a:ext>
            </a:extLst>
          </p:cNvPr>
          <p:cNvSpPr/>
          <p:nvPr/>
        </p:nvSpPr>
        <p:spPr>
          <a:xfrm>
            <a:off x="8511314" y="4224084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E6DA7F-3A19-006B-7D6C-FC4161461FF2}"/>
              </a:ext>
            </a:extLst>
          </p:cNvPr>
          <p:cNvSpPr txBox="1"/>
          <p:nvPr/>
        </p:nvSpPr>
        <p:spPr>
          <a:xfrm>
            <a:off x="7675211" y="2859586"/>
            <a:ext cx="1108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Documentos manuales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025E04-10A9-3B50-53E6-BA651B15376C}"/>
              </a:ext>
            </a:extLst>
          </p:cNvPr>
          <p:cNvSpPr/>
          <p:nvPr/>
        </p:nvSpPr>
        <p:spPr>
          <a:xfrm>
            <a:off x="7675211" y="3231311"/>
            <a:ext cx="11088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Débito sin contabilizar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26C7D3-51FB-684F-F4B0-7FF10F6E0E78}"/>
              </a:ext>
            </a:extLst>
          </p:cNvPr>
          <p:cNvSpPr/>
          <p:nvPr/>
        </p:nvSpPr>
        <p:spPr>
          <a:xfrm>
            <a:off x="1596516" y="4160737"/>
            <a:ext cx="1080000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>
                <a:solidFill>
                  <a:schemeClr val="tx1"/>
                </a:solidFill>
                <a:latin typeface="Arial Nova" panose="020B0504020202020204" pitchFamily="34" charset="0"/>
              </a:rPr>
              <a:t>Crear parcialidades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25ECE45C-672B-A267-DA0F-C3B052CEA3AB}"/>
              </a:ext>
            </a:extLst>
          </p:cNvPr>
          <p:cNvSpPr/>
          <p:nvPr/>
        </p:nvSpPr>
        <p:spPr>
          <a:xfrm>
            <a:off x="6076226" y="3265051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SD49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F4930B5-A4EB-7F65-C167-731AB0353157}"/>
              </a:ext>
            </a:extLst>
          </p:cNvPr>
          <p:cNvSpPr/>
          <p:nvPr/>
        </p:nvSpPr>
        <p:spPr>
          <a:xfrm>
            <a:off x="4500624" y="1661528"/>
            <a:ext cx="828000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F7CE606D-EAE6-2F94-A64D-49CDC324006C}"/>
              </a:ext>
            </a:extLst>
          </p:cNvPr>
          <p:cNvSpPr txBox="1"/>
          <p:nvPr/>
        </p:nvSpPr>
        <p:spPr>
          <a:xfrm>
            <a:off x="4500624" y="1316898"/>
            <a:ext cx="82800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9C074C10-E8DC-08CD-0971-E9C5B47A44D2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2676516" y="4402699"/>
            <a:ext cx="3399710" cy="5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026815A-B09F-90DE-9E7B-36A7B0D85868}"/>
              </a:ext>
            </a:extLst>
          </p:cNvPr>
          <p:cNvSpPr/>
          <p:nvPr/>
        </p:nvSpPr>
        <p:spPr>
          <a:xfrm>
            <a:off x="6076226" y="4242398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40C233-BBB0-7329-3DF3-B9E0098C477F}"/>
              </a:ext>
            </a:extLst>
          </p:cNvPr>
          <p:cNvSpPr/>
          <p:nvPr/>
        </p:nvSpPr>
        <p:spPr>
          <a:xfrm>
            <a:off x="9584375" y="5054732"/>
            <a:ext cx="1188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Débito para contabilizar </a:t>
            </a: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id="{88722403-5ABB-2024-8AF2-45070C4059A6}"/>
              </a:ext>
            </a:extLst>
          </p:cNvPr>
          <p:cNvCxnSpPr>
            <a:cxnSpLocks/>
            <a:stCxn id="11" idx="2"/>
            <a:endCxn id="21" idx="1"/>
          </p:cNvCxnSpPr>
          <p:nvPr/>
        </p:nvCxnSpPr>
        <p:spPr>
          <a:xfrm rot="16200000" flipH="1">
            <a:off x="3758620" y="3022556"/>
            <a:ext cx="695503" cy="39397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00D35D-8B9B-B3A5-EED3-306C47C001FA}"/>
              </a:ext>
            </a:extLst>
          </p:cNvPr>
          <p:cNvSpPr/>
          <p:nvPr/>
        </p:nvSpPr>
        <p:spPr>
          <a:xfrm>
            <a:off x="6076226" y="517456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31E524E-BD06-C291-73A0-21E70164D040}"/>
              </a:ext>
            </a:extLst>
          </p:cNvPr>
          <p:cNvSpPr txBox="1"/>
          <p:nvPr/>
        </p:nvSpPr>
        <p:spPr>
          <a:xfrm>
            <a:off x="4119736" y="3259696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S4H Retorna a BAS el  # nota débito</a:t>
            </a:r>
          </a:p>
        </p:txBody>
      </p:sp>
      <p:sp>
        <p:nvSpPr>
          <p:cNvPr id="34" name="Paralelogramo 33">
            <a:extLst>
              <a:ext uri="{FF2B5EF4-FFF2-40B4-BE49-F238E27FC236}">
                <a16:creationId xmlns:a16="http://schemas.microsoft.com/office/drawing/2014/main" id="{F98AD0E7-0253-1681-32D6-0F54D1DE3C48}"/>
              </a:ext>
            </a:extLst>
          </p:cNvPr>
          <p:cNvSpPr/>
          <p:nvPr/>
        </p:nvSpPr>
        <p:spPr>
          <a:xfrm>
            <a:off x="8511314" y="2229182"/>
            <a:ext cx="3183297" cy="34102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Estándar Condiciones de Pago con su complemento en tabla </a:t>
            </a:r>
            <a:r>
              <a:rPr lang="es-ES_tradnl" sz="900" b="1" err="1">
                <a:latin typeface="Arial Nova" panose="020B0504020202020204" pitchFamily="34" charset="0"/>
              </a:rPr>
              <a:t>ZAgrupadoresCobro</a:t>
            </a:r>
            <a:endParaRPr lang="es-ES_tradnl" sz="900" b="1">
              <a:latin typeface="Arial Nova" panose="020B050402020202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98790D5-E3EA-9B26-95F9-8B22563A4012}"/>
              </a:ext>
            </a:extLst>
          </p:cNvPr>
          <p:cNvSpPr/>
          <p:nvPr/>
        </p:nvSpPr>
        <p:spPr>
          <a:xfrm>
            <a:off x="6076226" y="2236457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SD40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1DB1055-E564-C610-F548-1E2450C8CD5B}"/>
              </a:ext>
            </a:extLst>
          </p:cNvPr>
          <p:cNvCxnSpPr>
            <a:cxnSpLocks/>
            <a:stCxn id="35" idx="3"/>
            <a:endCxn id="34" idx="5"/>
          </p:cNvCxnSpPr>
          <p:nvPr/>
        </p:nvCxnSpPr>
        <p:spPr>
          <a:xfrm flipV="1">
            <a:off x="7156226" y="2399694"/>
            <a:ext cx="1397716" cy="2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ector angular 42">
            <a:extLst>
              <a:ext uri="{FF2B5EF4-FFF2-40B4-BE49-F238E27FC236}">
                <a16:creationId xmlns:a16="http://schemas.microsoft.com/office/drawing/2014/main" id="{064E1718-DFA3-FB14-0FE3-9C03A766D9AA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>
            <a:off x="2684089" y="2401937"/>
            <a:ext cx="3392137" cy="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9EA9129-1ED9-2FDE-F715-8B23EABF9617}"/>
              </a:ext>
            </a:extLst>
          </p:cNvPr>
          <p:cNvCxnSpPr>
            <a:stCxn id="21" idx="3"/>
            <a:endCxn id="4" idx="1"/>
          </p:cNvCxnSpPr>
          <p:nvPr/>
        </p:nvCxnSpPr>
        <p:spPr>
          <a:xfrm>
            <a:off x="7156226" y="5340163"/>
            <a:ext cx="2428149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D1D62ECF-CC13-1483-572D-F70FD2181725}"/>
              </a:ext>
            </a:extLst>
          </p:cNvPr>
          <p:cNvCxnSpPr>
            <a:cxnSpLocks/>
            <a:stCxn id="64" idx="3"/>
            <a:endCxn id="10" idx="1"/>
          </p:cNvCxnSpPr>
          <p:nvPr/>
        </p:nvCxnSpPr>
        <p:spPr>
          <a:xfrm>
            <a:off x="7156226" y="3430651"/>
            <a:ext cx="518985" cy="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E09360DA-A9B0-1A49-9834-F6E5E91182FB}"/>
              </a:ext>
            </a:extLst>
          </p:cNvPr>
          <p:cNvCxnSpPr>
            <a:stCxn id="14" idx="3"/>
            <a:endCxn id="83" idx="5"/>
          </p:cNvCxnSpPr>
          <p:nvPr/>
        </p:nvCxnSpPr>
        <p:spPr>
          <a:xfrm flipV="1">
            <a:off x="7156226" y="4405331"/>
            <a:ext cx="1400400" cy="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2484F506-DAB7-5AA3-A113-C26EC13B87C5}"/>
              </a:ext>
            </a:extLst>
          </p:cNvPr>
          <p:cNvSpPr/>
          <p:nvPr/>
        </p:nvSpPr>
        <p:spPr>
          <a:xfrm>
            <a:off x="1604089" y="2159975"/>
            <a:ext cx="1080000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>
                <a:solidFill>
                  <a:schemeClr val="tx1"/>
                </a:solidFill>
                <a:latin typeface="Arial Nova" panose="020B0504020202020204" pitchFamily="34" charset="0"/>
              </a:rPr>
              <a:t>Evalúa Documento creado manual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2DECED8-69F5-55C4-81A7-0E147B587959}"/>
              </a:ext>
            </a:extLst>
          </p:cNvPr>
          <p:cNvCxnSpPr>
            <a:cxnSpLocks/>
            <a:stCxn id="64" idx="1"/>
            <a:endCxn id="24" idx="3"/>
          </p:cNvCxnSpPr>
          <p:nvPr/>
        </p:nvCxnSpPr>
        <p:spPr>
          <a:xfrm flipH="1" flipV="1">
            <a:off x="3438370" y="3426938"/>
            <a:ext cx="2637856" cy="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DF463E2-AF09-CC1D-576C-A56926FBDE03}"/>
              </a:ext>
            </a:extLst>
          </p:cNvPr>
          <p:cNvSpPr/>
          <p:nvPr/>
        </p:nvSpPr>
        <p:spPr>
          <a:xfrm>
            <a:off x="2358370" y="326133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MAVI03</a:t>
            </a:r>
          </a:p>
        </p:txBody>
      </p:sp>
      <p:sp>
        <p:nvSpPr>
          <p:cNvPr id="30" name="CuadroTexto 54">
            <a:extLst>
              <a:ext uri="{FF2B5EF4-FFF2-40B4-BE49-F238E27FC236}">
                <a16:creationId xmlns:a16="http://schemas.microsoft.com/office/drawing/2014/main" id="{4F674F25-673A-1357-1AD2-A4FC0D13939E}"/>
              </a:ext>
            </a:extLst>
          </p:cNvPr>
          <p:cNvSpPr txBox="1"/>
          <p:nvPr/>
        </p:nvSpPr>
        <p:spPr>
          <a:xfrm>
            <a:off x="9736532" y="3235866"/>
            <a:ext cx="880880" cy="39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31" name="CuadroTexto 55">
            <a:extLst>
              <a:ext uri="{FF2B5EF4-FFF2-40B4-BE49-F238E27FC236}">
                <a16:creationId xmlns:a16="http://schemas.microsoft.com/office/drawing/2014/main" id="{CE12EAFC-BF1E-F57C-C29E-B9BB8B57AC30}"/>
              </a:ext>
            </a:extLst>
          </p:cNvPr>
          <p:cNvSpPr txBox="1"/>
          <p:nvPr/>
        </p:nvSpPr>
        <p:spPr>
          <a:xfrm>
            <a:off x="10555434" y="3203033"/>
            <a:ext cx="1367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Débito creado en S4</a:t>
            </a:r>
          </a:p>
        </p:txBody>
      </p:sp>
      <p:sp>
        <p:nvSpPr>
          <p:cNvPr id="32" name="CuadroTexto 6">
            <a:extLst>
              <a:ext uri="{FF2B5EF4-FFF2-40B4-BE49-F238E27FC236}">
                <a16:creationId xmlns:a16="http://schemas.microsoft.com/office/drawing/2014/main" id="{9E90772A-E054-6F75-7E90-FF34B1C9A2B7}"/>
              </a:ext>
            </a:extLst>
          </p:cNvPr>
          <p:cNvSpPr txBox="1"/>
          <p:nvPr/>
        </p:nvSpPr>
        <p:spPr>
          <a:xfrm>
            <a:off x="3222013" y="4209978"/>
            <a:ext cx="30745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800">
              <a:latin typeface="Arial Nova" panose="020B0504020202020204" pitchFamily="34" charset="0"/>
            </a:endParaRP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B791D696-BCCB-A96C-92AC-A493A9B1EA19}"/>
              </a:ext>
            </a:extLst>
          </p:cNvPr>
          <p:cNvCxnSpPr>
            <a:stCxn id="10" idx="3"/>
            <a:endCxn id="30" idx="1"/>
          </p:cNvCxnSpPr>
          <p:nvPr/>
        </p:nvCxnSpPr>
        <p:spPr>
          <a:xfrm>
            <a:off x="8784041" y="3431366"/>
            <a:ext cx="952491" cy="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>
            <a:extLst>
              <a:ext uri="{FF2B5EF4-FFF2-40B4-BE49-F238E27FC236}">
                <a16:creationId xmlns:a16="http://schemas.microsoft.com/office/drawing/2014/main" id="{D087F81C-645B-30A1-CE12-F500B6454A96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2285512" y="2648480"/>
            <a:ext cx="617440" cy="6082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C3E28FA-9EC0-02E1-C698-E5F40B360F5A}"/>
              </a:ext>
            </a:extLst>
          </p:cNvPr>
          <p:cNvCxnSpPr>
            <a:stCxn id="5" idx="2"/>
            <a:endCxn id="11" idx="0"/>
          </p:cNvCxnSpPr>
          <p:nvPr/>
        </p:nvCxnSpPr>
        <p:spPr>
          <a:xfrm flipH="1">
            <a:off x="2136516" y="2643898"/>
            <a:ext cx="7573" cy="1516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5168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79FA-F7B9-0732-919F-3F626486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A5D5A8F-4CE9-5A1C-6AF8-20DD07AE4B5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9FD9587-5B27-34F6-4DFD-5DF602E830F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5AD9227-2311-5214-7195-E6BFFCB6824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8715F76-5971-ABF8-5A60-8DA93B484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7A97981-02F2-3FDB-BAF7-6858D64C3A82}"/>
              </a:ext>
            </a:extLst>
          </p:cNvPr>
          <p:cNvSpPr/>
          <p:nvPr/>
        </p:nvSpPr>
        <p:spPr>
          <a:xfrm>
            <a:off x="2443446" y="1661226"/>
            <a:ext cx="2264069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D64986-5A35-4FDC-9759-331EAC3A65CE}"/>
              </a:ext>
            </a:extLst>
          </p:cNvPr>
          <p:cNvSpPr/>
          <p:nvPr/>
        </p:nvSpPr>
        <p:spPr>
          <a:xfrm>
            <a:off x="7006359" y="1667050"/>
            <a:ext cx="5032681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5FD7245-77A7-AF46-F04A-240C185E67C3}"/>
              </a:ext>
            </a:extLst>
          </p:cNvPr>
          <p:cNvSpPr txBox="1"/>
          <p:nvPr/>
        </p:nvSpPr>
        <p:spPr>
          <a:xfrm>
            <a:off x="7006359" y="1316898"/>
            <a:ext cx="503268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78BD609F-FF06-9254-D80B-E533C4362B66}"/>
              </a:ext>
            </a:extLst>
          </p:cNvPr>
          <p:cNvSpPr/>
          <p:nvPr/>
        </p:nvSpPr>
        <p:spPr>
          <a:xfrm>
            <a:off x="908999" y="438480"/>
            <a:ext cx="10174575" cy="340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 Nova" panose="020B0504020202020204" pitchFamily="34" charset="0"/>
              </a:rPr>
              <a:t>Arquitectura – Notas Crédito en S4 (Mercaderías/Débitos/Seguros Vida)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651864-74E3-4C3A-DED9-03DA39515017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4B3F990-E799-6D23-9494-08D5C4A6C7AA}"/>
              </a:ext>
            </a:extLst>
          </p:cNvPr>
          <p:cNvSpPr txBox="1"/>
          <p:nvPr/>
        </p:nvSpPr>
        <p:spPr>
          <a:xfrm>
            <a:off x="2443445" y="1316898"/>
            <a:ext cx="22640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E47FB5-9A4F-8C2E-D7D8-DEE428C19F83}"/>
              </a:ext>
            </a:extLst>
          </p:cNvPr>
          <p:cNvSpPr/>
          <p:nvPr/>
        </p:nvSpPr>
        <p:spPr>
          <a:xfrm>
            <a:off x="136825" y="1642537"/>
            <a:ext cx="2222424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90F50C7-A3B3-B4B6-09F4-4211380E9FDF}"/>
              </a:ext>
            </a:extLst>
          </p:cNvPr>
          <p:cNvSpPr txBox="1"/>
          <p:nvPr/>
        </p:nvSpPr>
        <p:spPr>
          <a:xfrm>
            <a:off x="136825" y="1316898"/>
            <a:ext cx="222242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A243995-1E99-23C6-698B-EEAAA8F58DB2}"/>
              </a:ext>
            </a:extLst>
          </p:cNvPr>
          <p:cNvSpPr/>
          <p:nvPr/>
        </p:nvSpPr>
        <p:spPr>
          <a:xfrm>
            <a:off x="2529080" y="2054472"/>
            <a:ext cx="2070341" cy="3820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C8016445-17AD-D1C2-8E65-A4FDA544C2E6}"/>
              </a:ext>
            </a:extLst>
          </p:cNvPr>
          <p:cNvSpPr/>
          <p:nvPr/>
        </p:nvSpPr>
        <p:spPr>
          <a:xfrm>
            <a:off x="8580138" y="3752142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8A436-647D-4804-1DCA-8DED13CECC99}"/>
              </a:ext>
            </a:extLst>
          </p:cNvPr>
          <p:cNvSpPr txBox="1"/>
          <p:nvPr/>
        </p:nvSpPr>
        <p:spPr>
          <a:xfrm>
            <a:off x="10772375" y="2161499"/>
            <a:ext cx="1108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Documentos manuales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0BB84C-DB0F-4F87-A755-41C1623EE0E7}"/>
              </a:ext>
            </a:extLst>
          </p:cNvPr>
          <p:cNvSpPr/>
          <p:nvPr/>
        </p:nvSpPr>
        <p:spPr>
          <a:xfrm>
            <a:off x="10772375" y="2533224"/>
            <a:ext cx="11088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sin contabilizar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E573B4-13C9-E324-AEA9-28B5D1C6AFB0}"/>
              </a:ext>
            </a:extLst>
          </p:cNvPr>
          <p:cNvSpPr/>
          <p:nvPr/>
        </p:nvSpPr>
        <p:spPr>
          <a:xfrm>
            <a:off x="2931999" y="3686920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884253D-126A-D435-0531-EF52B4C02744}"/>
              </a:ext>
            </a:extLst>
          </p:cNvPr>
          <p:cNvSpPr/>
          <p:nvPr/>
        </p:nvSpPr>
        <p:spPr>
          <a:xfrm>
            <a:off x="7177437" y="257679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SD49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10EAD15-0E15-0FDE-ECF4-013DE1A62F37}"/>
              </a:ext>
            </a:extLst>
          </p:cNvPr>
          <p:cNvSpPr/>
          <p:nvPr/>
        </p:nvSpPr>
        <p:spPr>
          <a:xfrm>
            <a:off x="4829833" y="1661528"/>
            <a:ext cx="2063708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0CDCFBE2-3186-0B39-6C71-4E845F8AE383}"/>
              </a:ext>
            </a:extLst>
          </p:cNvPr>
          <p:cNvSpPr txBox="1"/>
          <p:nvPr/>
        </p:nvSpPr>
        <p:spPr>
          <a:xfrm>
            <a:off x="4825083" y="1316898"/>
            <a:ext cx="206370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F132F92-93C5-FC5A-EB84-237BF546A206}"/>
              </a:ext>
            </a:extLst>
          </p:cNvPr>
          <p:cNvSpPr/>
          <p:nvPr/>
        </p:nvSpPr>
        <p:spPr>
          <a:xfrm>
            <a:off x="7177437" y="3770460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2AF2ED-A123-25E6-EEEB-DA618E1220A8}"/>
              </a:ext>
            </a:extLst>
          </p:cNvPr>
          <p:cNvSpPr/>
          <p:nvPr/>
        </p:nvSpPr>
        <p:spPr>
          <a:xfrm>
            <a:off x="8886283" y="4572950"/>
            <a:ext cx="1188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para contabilizar</a:t>
            </a: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id="{47D79266-12CC-5920-BC49-1C107153AC8B}"/>
              </a:ext>
            </a:extLst>
          </p:cNvPr>
          <p:cNvCxnSpPr>
            <a:cxnSpLocks/>
            <a:stCxn id="11" idx="2"/>
            <a:endCxn id="21" idx="1"/>
          </p:cNvCxnSpPr>
          <p:nvPr/>
        </p:nvCxnSpPr>
        <p:spPr>
          <a:xfrm rot="16200000" flipH="1">
            <a:off x="5027472" y="2708416"/>
            <a:ext cx="687538" cy="36123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07DC848-5896-EF5C-F9AB-D59858317EB0}"/>
              </a:ext>
            </a:extLst>
          </p:cNvPr>
          <p:cNvSpPr/>
          <p:nvPr/>
        </p:nvSpPr>
        <p:spPr>
          <a:xfrm>
            <a:off x="7177437" y="469278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EBB2FA9-300E-C48E-FF69-E327A85FE8B3}"/>
              </a:ext>
            </a:extLst>
          </p:cNvPr>
          <p:cNvSpPr txBox="1"/>
          <p:nvPr/>
        </p:nvSpPr>
        <p:spPr>
          <a:xfrm>
            <a:off x="4857815" y="2558110"/>
            <a:ext cx="1986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*S4H Retorna a BAS el  # nota débito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93E6A76E-A321-0B22-9418-CEF0EC9C888B}"/>
              </a:ext>
            </a:extLst>
          </p:cNvPr>
          <p:cNvCxnSpPr>
            <a:stCxn id="21" idx="3"/>
            <a:endCxn id="4" idx="1"/>
          </p:cNvCxnSpPr>
          <p:nvPr/>
        </p:nvCxnSpPr>
        <p:spPr>
          <a:xfrm>
            <a:off x="8257437" y="4858381"/>
            <a:ext cx="62884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6C4F9B33-A256-2448-2630-BF353E20F928}"/>
              </a:ext>
            </a:extLst>
          </p:cNvPr>
          <p:cNvCxnSpPr>
            <a:stCxn id="14" idx="3"/>
            <a:endCxn id="83" idx="5"/>
          </p:cNvCxnSpPr>
          <p:nvPr/>
        </p:nvCxnSpPr>
        <p:spPr>
          <a:xfrm flipV="1">
            <a:off x="8257437" y="3933389"/>
            <a:ext cx="368013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933F9A6-3E83-0EE0-1BD0-A460B4521D3F}"/>
              </a:ext>
            </a:extLst>
          </p:cNvPr>
          <p:cNvSpPr txBox="1"/>
          <p:nvPr/>
        </p:nvSpPr>
        <p:spPr>
          <a:xfrm>
            <a:off x="4922122" y="3727293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*Actualización de parcialidades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A3D2D64-7C1F-44CD-E7E7-5FA51384A258}"/>
              </a:ext>
            </a:extLst>
          </p:cNvPr>
          <p:cNvSpPr txBox="1"/>
          <p:nvPr/>
        </p:nvSpPr>
        <p:spPr>
          <a:xfrm>
            <a:off x="136824" y="6136914"/>
            <a:ext cx="10860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Notas: 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 a) Este escenario describe integraciones compatibles con la nube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b)El sistema origen que mande a crear la  nota de crédito deberá enviar la clase de documento para que se identifique cuando será CFDI y cuando No CFDI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E232BDA-AC82-CC6A-8492-AEA03DA06DD0}"/>
              </a:ext>
            </a:extLst>
          </p:cNvPr>
          <p:cNvSpPr/>
          <p:nvPr/>
        </p:nvSpPr>
        <p:spPr>
          <a:xfrm>
            <a:off x="3024250" y="257543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MAVI04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B147A51-6FEF-764A-5B13-E11A83CB6E0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4198091" y="3928882"/>
            <a:ext cx="2979346" cy="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BE78ECA8-7267-2C6E-02AF-BFECF86C8AEA}"/>
              </a:ext>
            </a:extLst>
          </p:cNvPr>
          <p:cNvCxnSpPr>
            <a:cxnSpLocks/>
            <a:stCxn id="20" idx="2"/>
            <a:endCxn id="11" idx="0"/>
          </p:cNvCxnSpPr>
          <p:nvPr/>
        </p:nvCxnSpPr>
        <p:spPr>
          <a:xfrm>
            <a:off x="3564250" y="2906630"/>
            <a:ext cx="795" cy="780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2E8EE99-8B73-D415-D769-FB0CACC1E943}"/>
              </a:ext>
            </a:extLst>
          </p:cNvPr>
          <p:cNvCxnSpPr>
            <a:stCxn id="64" idx="1"/>
            <a:endCxn id="20" idx="3"/>
          </p:cNvCxnSpPr>
          <p:nvPr/>
        </p:nvCxnSpPr>
        <p:spPr>
          <a:xfrm flipH="1" flipV="1">
            <a:off x="4104250" y="2741030"/>
            <a:ext cx="3073187" cy="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8972099-9674-8326-A919-2E949C80CA87}"/>
              </a:ext>
            </a:extLst>
          </p:cNvPr>
          <p:cNvCxnSpPr>
            <a:stCxn id="10" idx="1"/>
            <a:endCxn id="64" idx="3"/>
          </p:cNvCxnSpPr>
          <p:nvPr/>
        </p:nvCxnSpPr>
        <p:spPr>
          <a:xfrm flipH="1">
            <a:off x="8257437" y="2733279"/>
            <a:ext cx="2514938" cy="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7791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0FDB-0035-E50A-9F7D-37BD5838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C9914DD-7B6F-09AD-2F94-FA7213A07C8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356C6EA-2184-A119-926A-3DD7ECBA3FF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22B5466-40F0-3E5D-C29A-332DCF10EF7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BB33DC9-F451-4102-4917-4337FF3A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0703F08-5D4D-694A-019C-E813BEF135BD}"/>
              </a:ext>
            </a:extLst>
          </p:cNvPr>
          <p:cNvSpPr/>
          <p:nvPr/>
        </p:nvSpPr>
        <p:spPr>
          <a:xfrm>
            <a:off x="2443446" y="1661226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4D7D50-18C6-8745-0D41-EF4FBE3EA926}"/>
              </a:ext>
            </a:extLst>
          </p:cNvPr>
          <p:cNvSpPr/>
          <p:nvPr/>
        </p:nvSpPr>
        <p:spPr>
          <a:xfrm>
            <a:off x="6429593" y="1667050"/>
            <a:ext cx="560944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7E3BD6-576B-995B-44BA-9894AD8C18C2}"/>
              </a:ext>
            </a:extLst>
          </p:cNvPr>
          <p:cNvSpPr txBox="1"/>
          <p:nvPr/>
        </p:nvSpPr>
        <p:spPr>
          <a:xfrm>
            <a:off x="6429592" y="1316898"/>
            <a:ext cx="560944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D263E7D-ADCE-79E4-5BA7-A10407E23A7B}"/>
              </a:ext>
            </a:extLst>
          </p:cNvPr>
          <p:cNvSpPr txBox="1"/>
          <p:nvPr/>
        </p:nvSpPr>
        <p:spPr>
          <a:xfrm>
            <a:off x="269298" y="6531229"/>
            <a:ext cx="4089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52BC73D-10D6-85F7-D4BF-CC268753F929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Cancelación Seguros de Vida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E8BCD3-56FF-0981-BE05-ADF0EB95BC28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F26A49-CE56-2120-3163-A88B7D2CB1A8}"/>
              </a:ext>
            </a:extLst>
          </p:cNvPr>
          <p:cNvSpPr txBox="1"/>
          <p:nvPr/>
        </p:nvSpPr>
        <p:spPr>
          <a:xfrm>
            <a:off x="2443445" y="1316898"/>
            <a:ext cx="22640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017F71-2DBA-29FB-749B-A4FBF595293C}"/>
              </a:ext>
            </a:extLst>
          </p:cNvPr>
          <p:cNvSpPr/>
          <p:nvPr/>
        </p:nvSpPr>
        <p:spPr>
          <a:xfrm>
            <a:off x="136825" y="1642537"/>
            <a:ext cx="222242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52D5A0C-F6AF-1426-309A-6B8E519D7D19}"/>
              </a:ext>
            </a:extLst>
          </p:cNvPr>
          <p:cNvSpPr txBox="1"/>
          <p:nvPr/>
        </p:nvSpPr>
        <p:spPr>
          <a:xfrm>
            <a:off x="136825" y="1316898"/>
            <a:ext cx="222242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EA12C9C-27E8-D545-4CBD-BCEF42F86DB2}"/>
              </a:ext>
            </a:extLst>
          </p:cNvPr>
          <p:cNvSpPr/>
          <p:nvPr/>
        </p:nvSpPr>
        <p:spPr>
          <a:xfrm>
            <a:off x="2529080" y="2054472"/>
            <a:ext cx="2070341" cy="424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91CCDF3E-242E-BDD7-D205-7AAB57EFC245}"/>
              </a:ext>
            </a:extLst>
          </p:cNvPr>
          <p:cNvSpPr/>
          <p:nvPr/>
        </p:nvSpPr>
        <p:spPr>
          <a:xfrm>
            <a:off x="8600091" y="5035018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F3E82F-6DBD-69BA-1ED6-8FFB5C4D19B7}"/>
              </a:ext>
            </a:extLst>
          </p:cNvPr>
          <p:cNvSpPr/>
          <p:nvPr/>
        </p:nvSpPr>
        <p:spPr>
          <a:xfrm>
            <a:off x="10772375" y="3688827"/>
            <a:ext cx="11088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</a:t>
            </a:r>
          </a:p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(No CFDI)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06138C-A29B-8DC7-C0FD-6C169059BB89}"/>
              </a:ext>
            </a:extLst>
          </p:cNvPr>
          <p:cNvSpPr/>
          <p:nvPr/>
        </p:nvSpPr>
        <p:spPr>
          <a:xfrm>
            <a:off x="2933692" y="3556041"/>
            <a:ext cx="1266092" cy="685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08EDF13-D4BD-4443-0E0A-060C5684AAEE}"/>
              </a:ext>
            </a:extLst>
          </p:cNvPr>
          <p:cNvSpPr/>
          <p:nvPr/>
        </p:nvSpPr>
        <p:spPr>
          <a:xfrm>
            <a:off x="7177437" y="373239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401F151-8668-1992-C492-DB53BD865B49}"/>
              </a:ext>
            </a:extLst>
          </p:cNvPr>
          <p:cNvSpPr/>
          <p:nvPr/>
        </p:nvSpPr>
        <p:spPr>
          <a:xfrm>
            <a:off x="4829833" y="1661528"/>
            <a:ext cx="148694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0AAEFB2-E620-1FBE-0990-D2C7CB6AA58F}"/>
              </a:ext>
            </a:extLst>
          </p:cNvPr>
          <p:cNvSpPr txBox="1"/>
          <p:nvPr/>
        </p:nvSpPr>
        <p:spPr>
          <a:xfrm>
            <a:off x="4825083" y="1316898"/>
            <a:ext cx="148694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24985F9F-92F8-39EA-84C3-B4C8C8BC1A60}"/>
              </a:ext>
            </a:extLst>
          </p:cNvPr>
          <p:cNvCxnSpPr>
            <a:cxnSpLocks/>
            <a:stCxn id="11" idx="2"/>
            <a:endCxn id="14" idx="1"/>
          </p:cNvCxnSpPr>
          <p:nvPr/>
        </p:nvCxnSpPr>
        <p:spPr>
          <a:xfrm rot="16200000" flipH="1">
            <a:off x="4883390" y="2924889"/>
            <a:ext cx="977394" cy="36106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22AA411-9702-C2D4-6F85-2370BE75F541}"/>
              </a:ext>
            </a:extLst>
          </p:cNvPr>
          <p:cNvSpPr/>
          <p:nvPr/>
        </p:nvSpPr>
        <p:spPr>
          <a:xfrm>
            <a:off x="7177437" y="505333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A10298C-7137-9573-406B-26749ED69128}"/>
              </a:ext>
            </a:extLst>
          </p:cNvPr>
          <p:cNvCxnSpPr>
            <a:cxnSpLocks/>
            <a:stCxn id="11" idx="3"/>
            <a:endCxn id="64" idx="1"/>
          </p:cNvCxnSpPr>
          <p:nvPr/>
        </p:nvCxnSpPr>
        <p:spPr>
          <a:xfrm flipV="1">
            <a:off x="4199784" y="3897999"/>
            <a:ext cx="2977653" cy="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4AB4289-1896-FCB7-A303-7D8FB27CA37F}"/>
              </a:ext>
            </a:extLst>
          </p:cNvPr>
          <p:cNvCxnSpPr>
            <a:cxnSpLocks/>
            <a:stCxn id="64" idx="3"/>
            <a:endCxn id="10" idx="1"/>
          </p:cNvCxnSpPr>
          <p:nvPr/>
        </p:nvCxnSpPr>
        <p:spPr>
          <a:xfrm flipV="1">
            <a:off x="8257437" y="3888882"/>
            <a:ext cx="2514938" cy="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064EC7A-F85E-F295-2B7F-AE2748B6652F}"/>
              </a:ext>
            </a:extLst>
          </p:cNvPr>
          <p:cNvCxnSpPr>
            <a:stCxn id="14" idx="3"/>
            <a:endCxn id="83" idx="5"/>
          </p:cNvCxnSpPr>
          <p:nvPr/>
        </p:nvCxnSpPr>
        <p:spPr>
          <a:xfrm flipV="1">
            <a:off x="8257437" y="5216265"/>
            <a:ext cx="387966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523B32A-1154-914F-8633-B26C1A3D974F}"/>
              </a:ext>
            </a:extLst>
          </p:cNvPr>
          <p:cNvSpPr txBox="1"/>
          <p:nvPr/>
        </p:nvSpPr>
        <p:spPr>
          <a:xfrm>
            <a:off x="9938915" y="5128386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*Actualización de parcialidades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7A9C6F-026B-0B51-E311-B90377E16221}"/>
              </a:ext>
            </a:extLst>
          </p:cNvPr>
          <p:cNvSpPr/>
          <p:nvPr/>
        </p:nvSpPr>
        <p:spPr>
          <a:xfrm>
            <a:off x="674702" y="2636668"/>
            <a:ext cx="1208579" cy="610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Anulación del seguro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F78153DA-32E8-3927-C8B2-4687A95EB428}"/>
              </a:ext>
            </a:extLst>
          </p:cNvPr>
          <p:cNvSpPr/>
          <p:nvPr/>
        </p:nvSpPr>
        <p:spPr>
          <a:xfrm>
            <a:off x="8645403" y="2733476"/>
            <a:ext cx="1502698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C9767A1-C2B3-68B6-54DF-F5A0942FEDA4}"/>
              </a:ext>
            </a:extLst>
          </p:cNvPr>
          <p:cNvSpPr/>
          <p:nvPr/>
        </p:nvSpPr>
        <p:spPr>
          <a:xfrm>
            <a:off x="7177437" y="2778295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4023550-FB56-6094-3479-3C93D4666D65}"/>
              </a:ext>
            </a:extLst>
          </p:cNvPr>
          <p:cNvSpPr/>
          <p:nvPr/>
        </p:nvSpPr>
        <p:spPr>
          <a:xfrm>
            <a:off x="2942433" y="2702786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parcialidades</a:t>
            </a:r>
          </a:p>
        </p:txBody>
      </p: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D423AB9B-123D-D5E0-6BEF-463DDE5CBC7C}"/>
              </a:ext>
            </a:extLst>
          </p:cNvPr>
          <p:cNvCxnSpPr>
            <a:stCxn id="5" idx="3"/>
            <a:endCxn id="31" idx="1"/>
          </p:cNvCxnSpPr>
          <p:nvPr/>
        </p:nvCxnSpPr>
        <p:spPr>
          <a:xfrm>
            <a:off x="1883281" y="2941720"/>
            <a:ext cx="1059152" cy="30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2677056-8F17-EFCF-2C85-352A3D6E4ABA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 flipV="1">
            <a:off x="4208525" y="2943895"/>
            <a:ext cx="2968912" cy="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5DA6406-8296-AC44-8898-EADC88FF9157}"/>
              </a:ext>
            </a:extLst>
          </p:cNvPr>
          <p:cNvCxnSpPr>
            <a:stCxn id="30" idx="3"/>
            <a:endCxn id="28" idx="5"/>
          </p:cNvCxnSpPr>
          <p:nvPr/>
        </p:nvCxnSpPr>
        <p:spPr>
          <a:xfrm flipV="1">
            <a:off x="8257437" y="2939799"/>
            <a:ext cx="439547" cy="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angular 47">
            <a:extLst>
              <a:ext uri="{FF2B5EF4-FFF2-40B4-BE49-F238E27FC236}">
                <a16:creationId xmlns:a16="http://schemas.microsoft.com/office/drawing/2014/main" id="{45F6B7AB-FC96-E2F9-83E4-63393A66C847}"/>
              </a:ext>
            </a:extLst>
          </p:cNvPr>
          <p:cNvCxnSpPr>
            <a:cxnSpLocks/>
            <a:stCxn id="5" idx="2"/>
            <a:endCxn id="11" idx="1"/>
          </p:cNvCxnSpPr>
          <p:nvPr/>
        </p:nvCxnSpPr>
        <p:spPr>
          <a:xfrm rot="16200000" flipH="1">
            <a:off x="1780332" y="2745431"/>
            <a:ext cx="652021" cy="16547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F04B8A20-55ED-7565-8F99-C208EBF52DDA}"/>
              </a:ext>
            </a:extLst>
          </p:cNvPr>
          <p:cNvSpPr txBox="1"/>
          <p:nvPr/>
        </p:nvSpPr>
        <p:spPr>
          <a:xfrm>
            <a:off x="9145571" y="253586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262889C6-2ACC-A3AA-3B45-72BD07BFC787}"/>
              </a:ext>
            </a:extLst>
          </p:cNvPr>
          <p:cNvSpPr txBox="1"/>
          <p:nvPr/>
        </p:nvSpPr>
        <p:spPr>
          <a:xfrm>
            <a:off x="9014775" y="484548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18612912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629962" y="587097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21346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888473" cy="991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</a:t>
            </a: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4CAD34-C811-31F8-1E8B-D668E54E0847}"/>
              </a:ext>
            </a:extLst>
          </p:cNvPr>
          <p:cNvSpPr txBox="1"/>
          <p:nvPr/>
        </p:nvSpPr>
        <p:spPr>
          <a:xfrm>
            <a:off x="1559104" y="2328803"/>
            <a:ext cx="6097712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Mercaderías/Credilanas</a:t>
            </a:r>
            <a:endParaRPr lang="es-MX" sz="18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1544638" lvl="2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Cuentas incobrables</a:t>
            </a:r>
          </a:p>
          <a:p>
            <a:pPr marL="1544638" lvl="2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Reactivación cuenta incobrable </a:t>
            </a:r>
          </a:p>
          <a:p>
            <a:pPr lvl="1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11811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9A363-5F6F-F041-D4E1-FC5925E8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346824AF-5ED6-E630-6C77-A2E6F68EC3E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6A42F82-8546-0800-5D11-2682492500E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B7A299C-7A7A-B43C-5139-27171D1EDD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2DC510B-581B-F9FD-244E-93399C33D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2535EB83-3B07-F033-3220-95A76FD31F70}"/>
              </a:ext>
            </a:extLst>
          </p:cNvPr>
          <p:cNvSpPr/>
          <p:nvPr/>
        </p:nvSpPr>
        <p:spPr>
          <a:xfrm>
            <a:off x="2841567" y="1615681"/>
            <a:ext cx="195977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C4E0CAE-EB5B-D5D5-C0AC-3C07CBA8A047}"/>
              </a:ext>
            </a:extLst>
          </p:cNvPr>
          <p:cNvSpPr txBox="1"/>
          <p:nvPr/>
        </p:nvSpPr>
        <p:spPr>
          <a:xfrm>
            <a:off x="4919891" y="1269208"/>
            <a:ext cx="7119148" cy="2308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735152FF-706D-CA9C-7080-65138F92AA21}"/>
              </a:ext>
            </a:extLst>
          </p:cNvPr>
          <p:cNvSpPr/>
          <p:nvPr/>
        </p:nvSpPr>
        <p:spPr>
          <a:xfrm>
            <a:off x="908999" y="438480"/>
            <a:ext cx="9154473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Mavicob Moratorios Diarios: Credilanas, Mercaderías, Débitos</a:t>
            </a:r>
            <a:endParaRPr lang="es-MX" sz="2000" b="1" strike="noStrike" spc="-1">
              <a:latin typeface="Arial"/>
            </a:endParaRPr>
          </a:p>
        </p:txBody>
      </p: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7F2B5B59-F453-E425-6FA0-2C808E9E5194}"/>
              </a:ext>
            </a:extLst>
          </p:cNvPr>
          <p:cNvSpPr/>
          <p:nvPr/>
        </p:nvSpPr>
        <p:spPr>
          <a:xfrm>
            <a:off x="9025193" y="4228510"/>
            <a:ext cx="1544176" cy="380521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5AC208-4582-A775-D3A7-A32DB1B2521D}"/>
              </a:ext>
            </a:extLst>
          </p:cNvPr>
          <p:cNvSpPr/>
          <p:nvPr/>
        </p:nvSpPr>
        <p:spPr>
          <a:xfrm>
            <a:off x="5170038" y="3735635"/>
            <a:ext cx="1108708" cy="447945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ND-CRED-39-(JOB</a:t>
            </a:r>
          </a:p>
          <a:p>
            <a:pPr algn="ctr"/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Moratorios Diarios Mavicob)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9767EDE-EA93-30CE-0B50-87781BDD7460}"/>
              </a:ext>
            </a:extLst>
          </p:cNvPr>
          <p:cNvSpPr/>
          <p:nvPr/>
        </p:nvSpPr>
        <p:spPr>
          <a:xfrm>
            <a:off x="4919893" y="1615680"/>
            <a:ext cx="711914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2E4450-9F75-9C6F-5D0C-47E30332412C}"/>
              </a:ext>
            </a:extLst>
          </p:cNvPr>
          <p:cNvSpPr txBox="1"/>
          <p:nvPr/>
        </p:nvSpPr>
        <p:spPr>
          <a:xfrm>
            <a:off x="5002169" y="4479760"/>
            <a:ext cx="14444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Actualiza a cada parcialida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d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Importe Vencido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Base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Importe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Fecha Moratorio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Estado “</a:t>
            </a:r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P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arcialidad Vencida”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A37581-51D2-7BC7-B582-CC06C950B455}"/>
              </a:ext>
            </a:extLst>
          </p:cNvPr>
          <p:cNvSpPr txBox="1"/>
          <p:nvPr/>
        </p:nvSpPr>
        <p:spPr>
          <a:xfrm>
            <a:off x="2833078" y="1269208"/>
            <a:ext cx="1967377" cy="230832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A634B2-9049-E30D-2B56-78AE3092CADD}"/>
              </a:ext>
            </a:extLst>
          </p:cNvPr>
          <p:cNvSpPr txBox="1"/>
          <p:nvPr/>
        </p:nvSpPr>
        <p:spPr>
          <a:xfrm>
            <a:off x="7690842" y="3444983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467A6A-D291-F2C9-792C-7696B0FF1F63}"/>
              </a:ext>
            </a:extLst>
          </p:cNvPr>
          <p:cNvSpPr txBox="1"/>
          <p:nvPr/>
        </p:nvSpPr>
        <p:spPr>
          <a:xfrm>
            <a:off x="7690842" y="5505869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Actualiza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FAC28E65-E399-3EA7-F737-4608B4AFD5DD}"/>
              </a:ext>
            </a:extLst>
          </p:cNvPr>
          <p:cNvCxnSpPr>
            <a:cxnSpLocks/>
            <a:stCxn id="10" idx="1"/>
            <a:endCxn id="4" idx="0"/>
          </p:cNvCxnSpPr>
          <p:nvPr/>
        </p:nvCxnSpPr>
        <p:spPr>
          <a:xfrm rot="10800000" flipV="1">
            <a:off x="5724392" y="3606983"/>
            <a:ext cx="1966450" cy="12865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D447600A-AB3D-BA35-67E3-908F2A6BAD52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6278746" y="3959608"/>
            <a:ext cx="1412096" cy="17082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5FBB9DB-C4EC-CA6E-6C4C-0B646030C673}"/>
              </a:ext>
            </a:extLst>
          </p:cNvPr>
          <p:cNvSpPr/>
          <p:nvPr/>
        </p:nvSpPr>
        <p:spPr>
          <a:xfrm>
            <a:off x="534086" y="1617133"/>
            <a:ext cx="218893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430A1C5-CF7D-DF90-BC87-B16B6CE4AF3A}"/>
              </a:ext>
            </a:extLst>
          </p:cNvPr>
          <p:cNvSpPr txBox="1"/>
          <p:nvPr/>
        </p:nvSpPr>
        <p:spPr>
          <a:xfrm>
            <a:off x="525597" y="1270660"/>
            <a:ext cx="2197421" cy="2308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E61465C5-D021-B8FA-CD50-85AF6DE1D462}"/>
              </a:ext>
            </a:extLst>
          </p:cNvPr>
          <p:cNvSpPr/>
          <p:nvPr/>
        </p:nvSpPr>
        <p:spPr>
          <a:xfrm>
            <a:off x="9276093" y="1763142"/>
            <a:ext cx="1483843" cy="399496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Motivos de pedido</a:t>
            </a:r>
          </a:p>
        </p:txBody>
      </p:sp>
      <p:sp>
        <p:nvSpPr>
          <p:cNvPr id="34" name="Paralelogramo 33">
            <a:extLst>
              <a:ext uri="{FF2B5EF4-FFF2-40B4-BE49-F238E27FC236}">
                <a16:creationId xmlns:a16="http://schemas.microsoft.com/office/drawing/2014/main" id="{D0FEC258-FA9A-2330-7101-EB7F1EC859F3}"/>
              </a:ext>
            </a:extLst>
          </p:cNvPr>
          <p:cNvSpPr/>
          <p:nvPr/>
        </p:nvSpPr>
        <p:spPr>
          <a:xfrm>
            <a:off x="9186834" y="2405655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Tabla KNA1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Campo: KATR3</a:t>
            </a:r>
          </a:p>
          <a:p>
            <a:pPr algn="ctr"/>
            <a:r>
              <a:rPr lang="es-ES_tradnl" sz="900">
                <a:latin typeface="Arial Nova" panose="020B0504020202020204" pitchFamily="34" charset="0"/>
              </a:rPr>
              <a:t>(CalculoMoratorio)</a:t>
            </a:r>
          </a:p>
        </p:txBody>
      </p:sp>
      <p:cxnSp>
        <p:nvCxnSpPr>
          <p:cNvPr id="32" name="Conector angular 31">
            <a:extLst>
              <a:ext uri="{FF2B5EF4-FFF2-40B4-BE49-F238E27FC236}">
                <a16:creationId xmlns:a16="http://schemas.microsoft.com/office/drawing/2014/main" id="{B3877CA6-E40B-431D-47D5-C8940AC052A9}"/>
              </a:ext>
            </a:extLst>
          </p:cNvPr>
          <p:cNvCxnSpPr>
            <a:cxnSpLocks/>
            <a:stCxn id="4" idx="0"/>
            <a:endCxn id="37" idx="1"/>
          </p:cNvCxnSpPr>
          <p:nvPr/>
        </p:nvCxnSpPr>
        <p:spPr>
          <a:xfrm rot="5400000" flipH="1" flipV="1">
            <a:off x="5818246" y="1863039"/>
            <a:ext cx="1778743" cy="19664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70AF38B4-F205-D81F-AD29-3CE71426621C}"/>
              </a:ext>
            </a:extLst>
          </p:cNvPr>
          <p:cNvCxnSpPr>
            <a:cxnSpLocks/>
            <a:stCxn id="4" idx="0"/>
            <a:endCxn id="38" idx="1"/>
          </p:cNvCxnSpPr>
          <p:nvPr/>
        </p:nvCxnSpPr>
        <p:spPr>
          <a:xfrm rot="5400000" flipH="1" flipV="1">
            <a:off x="6186207" y="2231000"/>
            <a:ext cx="1042821" cy="19664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Paralelogramo 1">
            <a:extLst>
              <a:ext uri="{FF2B5EF4-FFF2-40B4-BE49-F238E27FC236}">
                <a16:creationId xmlns:a16="http://schemas.microsoft.com/office/drawing/2014/main" id="{46C86763-73BB-7A7D-26A4-F4E3B7A355D6}"/>
              </a:ext>
            </a:extLst>
          </p:cNvPr>
          <p:cNvSpPr/>
          <p:nvPr/>
        </p:nvSpPr>
        <p:spPr>
          <a:xfrm>
            <a:off x="9003507" y="3305963"/>
            <a:ext cx="1572618" cy="595172"/>
          </a:xfrm>
          <a:prstGeom prst="parallelogram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Combinación de Canal distribución/ Organización de ventas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4FC714-24FB-5CF1-E614-E1651C5454F5}"/>
              </a:ext>
            </a:extLst>
          </p:cNvPr>
          <p:cNvSpPr txBox="1"/>
          <p:nvPr/>
        </p:nvSpPr>
        <p:spPr>
          <a:xfrm>
            <a:off x="7690842" y="4259127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37C60D7-4F9C-4A35-94F9-94A99D587CFE}"/>
              </a:ext>
            </a:extLst>
          </p:cNvPr>
          <p:cNvSpPr txBox="1"/>
          <p:nvPr/>
        </p:nvSpPr>
        <p:spPr>
          <a:xfrm>
            <a:off x="7690842" y="1794892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7B441EC-7AAB-5D15-10A4-12D18BD3320A}"/>
              </a:ext>
            </a:extLst>
          </p:cNvPr>
          <p:cNvSpPr txBox="1"/>
          <p:nvPr/>
        </p:nvSpPr>
        <p:spPr>
          <a:xfrm>
            <a:off x="7690842" y="2530814"/>
            <a:ext cx="792708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Consulta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E8DCF8F-C06A-37E6-402F-9CA001A92B92}"/>
              </a:ext>
            </a:extLst>
          </p:cNvPr>
          <p:cNvCxnSpPr>
            <a:stCxn id="37" idx="3"/>
            <a:endCxn id="31" idx="5"/>
          </p:cNvCxnSpPr>
          <p:nvPr/>
        </p:nvCxnSpPr>
        <p:spPr>
          <a:xfrm>
            <a:off x="8483550" y="1956892"/>
            <a:ext cx="842480" cy="5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76357BB4-0168-4B98-A313-50CDCBF93A71}"/>
              </a:ext>
            </a:extLst>
          </p:cNvPr>
          <p:cNvCxnSpPr>
            <a:stCxn id="38" idx="3"/>
            <a:endCxn id="34" idx="5"/>
          </p:cNvCxnSpPr>
          <p:nvPr/>
        </p:nvCxnSpPr>
        <p:spPr>
          <a:xfrm>
            <a:off x="8483550" y="2692814"/>
            <a:ext cx="777681" cy="10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Conector angular 57">
            <a:extLst>
              <a:ext uri="{FF2B5EF4-FFF2-40B4-BE49-F238E27FC236}">
                <a16:creationId xmlns:a16="http://schemas.microsoft.com/office/drawing/2014/main" id="{7E4922DE-3AC4-3133-0632-B0468A2091AF}"/>
              </a:ext>
            </a:extLst>
          </p:cNvPr>
          <p:cNvCxnSpPr>
            <a:stCxn id="4" idx="3"/>
            <a:endCxn id="25" idx="1"/>
          </p:cNvCxnSpPr>
          <p:nvPr/>
        </p:nvCxnSpPr>
        <p:spPr>
          <a:xfrm>
            <a:off x="6278746" y="3959608"/>
            <a:ext cx="1412096" cy="461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042D6DE5-F4CA-D4BA-0AAF-2FCFB0ABFCAD}"/>
              </a:ext>
            </a:extLst>
          </p:cNvPr>
          <p:cNvCxnSpPr>
            <a:cxnSpLocks/>
            <a:stCxn id="10" idx="3"/>
            <a:endCxn id="2" idx="5"/>
          </p:cNvCxnSpPr>
          <p:nvPr/>
        </p:nvCxnSpPr>
        <p:spPr>
          <a:xfrm flipV="1">
            <a:off x="8483550" y="3603549"/>
            <a:ext cx="594354" cy="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F290CEC4-04B1-2DA6-5BB3-0DB98FB0E19A}"/>
              </a:ext>
            </a:extLst>
          </p:cNvPr>
          <p:cNvCxnSpPr>
            <a:cxnSpLocks/>
            <a:stCxn id="25" idx="3"/>
            <a:endCxn id="30" idx="5"/>
          </p:cNvCxnSpPr>
          <p:nvPr/>
        </p:nvCxnSpPr>
        <p:spPr>
          <a:xfrm flipV="1">
            <a:off x="8483550" y="4418771"/>
            <a:ext cx="589208" cy="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ector angular 66">
            <a:extLst>
              <a:ext uri="{FF2B5EF4-FFF2-40B4-BE49-F238E27FC236}">
                <a16:creationId xmlns:a16="http://schemas.microsoft.com/office/drawing/2014/main" id="{155B5ECA-815D-AE3A-EE05-437355948DEA}"/>
              </a:ext>
            </a:extLst>
          </p:cNvPr>
          <p:cNvCxnSpPr>
            <a:cxnSpLocks/>
            <a:stCxn id="11" idx="3"/>
            <a:endCxn id="30" idx="3"/>
          </p:cNvCxnSpPr>
          <p:nvPr/>
        </p:nvCxnSpPr>
        <p:spPr>
          <a:xfrm flipV="1">
            <a:off x="8483550" y="4609031"/>
            <a:ext cx="1266166" cy="10588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32AC85-5EA8-48EB-6527-3D5203F0924E}"/>
              </a:ext>
            </a:extLst>
          </p:cNvPr>
          <p:cNvSpPr txBox="1"/>
          <p:nvPr/>
        </p:nvSpPr>
        <p:spPr>
          <a:xfrm>
            <a:off x="10816240" y="1711133"/>
            <a:ext cx="12227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conceptos de Débitos exentos de moratorio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D88F51-323A-6E25-FF7D-3DCF25146C84}"/>
              </a:ext>
            </a:extLst>
          </p:cNvPr>
          <p:cNvSpPr txBox="1"/>
          <p:nvPr/>
        </p:nvSpPr>
        <p:spPr>
          <a:xfrm>
            <a:off x="10816240" y="2533964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los BP exentos de moratorio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FC9B41A-6C54-C859-AD11-CF06122418EB}"/>
              </a:ext>
            </a:extLst>
          </p:cNvPr>
          <p:cNvSpPr txBox="1"/>
          <p:nvPr/>
        </p:nvSpPr>
        <p:spPr>
          <a:xfrm>
            <a:off x="10816240" y="3386487"/>
            <a:ext cx="12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/>
              <a:t>Para identificar cuales son exentas de moratorio</a:t>
            </a:r>
          </a:p>
        </p:txBody>
      </p:sp>
      <p:sp>
        <p:nvSpPr>
          <p:cNvPr id="5" name="CuadroTexto 118">
            <a:extLst>
              <a:ext uri="{FF2B5EF4-FFF2-40B4-BE49-F238E27FC236}">
                <a16:creationId xmlns:a16="http://schemas.microsoft.com/office/drawing/2014/main" id="{62F43924-D72F-6D81-81D5-0C079E50C09E}"/>
              </a:ext>
            </a:extLst>
          </p:cNvPr>
          <p:cNvSpPr txBox="1"/>
          <p:nvPr/>
        </p:nvSpPr>
        <p:spPr>
          <a:xfrm>
            <a:off x="9484741" y="405195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</p:spTree>
    <p:extLst>
      <p:ext uri="{BB962C8B-B14F-4D97-AF65-F5344CB8AC3E}">
        <p14:creationId xmlns:p14="http://schemas.microsoft.com/office/powerpoint/2010/main" val="31507461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2ECF-11B8-FD15-043E-AC8CF116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B0065F1-F054-F454-4AD9-36670FDDA0BF}"/>
              </a:ext>
            </a:extLst>
          </p:cNvPr>
          <p:cNvSpPr/>
          <p:nvPr/>
        </p:nvSpPr>
        <p:spPr>
          <a:xfrm>
            <a:off x="1082868" y="2122513"/>
            <a:ext cx="10026263" cy="424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MAVI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4F3F95E-5BC0-AB0E-BB34-B14EA9CC905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BF749C7-20A4-30FF-2570-D4CF4D88D77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0EB8423-5AA6-37BD-66EC-E20A03D5C19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690B31E-7881-8C47-08B5-96F8C29F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20E3AAEE-F5E4-0959-3C1B-21F68CEA3F81}"/>
              </a:ext>
            </a:extLst>
          </p:cNvPr>
          <p:cNvSpPr txBox="1"/>
          <p:nvPr/>
        </p:nvSpPr>
        <p:spPr>
          <a:xfrm>
            <a:off x="908280" y="1408568"/>
            <a:ext cx="10410748" cy="27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6F8B7C1-B8DD-10D9-A29E-07E11B83EC6D}"/>
              </a:ext>
            </a:extLst>
          </p:cNvPr>
          <p:cNvSpPr/>
          <p:nvPr/>
        </p:nvSpPr>
        <p:spPr>
          <a:xfrm>
            <a:off x="908999" y="438480"/>
            <a:ext cx="100881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Mercaderías/Credilanas Mavicob - Cuentas incobrables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89AD6F6-A570-3BDC-84FE-A19658E96686}"/>
              </a:ext>
            </a:extLst>
          </p:cNvPr>
          <p:cNvSpPr/>
          <p:nvPr/>
        </p:nvSpPr>
        <p:spPr>
          <a:xfrm>
            <a:off x="908279" y="1724426"/>
            <a:ext cx="1041074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6F1916-03AA-4223-837F-5C4AF03C0CA9}"/>
              </a:ext>
            </a:extLst>
          </p:cNvPr>
          <p:cNvSpPr/>
          <p:nvPr/>
        </p:nvSpPr>
        <p:spPr>
          <a:xfrm>
            <a:off x="1371085" y="2345979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parcialidades</a:t>
            </a:r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3F13252E-D5FE-7740-FAC6-60170D1BE055}"/>
              </a:ext>
            </a:extLst>
          </p:cNvPr>
          <p:cNvSpPr/>
          <p:nvPr/>
        </p:nvSpPr>
        <p:spPr>
          <a:xfrm>
            <a:off x="8744503" y="2402548"/>
            <a:ext cx="959713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7DB7CBB-DDEA-FDB3-D9D8-56A5B2BCD749}"/>
              </a:ext>
            </a:extLst>
          </p:cNvPr>
          <p:cNvSpPr/>
          <p:nvPr/>
        </p:nvSpPr>
        <p:spPr>
          <a:xfrm>
            <a:off x="1371085" y="3203897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Muestra parcialidades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418A87D-BCE1-EC5D-1B6B-F69D61E3A79F}"/>
              </a:ext>
            </a:extLst>
          </p:cNvPr>
          <p:cNvSpPr/>
          <p:nvPr/>
        </p:nvSpPr>
        <p:spPr>
          <a:xfrm>
            <a:off x="1371085" y="3962222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Autorización parcialidades a quebrantar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2BD328-DA01-CBCA-237B-AF47E03A8CD3}"/>
              </a:ext>
            </a:extLst>
          </p:cNvPr>
          <p:cNvSpPr/>
          <p:nvPr/>
        </p:nvSpPr>
        <p:spPr>
          <a:xfrm>
            <a:off x="1371085" y="4720547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Marcar parcialidades quebrantadas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499858F-A0F5-D3F5-CE41-737C5AF26BF6}"/>
              </a:ext>
            </a:extLst>
          </p:cNvPr>
          <p:cNvCxnSpPr>
            <a:endCxn id="12" idx="0"/>
          </p:cNvCxnSpPr>
          <p:nvPr/>
        </p:nvCxnSpPr>
        <p:spPr>
          <a:xfrm>
            <a:off x="2004131" y="2829902"/>
            <a:ext cx="0" cy="373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8E6D291-7698-DACA-0F1A-CCCDAFDFA4FC}"/>
              </a:ext>
            </a:extLst>
          </p:cNvPr>
          <p:cNvCxnSpPr>
            <a:endCxn id="13" idx="0"/>
          </p:cNvCxnSpPr>
          <p:nvPr/>
        </p:nvCxnSpPr>
        <p:spPr>
          <a:xfrm>
            <a:off x="2004131" y="3687820"/>
            <a:ext cx="0" cy="274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7967E27-CF6B-BFE3-E96F-F4BFC209302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2004131" y="4446145"/>
            <a:ext cx="0" cy="274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99E2456-E33C-7C35-757C-9224F0C31351}"/>
              </a:ext>
            </a:extLst>
          </p:cNvPr>
          <p:cNvCxnSpPr>
            <a:stCxn id="9" idx="3"/>
            <a:endCxn id="10" idx="5"/>
          </p:cNvCxnSpPr>
          <p:nvPr/>
        </p:nvCxnSpPr>
        <p:spPr>
          <a:xfrm>
            <a:off x="2637177" y="2587941"/>
            <a:ext cx="6158907" cy="2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>
            <a:extLst>
              <a:ext uri="{FF2B5EF4-FFF2-40B4-BE49-F238E27FC236}">
                <a16:creationId xmlns:a16="http://schemas.microsoft.com/office/drawing/2014/main" id="{FF911460-A3AA-DBAB-A36B-D5A288A28857}"/>
              </a:ext>
            </a:extLst>
          </p:cNvPr>
          <p:cNvCxnSpPr>
            <a:cxnSpLocks/>
            <a:endCxn id="10" idx="4"/>
          </p:cNvCxnSpPr>
          <p:nvPr/>
        </p:nvCxnSpPr>
        <p:spPr>
          <a:xfrm flipV="1">
            <a:off x="2637177" y="2815194"/>
            <a:ext cx="6587183" cy="30313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C23AF607-FBCE-ADF7-C181-060D7103D82B}"/>
              </a:ext>
            </a:extLst>
          </p:cNvPr>
          <p:cNvSpPr txBox="1"/>
          <p:nvPr/>
        </p:nvSpPr>
        <p:spPr>
          <a:xfrm>
            <a:off x="2637177" y="5469096"/>
            <a:ext cx="2959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*Los splits con conceptos operativos como “Mavicob” son los que se copiaran de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a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</a:t>
            </a:r>
            <a:r>
              <a:rPr lang="es-ES_tradnl" sz="800" err="1">
                <a:latin typeface="Arial Nova" panose="020B0504020202020204" pitchFamily="34" charset="0"/>
              </a:rPr>
              <a:t>mavicob</a:t>
            </a:r>
            <a:endParaRPr lang="es-ES_tradnl" sz="800"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BDE10B-DD2D-293D-3215-0A63F19B6A8E}"/>
              </a:ext>
            </a:extLst>
          </p:cNvPr>
          <p:cNvSpPr/>
          <p:nvPr/>
        </p:nvSpPr>
        <p:spPr>
          <a:xfrm>
            <a:off x="1371085" y="5565689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Motivos operativos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67A5CE1-1C77-8CF5-1358-FEE843A1D0E9}"/>
              </a:ext>
            </a:extLst>
          </p:cNvPr>
          <p:cNvCxnSpPr>
            <a:stCxn id="14" idx="2"/>
            <a:endCxn id="4" idx="0"/>
          </p:cNvCxnSpPr>
          <p:nvPr/>
        </p:nvCxnSpPr>
        <p:spPr>
          <a:xfrm>
            <a:off x="2004131" y="5204470"/>
            <a:ext cx="0" cy="36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70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0380-FA5E-70DF-89B7-8A995527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ángulo 113">
            <a:extLst>
              <a:ext uri="{FF2B5EF4-FFF2-40B4-BE49-F238E27FC236}">
                <a16:creationId xmlns:a16="http://schemas.microsoft.com/office/drawing/2014/main" id="{42FDB8B2-6F94-D2F0-1A32-5CD09876A554}"/>
              </a:ext>
            </a:extLst>
          </p:cNvPr>
          <p:cNvSpPr/>
          <p:nvPr/>
        </p:nvSpPr>
        <p:spPr>
          <a:xfrm>
            <a:off x="663835" y="1733550"/>
            <a:ext cx="1829950" cy="45968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FBCFE88-093D-1E34-BBEE-E55F5286C6E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F2D138F-9169-4C16-0092-8FC78010C6BB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AF6636F-B625-BA2C-8E99-9CF2909A197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B4EA737-5084-CD76-E876-8ACEEAE1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F5F7365-0F65-AEFA-102E-900EFB283E23}"/>
              </a:ext>
            </a:extLst>
          </p:cNvPr>
          <p:cNvSpPr/>
          <p:nvPr/>
        </p:nvSpPr>
        <p:spPr>
          <a:xfrm>
            <a:off x="2701007" y="1428750"/>
            <a:ext cx="1576117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15716FF-92B4-B3EC-F74C-31B8F3979D4C}"/>
              </a:ext>
            </a:extLst>
          </p:cNvPr>
          <p:cNvSpPr txBox="1"/>
          <p:nvPr/>
        </p:nvSpPr>
        <p:spPr>
          <a:xfrm>
            <a:off x="4415963" y="1062902"/>
            <a:ext cx="7410278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4010B41-19EB-399C-ED95-6A04E98188BA}"/>
              </a:ext>
            </a:extLst>
          </p:cNvPr>
          <p:cNvSpPr txBox="1"/>
          <p:nvPr/>
        </p:nvSpPr>
        <p:spPr>
          <a:xfrm>
            <a:off x="269298" y="6531229"/>
            <a:ext cx="4980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FB27F664-A20E-6D89-AA0B-F654F5DB8966}"/>
              </a:ext>
            </a:extLst>
          </p:cNvPr>
          <p:cNvSpPr/>
          <p:nvPr/>
        </p:nvSpPr>
        <p:spPr>
          <a:xfrm>
            <a:off x="908999" y="438480"/>
            <a:ext cx="100881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</a:t>
            </a:r>
            <a:r>
              <a:rPr lang="es-MX" sz="2000" b="1" spc="-1" err="1">
                <a:latin typeface="Arial Nova" panose="020B0504020202020204" pitchFamily="34" charset="0"/>
              </a:rPr>
              <a:t>Credilanas</a:t>
            </a:r>
            <a:r>
              <a:rPr lang="es-MX" sz="2000" b="1" spc="-1">
                <a:latin typeface="Arial Nova" panose="020B0504020202020204" pitchFamily="34" charset="0"/>
              </a:rPr>
              <a:t> </a:t>
            </a:r>
            <a:r>
              <a:rPr lang="es-MX" sz="2000" b="1" spc="-1" err="1">
                <a:latin typeface="Arial Nova" panose="020B0504020202020204" pitchFamily="34" charset="0"/>
              </a:rPr>
              <a:t>Mavicob</a:t>
            </a:r>
            <a:r>
              <a:rPr lang="es-MX" sz="2000" b="1" spc="-1">
                <a:latin typeface="Arial Nova" panose="020B0504020202020204" pitchFamily="34" charset="0"/>
              </a:rPr>
              <a:t> - Cuentas incobrables - Generación Notas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27" name="Paralelogramo 26">
            <a:extLst>
              <a:ext uri="{FF2B5EF4-FFF2-40B4-BE49-F238E27FC236}">
                <a16:creationId xmlns:a16="http://schemas.microsoft.com/office/drawing/2014/main" id="{18506743-32F1-4EA9-50D4-66409E08F9B9}"/>
              </a:ext>
            </a:extLst>
          </p:cNvPr>
          <p:cNvSpPr/>
          <p:nvPr/>
        </p:nvSpPr>
        <p:spPr>
          <a:xfrm>
            <a:off x="10051868" y="1868383"/>
            <a:ext cx="1220413" cy="37803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E5ED311-5839-06B3-7481-3BDF336EA960}"/>
              </a:ext>
            </a:extLst>
          </p:cNvPr>
          <p:cNvSpPr/>
          <p:nvPr/>
        </p:nvSpPr>
        <p:spPr>
          <a:xfrm>
            <a:off x="7818338" y="2452079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9713453-A55C-21F5-2B0D-2DC2F7D8A3CC}"/>
              </a:ext>
            </a:extLst>
          </p:cNvPr>
          <p:cNvSpPr/>
          <p:nvPr/>
        </p:nvSpPr>
        <p:spPr>
          <a:xfrm>
            <a:off x="6007691" y="1428750"/>
            <a:ext cx="5818549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048702A-252C-AD8E-C2D9-EF1614D4D62C}"/>
              </a:ext>
            </a:extLst>
          </p:cNvPr>
          <p:cNvSpPr/>
          <p:nvPr/>
        </p:nvSpPr>
        <p:spPr>
          <a:xfrm>
            <a:off x="586768" y="1428750"/>
            <a:ext cx="1985540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38BA6D9-9A25-F75B-94E2-3D47C629A5B4}"/>
              </a:ext>
            </a:extLst>
          </p:cNvPr>
          <p:cNvSpPr txBox="1"/>
          <p:nvPr/>
        </p:nvSpPr>
        <p:spPr>
          <a:xfrm>
            <a:off x="2709534" y="1062902"/>
            <a:ext cx="1569202" cy="270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9597288-7D9B-0DFC-F0BB-672CF6A96117}"/>
              </a:ext>
            </a:extLst>
          </p:cNvPr>
          <p:cNvSpPr txBox="1"/>
          <p:nvPr/>
        </p:nvSpPr>
        <p:spPr>
          <a:xfrm>
            <a:off x="586768" y="1062902"/>
            <a:ext cx="1985540" cy="270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7B3EA7-2141-83C1-39A7-CE531EBE2373}"/>
              </a:ext>
            </a:extLst>
          </p:cNvPr>
          <p:cNvSpPr/>
          <p:nvPr/>
        </p:nvSpPr>
        <p:spPr>
          <a:xfrm>
            <a:off x="950255" y="1806428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Splits quebrantados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CC3532E-5D2D-B9BE-91AD-DA173270D8D2}"/>
              </a:ext>
            </a:extLst>
          </p:cNvPr>
          <p:cNvSpPr/>
          <p:nvPr/>
        </p:nvSpPr>
        <p:spPr>
          <a:xfrm>
            <a:off x="950255" y="3159211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Evalúa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152E704-B2F8-0654-506B-0F0A13D3367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490255" y="2238428"/>
            <a:ext cx="0" cy="92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B4CBAD1-9BBB-D75C-85CC-D451FFBB5E0E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2030255" y="2022428"/>
            <a:ext cx="6974182" cy="35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ABCD57-D1F5-277B-125A-3B052F6EB02A}"/>
              </a:ext>
            </a:extLst>
          </p:cNvPr>
          <p:cNvSpPr txBox="1"/>
          <p:nvPr/>
        </p:nvSpPr>
        <p:spPr>
          <a:xfrm>
            <a:off x="9004437" y="1895518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9F1751B-A30F-84EF-F266-4F0655D1CD8E}"/>
              </a:ext>
            </a:extLst>
          </p:cNvPr>
          <p:cNvCxnSpPr>
            <a:cxnSpLocks/>
            <a:stCxn id="17" idx="3"/>
            <a:endCxn id="27" idx="5"/>
          </p:cNvCxnSpPr>
          <p:nvPr/>
        </p:nvCxnSpPr>
        <p:spPr>
          <a:xfrm flipV="1">
            <a:off x="9797145" y="2057398"/>
            <a:ext cx="301977" cy="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645BC63-1A83-4B12-D763-A5815A9AB7B4}"/>
              </a:ext>
            </a:extLst>
          </p:cNvPr>
          <p:cNvSpPr txBox="1"/>
          <p:nvPr/>
        </p:nvSpPr>
        <p:spPr>
          <a:xfrm>
            <a:off x="6473624" y="2506289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PV02_CMCOB-INC-NC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DFDFA60E-5455-6892-F5D7-6886B049BA79}"/>
              </a:ext>
            </a:extLst>
          </p:cNvPr>
          <p:cNvCxnSpPr>
            <a:stCxn id="30" idx="3"/>
            <a:endCxn id="56" idx="1"/>
          </p:cNvCxnSpPr>
          <p:nvPr/>
        </p:nvCxnSpPr>
        <p:spPr>
          <a:xfrm flipV="1">
            <a:off x="7435106" y="2668079"/>
            <a:ext cx="383232" cy="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2D9A28A-4A8B-5933-8680-B3430A1F9615}"/>
              </a:ext>
            </a:extLst>
          </p:cNvPr>
          <p:cNvSpPr txBox="1"/>
          <p:nvPr/>
        </p:nvSpPr>
        <p:spPr>
          <a:xfrm>
            <a:off x="6486525" y="3223043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PV02_CMCOB-INC-NDCFDI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F180C68F-C36E-25EB-005F-0640A09E7355}"/>
              </a:ext>
            </a:extLst>
          </p:cNvPr>
          <p:cNvSpPr txBox="1"/>
          <p:nvPr/>
        </p:nvSpPr>
        <p:spPr>
          <a:xfrm>
            <a:off x="6504455" y="3813815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PV02_CMCOB-INC-NCCFDI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F9E1492-01B6-12C8-0AD5-0A57007141C6}"/>
              </a:ext>
            </a:extLst>
          </p:cNvPr>
          <p:cNvSpPr/>
          <p:nvPr/>
        </p:nvSpPr>
        <p:spPr>
          <a:xfrm>
            <a:off x="7818338" y="3162870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(intereses x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 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848CA290-EFEA-2585-6392-CB40F6E8DD64}"/>
              </a:ext>
            </a:extLst>
          </p:cNvPr>
          <p:cNvSpPr/>
          <p:nvPr/>
        </p:nvSpPr>
        <p:spPr>
          <a:xfrm>
            <a:off x="7818338" y="3759815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(intereses x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 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E637EFC1-518A-8CAA-3D3A-67E60721A064}"/>
              </a:ext>
            </a:extLst>
          </p:cNvPr>
          <p:cNvCxnSpPr>
            <a:cxnSpLocks/>
            <a:stCxn id="19" idx="3"/>
            <a:endCxn id="63" idx="1"/>
          </p:cNvCxnSpPr>
          <p:nvPr/>
        </p:nvCxnSpPr>
        <p:spPr>
          <a:xfrm>
            <a:off x="5686424" y="3381561"/>
            <a:ext cx="800101" cy="3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angular 72">
            <a:extLst>
              <a:ext uri="{FF2B5EF4-FFF2-40B4-BE49-F238E27FC236}">
                <a16:creationId xmlns:a16="http://schemas.microsoft.com/office/drawing/2014/main" id="{E2164C06-B2C5-E083-DCA3-3B19E077BCE1}"/>
              </a:ext>
            </a:extLst>
          </p:cNvPr>
          <p:cNvCxnSpPr>
            <a:cxnSpLocks/>
            <a:stCxn id="19" idx="3"/>
            <a:endCxn id="64" idx="1"/>
          </p:cNvCxnSpPr>
          <p:nvPr/>
        </p:nvCxnSpPr>
        <p:spPr>
          <a:xfrm>
            <a:off x="5686424" y="3381561"/>
            <a:ext cx="818031" cy="594254"/>
          </a:xfrm>
          <a:prstGeom prst="bentConnector3">
            <a:avLst>
              <a:gd name="adj1" fmla="val 593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5FE1AEAE-8505-6417-B2D4-F188F39513DF}"/>
              </a:ext>
            </a:extLst>
          </p:cNvPr>
          <p:cNvSpPr/>
          <p:nvPr/>
        </p:nvSpPr>
        <p:spPr>
          <a:xfrm>
            <a:off x="950255" y="5587986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Copia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79" name="Paralelogramo 78">
            <a:extLst>
              <a:ext uri="{FF2B5EF4-FFF2-40B4-BE49-F238E27FC236}">
                <a16:creationId xmlns:a16="http://schemas.microsoft.com/office/drawing/2014/main" id="{1997582C-1839-C26E-984E-3AC9C024591C}"/>
              </a:ext>
            </a:extLst>
          </p:cNvPr>
          <p:cNvSpPr/>
          <p:nvPr/>
        </p:nvSpPr>
        <p:spPr>
          <a:xfrm>
            <a:off x="10111555" y="5596931"/>
            <a:ext cx="1483290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D40DEFBD-F596-D695-3EFF-64067094A7DC}"/>
              </a:ext>
            </a:extLst>
          </p:cNvPr>
          <p:cNvCxnSpPr>
            <a:cxnSpLocks/>
            <a:stCxn id="77" idx="3"/>
            <a:endCxn id="86" idx="1"/>
          </p:cNvCxnSpPr>
          <p:nvPr/>
        </p:nvCxnSpPr>
        <p:spPr>
          <a:xfrm>
            <a:off x="2030255" y="5803986"/>
            <a:ext cx="6974182" cy="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C41707A3-364E-8C16-CD35-7950420BD03F}"/>
              </a:ext>
            </a:extLst>
          </p:cNvPr>
          <p:cNvSpPr txBox="1"/>
          <p:nvPr/>
        </p:nvSpPr>
        <p:spPr>
          <a:xfrm>
            <a:off x="9004437" y="5647524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12EF0FDB-C921-30E4-24D1-770020E3A8E3}"/>
              </a:ext>
            </a:extLst>
          </p:cNvPr>
          <p:cNvCxnSpPr>
            <a:cxnSpLocks/>
            <a:stCxn id="86" idx="3"/>
            <a:endCxn id="79" idx="5"/>
          </p:cNvCxnSpPr>
          <p:nvPr/>
        </p:nvCxnSpPr>
        <p:spPr>
          <a:xfrm>
            <a:off x="9797145" y="5809524"/>
            <a:ext cx="368009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angular 88">
            <a:extLst>
              <a:ext uri="{FF2B5EF4-FFF2-40B4-BE49-F238E27FC236}">
                <a16:creationId xmlns:a16="http://schemas.microsoft.com/office/drawing/2014/main" id="{2B807A69-EC46-0025-2696-B8D3925A6418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 flipV="1">
            <a:off x="5686424" y="2668289"/>
            <a:ext cx="787200" cy="713272"/>
          </a:xfrm>
          <a:prstGeom prst="bentConnector3">
            <a:avLst>
              <a:gd name="adj1" fmla="val 621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ADAA6948-ACF5-6035-808B-6AA9CA0A97FC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 flipV="1">
            <a:off x="7448007" y="3378870"/>
            <a:ext cx="370331" cy="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101">
            <a:extLst>
              <a:ext uri="{FF2B5EF4-FFF2-40B4-BE49-F238E27FC236}">
                <a16:creationId xmlns:a16="http://schemas.microsoft.com/office/drawing/2014/main" id="{77C7E637-F613-5505-F9A3-343604B33AF0}"/>
              </a:ext>
            </a:extLst>
          </p:cNvPr>
          <p:cNvCxnSpPr>
            <a:stCxn id="64" idx="3"/>
            <a:endCxn id="66" idx="1"/>
          </p:cNvCxnSpPr>
          <p:nvPr/>
        </p:nvCxnSpPr>
        <p:spPr>
          <a:xfrm>
            <a:off x="7465937" y="3975815"/>
            <a:ext cx="352401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73D3E5FA-FA7B-2034-364F-E7EAABB47F4A}"/>
              </a:ext>
            </a:extLst>
          </p:cNvPr>
          <p:cNvCxnSpPr>
            <a:stCxn id="12" idx="2"/>
            <a:endCxn id="50" idx="0"/>
          </p:cNvCxnSpPr>
          <p:nvPr/>
        </p:nvCxnSpPr>
        <p:spPr>
          <a:xfrm rot="5400000">
            <a:off x="953830" y="4127636"/>
            <a:ext cx="1072850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A4003A77-728A-88E9-7591-6DAE90856820}"/>
              </a:ext>
            </a:extLst>
          </p:cNvPr>
          <p:cNvSpPr txBox="1"/>
          <p:nvPr/>
        </p:nvSpPr>
        <p:spPr>
          <a:xfrm>
            <a:off x="9025241" y="2437246"/>
            <a:ext cx="2502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en la cabecera del documento para que se registre el concepto operativo del quebranto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B114A65-3B12-7913-A012-0B31204879E7}"/>
              </a:ext>
            </a:extLst>
          </p:cNvPr>
          <p:cNvSpPr txBox="1"/>
          <p:nvPr/>
        </p:nvSpPr>
        <p:spPr>
          <a:xfrm>
            <a:off x="6015909" y="5467132"/>
            <a:ext cx="2861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*Los splits con conceptos operativos como “Mavicob” son los que se copiaran de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a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</a:t>
            </a:r>
            <a:r>
              <a:rPr lang="es-ES_tradnl" sz="800" err="1">
                <a:latin typeface="Arial Nova" panose="020B0504020202020204" pitchFamily="34" charset="0"/>
              </a:rPr>
              <a:t>mavicob</a:t>
            </a:r>
            <a:endParaRPr lang="es-ES_tradnl" sz="800">
              <a:latin typeface="Arial Nova" panose="020B05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C00829-B1F8-8166-CCDE-0EFFAC80E90B}"/>
              </a:ext>
            </a:extLst>
          </p:cNvPr>
          <p:cNvSpPr txBox="1"/>
          <p:nvPr/>
        </p:nvSpPr>
        <p:spPr>
          <a:xfrm>
            <a:off x="10111555" y="3186005"/>
            <a:ext cx="935673" cy="39312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97BB3-C4B0-776A-6777-A668EA6CAC05}"/>
              </a:ext>
            </a:extLst>
          </p:cNvPr>
          <p:cNvSpPr txBox="1"/>
          <p:nvPr/>
        </p:nvSpPr>
        <p:spPr>
          <a:xfrm>
            <a:off x="8993582" y="3992332"/>
            <a:ext cx="2601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 la Nota de Crédito por la reserva que la detona</a:t>
            </a:r>
          </a:p>
        </p:txBody>
      </p:sp>
      <p:cxnSp>
        <p:nvCxnSpPr>
          <p:cNvPr id="14" name="Conector angular 13">
            <a:extLst>
              <a:ext uri="{FF2B5EF4-FFF2-40B4-BE49-F238E27FC236}">
                <a16:creationId xmlns:a16="http://schemas.microsoft.com/office/drawing/2014/main" id="{4EAF59B6-58A9-0C97-D630-34A3DDD73706}"/>
              </a:ext>
            </a:extLst>
          </p:cNvPr>
          <p:cNvCxnSpPr>
            <a:stCxn id="66" idx="3"/>
            <a:endCxn id="4" idx="2"/>
          </p:cNvCxnSpPr>
          <p:nvPr/>
        </p:nvCxnSpPr>
        <p:spPr>
          <a:xfrm flipV="1">
            <a:off x="9038750" y="3579134"/>
            <a:ext cx="1540642" cy="3966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6F859B2-CAF6-3EFD-D2C6-4A18AED3457A}"/>
              </a:ext>
            </a:extLst>
          </p:cNvPr>
          <p:cNvSpPr/>
          <p:nvPr/>
        </p:nvSpPr>
        <p:spPr>
          <a:xfrm>
            <a:off x="4403379" y="1428750"/>
            <a:ext cx="1541520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A12EED-CFCE-11EB-3887-74C8FD27C7EE}"/>
              </a:ext>
            </a:extLst>
          </p:cNvPr>
          <p:cNvSpPr txBox="1"/>
          <p:nvPr/>
        </p:nvSpPr>
        <p:spPr>
          <a:xfrm>
            <a:off x="4610099" y="3219561"/>
            <a:ext cx="1076325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9148BCF-69F3-D591-5016-2D4A40F39567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2030255" y="3375211"/>
            <a:ext cx="257984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102D73-9267-5185-3FEE-C7EAA6017BDB}"/>
              </a:ext>
            </a:extLst>
          </p:cNvPr>
          <p:cNvSpPr txBox="1"/>
          <p:nvPr/>
        </p:nvSpPr>
        <p:spPr>
          <a:xfrm>
            <a:off x="4725391" y="3551933"/>
            <a:ext cx="126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 3 transacciones en 1 mensaje</a:t>
            </a:r>
          </a:p>
        </p:txBody>
      </p:sp>
      <p:cxnSp>
        <p:nvCxnSpPr>
          <p:cNvPr id="69" name="68 Conector recto de flecha"/>
          <p:cNvCxnSpPr>
            <a:stCxn id="65" idx="3"/>
            <a:endCxn id="4" idx="1"/>
          </p:cNvCxnSpPr>
          <p:nvPr/>
        </p:nvCxnSpPr>
        <p:spPr>
          <a:xfrm>
            <a:off x="9038750" y="3378870"/>
            <a:ext cx="1072805" cy="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76">
            <a:extLst>
              <a:ext uri="{FF2B5EF4-FFF2-40B4-BE49-F238E27FC236}">
                <a16:creationId xmlns:a16="http://schemas.microsoft.com/office/drawing/2014/main" id="{5FE1AEAE-8505-6417-B2D4-F188F39513DF}"/>
              </a:ext>
            </a:extLst>
          </p:cNvPr>
          <p:cNvSpPr/>
          <p:nvPr/>
        </p:nvSpPr>
        <p:spPr>
          <a:xfrm>
            <a:off x="950255" y="4664061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 Saldo Parcialidades</a:t>
            </a:r>
          </a:p>
        </p:txBody>
      </p:sp>
      <p:sp>
        <p:nvSpPr>
          <p:cNvPr id="51" name="Paralelogramo 78">
            <a:extLst>
              <a:ext uri="{FF2B5EF4-FFF2-40B4-BE49-F238E27FC236}">
                <a16:creationId xmlns:a16="http://schemas.microsoft.com/office/drawing/2014/main" id="{1997582C-1839-C26E-984E-3AC9C024591C}"/>
              </a:ext>
            </a:extLst>
          </p:cNvPr>
          <p:cNvSpPr/>
          <p:nvPr/>
        </p:nvSpPr>
        <p:spPr>
          <a:xfrm>
            <a:off x="8073205" y="4678546"/>
            <a:ext cx="1220413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52" name="CuadroTexto 85">
            <a:extLst>
              <a:ext uri="{FF2B5EF4-FFF2-40B4-BE49-F238E27FC236}">
                <a16:creationId xmlns:a16="http://schemas.microsoft.com/office/drawing/2014/main" id="{C41707A3-364E-8C16-CD35-7950420BD03F}"/>
              </a:ext>
            </a:extLst>
          </p:cNvPr>
          <p:cNvSpPr txBox="1"/>
          <p:nvPr/>
        </p:nvSpPr>
        <p:spPr>
          <a:xfrm>
            <a:off x="6518412" y="4729139"/>
            <a:ext cx="94918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TZ01</a:t>
            </a:r>
          </a:p>
        </p:txBody>
      </p:sp>
      <p:cxnSp>
        <p:nvCxnSpPr>
          <p:cNvPr id="53" name="Conector recto de flecha 101">
            <a:extLst>
              <a:ext uri="{FF2B5EF4-FFF2-40B4-BE49-F238E27FC236}">
                <a16:creationId xmlns:a16="http://schemas.microsoft.com/office/drawing/2014/main" id="{77C7E637-F613-5505-F9A3-343604B33AF0}"/>
              </a:ext>
            </a:extLst>
          </p:cNvPr>
          <p:cNvCxnSpPr>
            <a:stCxn id="52" idx="3"/>
            <a:endCxn id="51" idx="5"/>
          </p:cNvCxnSpPr>
          <p:nvPr/>
        </p:nvCxnSpPr>
        <p:spPr>
          <a:xfrm>
            <a:off x="7467600" y="4891139"/>
            <a:ext cx="659204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>
            <a:stCxn id="50" idx="3"/>
            <a:endCxn id="52" idx="1"/>
          </p:cNvCxnSpPr>
          <p:nvPr/>
        </p:nvCxnSpPr>
        <p:spPr>
          <a:xfrm>
            <a:off x="2030255" y="4880061"/>
            <a:ext cx="4488157" cy="11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118">
            <a:extLst>
              <a:ext uri="{FF2B5EF4-FFF2-40B4-BE49-F238E27FC236}">
                <a16:creationId xmlns:a16="http://schemas.microsoft.com/office/drawing/2014/main" id="{67BAF9FC-BA12-496B-3788-15A7DAB552F7}"/>
              </a:ext>
            </a:extLst>
          </p:cNvPr>
          <p:cNvSpPr txBox="1"/>
          <p:nvPr/>
        </p:nvSpPr>
        <p:spPr>
          <a:xfrm>
            <a:off x="10388601" y="168170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10" name="CuadroTexto 118">
            <a:extLst>
              <a:ext uri="{FF2B5EF4-FFF2-40B4-BE49-F238E27FC236}">
                <a16:creationId xmlns:a16="http://schemas.microsoft.com/office/drawing/2014/main" id="{D745C4D5-1658-53B4-BCA7-D4FB641C3A32}"/>
              </a:ext>
            </a:extLst>
          </p:cNvPr>
          <p:cNvSpPr txBox="1"/>
          <p:nvPr/>
        </p:nvSpPr>
        <p:spPr>
          <a:xfrm>
            <a:off x="8428544" y="449701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15" name="CuadroTexto 118">
            <a:extLst>
              <a:ext uri="{FF2B5EF4-FFF2-40B4-BE49-F238E27FC236}">
                <a16:creationId xmlns:a16="http://schemas.microsoft.com/office/drawing/2014/main" id="{09E44AC5-9FF4-7F90-7DE7-B25C04C3831D}"/>
              </a:ext>
            </a:extLst>
          </p:cNvPr>
          <p:cNvSpPr txBox="1"/>
          <p:nvPr/>
        </p:nvSpPr>
        <p:spPr>
          <a:xfrm>
            <a:off x="10579391" y="541163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D7D5EB5-264F-5D9B-06E0-DB0B31B33464}"/>
              </a:ext>
            </a:extLst>
          </p:cNvPr>
          <p:cNvCxnSpPr>
            <a:endCxn id="77" idx="0"/>
          </p:cNvCxnSpPr>
          <p:nvPr/>
        </p:nvCxnSpPr>
        <p:spPr>
          <a:xfrm>
            <a:off x="1489461" y="5107336"/>
            <a:ext cx="794" cy="480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199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8410-B8DB-6AAB-8A8B-290D226BE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ángulo 113">
            <a:extLst>
              <a:ext uri="{FF2B5EF4-FFF2-40B4-BE49-F238E27FC236}">
                <a16:creationId xmlns:a16="http://schemas.microsoft.com/office/drawing/2014/main" id="{6A98B910-CFEE-3966-FB45-0F5D122E08F1}"/>
              </a:ext>
            </a:extLst>
          </p:cNvPr>
          <p:cNvSpPr/>
          <p:nvPr/>
        </p:nvSpPr>
        <p:spPr>
          <a:xfrm>
            <a:off x="663835" y="1939483"/>
            <a:ext cx="1829950" cy="43909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D16C4105-7E56-81CA-1E03-F6275E151DF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117B864-4916-BEA7-8F96-609B514E5FC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7B65700-11EE-1824-8F2D-CA478FFEDC4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75FEEFE-F750-EDBF-4916-0349D2B4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47DB966-A2DD-0F1F-225A-296275F3C9A4}"/>
              </a:ext>
            </a:extLst>
          </p:cNvPr>
          <p:cNvSpPr/>
          <p:nvPr/>
        </p:nvSpPr>
        <p:spPr>
          <a:xfrm>
            <a:off x="2701007" y="1577262"/>
            <a:ext cx="157611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E0BB3A5-4A5F-60EF-3001-4019705C2BDD}"/>
              </a:ext>
            </a:extLst>
          </p:cNvPr>
          <p:cNvSpPr txBox="1"/>
          <p:nvPr/>
        </p:nvSpPr>
        <p:spPr>
          <a:xfrm>
            <a:off x="4415963" y="1167677"/>
            <a:ext cx="7410278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1FBB35E-C933-1DCA-9818-0FEFD35E21FC}"/>
              </a:ext>
            </a:extLst>
          </p:cNvPr>
          <p:cNvSpPr txBox="1"/>
          <p:nvPr/>
        </p:nvSpPr>
        <p:spPr>
          <a:xfrm>
            <a:off x="269298" y="6531229"/>
            <a:ext cx="4980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AA242F6-20CF-6581-BF0F-4637767D5849}"/>
              </a:ext>
            </a:extLst>
          </p:cNvPr>
          <p:cNvSpPr/>
          <p:nvPr/>
        </p:nvSpPr>
        <p:spPr>
          <a:xfrm>
            <a:off x="908999" y="596140"/>
            <a:ext cx="10584063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Mercaderias/Debitos Mavicob - Cuentas incobrables -Generación Notas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27" name="Paralelogramo 26">
            <a:extLst>
              <a:ext uri="{FF2B5EF4-FFF2-40B4-BE49-F238E27FC236}">
                <a16:creationId xmlns:a16="http://schemas.microsoft.com/office/drawing/2014/main" id="{96D6AC76-5434-1E5E-DE4A-21CACA644F5B}"/>
              </a:ext>
            </a:extLst>
          </p:cNvPr>
          <p:cNvSpPr/>
          <p:nvPr/>
        </p:nvSpPr>
        <p:spPr>
          <a:xfrm>
            <a:off x="10051868" y="2107162"/>
            <a:ext cx="1220413" cy="37803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BAAECCB-EE4F-F1BA-8E4E-37509E255A3B}"/>
              </a:ext>
            </a:extLst>
          </p:cNvPr>
          <p:cNvSpPr/>
          <p:nvPr/>
        </p:nvSpPr>
        <p:spPr>
          <a:xfrm>
            <a:off x="7770782" y="3089272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o CFDI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4FA941D-59B5-3D5E-7AA8-E70547C3BD4B}"/>
              </a:ext>
            </a:extLst>
          </p:cNvPr>
          <p:cNvSpPr/>
          <p:nvPr/>
        </p:nvSpPr>
        <p:spPr>
          <a:xfrm>
            <a:off x="6007691" y="1577262"/>
            <a:ext cx="581854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2C3409-BDF9-A664-FAB2-8784190E1CD7}"/>
              </a:ext>
            </a:extLst>
          </p:cNvPr>
          <p:cNvSpPr/>
          <p:nvPr/>
        </p:nvSpPr>
        <p:spPr>
          <a:xfrm>
            <a:off x="586768" y="1577262"/>
            <a:ext cx="198554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3A7B01E-D8CD-F780-5905-DA23CD4615FC}"/>
              </a:ext>
            </a:extLst>
          </p:cNvPr>
          <p:cNvSpPr txBox="1"/>
          <p:nvPr/>
        </p:nvSpPr>
        <p:spPr>
          <a:xfrm>
            <a:off x="2709534" y="1167677"/>
            <a:ext cx="1569202" cy="270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B4F6AE0-B05D-C615-DF8F-305DDB3C46E8}"/>
              </a:ext>
            </a:extLst>
          </p:cNvPr>
          <p:cNvSpPr txBox="1"/>
          <p:nvPr/>
        </p:nvSpPr>
        <p:spPr>
          <a:xfrm>
            <a:off x="586768" y="1167677"/>
            <a:ext cx="1985540" cy="270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5966BE-BCE2-EA51-3EE8-0B9D1D241414}"/>
              </a:ext>
            </a:extLst>
          </p:cNvPr>
          <p:cNvSpPr/>
          <p:nvPr/>
        </p:nvSpPr>
        <p:spPr>
          <a:xfrm>
            <a:off x="950255" y="2045207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6FA1FB-5D5A-B6AB-84D5-67F488A38459}"/>
              </a:ext>
            </a:extLst>
          </p:cNvPr>
          <p:cNvSpPr/>
          <p:nvPr/>
        </p:nvSpPr>
        <p:spPr>
          <a:xfrm>
            <a:off x="950255" y="3088532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Evalúa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1D5D540-984C-8B63-2E8A-A9A8845483B7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184593" y="2782869"/>
            <a:ext cx="61132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C5060CA-FA58-6223-F8BE-B60A14FC55E8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2030255" y="2261207"/>
            <a:ext cx="6974182" cy="35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484F6FB-3068-56B4-ED13-BA726AA174CE}"/>
              </a:ext>
            </a:extLst>
          </p:cNvPr>
          <p:cNvSpPr txBox="1"/>
          <p:nvPr/>
        </p:nvSpPr>
        <p:spPr>
          <a:xfrm>
            <a:off x="9004437" y="2134297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6B5D5BB-950D-125F-3946-47B3E974FE16}"/>
              </a:ext>
            </a:extLst>
          </p:cNvPr>
          <p:cNvCxnSpPr>
            <a:cxnSpLocks/>
            <a:stCxn id="17" idx="3"/>
            <a:endCxn id="27" idx="5"/>
          </p:cNvCxnSpPr>
          <p:nvPr/>
        </p:nvCxnSpPr>
        <p:spPr>
          <a:xfrm flipV="1">
            <a:off x="9797145" y="2296177"/>
            <a:ext cx="301977" cy="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A568AE4-D0D4-E7E9-97EB-FE578AB41441}"/>
              </a:ext>
            </a:extLst>
          </p:cNvPr>
          <p:cNvSpPr txBox="1"/>
          <p:nvPr/>
        </p:nvSpPr>
        <p:spPr>
          <a:xfrm>
            <a:off x="6495691" y="3143482"/>
            <a:ext cx="891859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PV02_MMCOB-INC-NC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77753A4-AC2C-7666-1DFE-BD64E2A26CA6}"/>
              </a:ext>
            </a:extLst>
          </p:cNvPr>
          <p:cNvCxnSpPr>
            <a:stCxn id="30" idx="3"/>
            <a:endCxn id="56" idx="1"/>
          </p:cNvCxnSpPr>
          <p:nvPr/>
        </p:nvCxnSpPr>
        <p:spPr>
          <a:xfrm flipV="1">
            <a:off x="7387550" y="3305272"/>
            <a:ext cx="383232" cy="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5FA37834-DD53-D070-D0FE-D1387073222A}"/>
              </a:ext>
            </a:extLst>
          </p:cNvPr>
          <p:cNvSpPr/>
          <p:nvPr/>
        </p:nvSpPr>
        <p:spPr>
          <a:xfrm>
            <a:off x="950255" y="5496526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Copia splits quebrantados</a:t>
            </a:r>
          </a:p>
        </p:txBody>
      </p:sp>
      <p:sp>
        <p:nvSpPr>
          <p:cNvPr id="79" name="Paralelogramo 78">
            <a:extLst>
              <a:ext uri="{FF2B5EF4-FFF2-40B4-BE49-F238E27FC236}">
                <a16:creationId xmlns:a16="http://schemas.microsoft.com/office/drawing/2014/main" id="{DAEF9898-E6BE-0EBE-0712-1808906D2F15}"/>
              </a:ext>
            </a:extLst>
          </p:cNvPr>
          <p:cNvSpPr/>
          <p:nvPr/>
        </p:nvSpPr>
        <p:spPr>
          <a:xfrm>
            <a:off x="10111555" y="5526737"/>
            <a:ext cx="1493677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B6ACBE30-9405-1C71-422B-F11D0A27AD8C}"/>
              </a:ext>
            </a:extLst>
          </p:cNvPr>
          <p:cNvCxnSpPr>
            <a:cxnSpLocks/>
            <a:stCxn id="77" idx="3"/>
            <a:endCxn id="86" idx="1"/>
          </p:cNvCxnSpPr>
          <p:nvPr/>
        </p:nvCxnSpPr>
        <p:spPr>
          <a:xfrm>
            <a:off x="2030255" y="5712526"/>
            <a:ext cx="6974182" cy="26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3201F548-3D9C-493A-28E4-31A13D3C12A2}"/>
              </a:ext>
            </a:extLst>
          </p:cNvPr>
          <p:cNvSpPr txBox="1"/>
          <p:nvPr/>
        </p:nvSpPr>
        <p:spPr>
          <a:xfrm>
            <a:off x="9004437" y="5577330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8FCF7DC3-44E7-81AF-F6C5-AA7E03388D03}"/>
              </a:ext>
            </a:extLst>
          </p:cNvPr>
          <p:cNvCxnSpPr>
            <a:cxnSpLocks/>
            <a:stCxn id="86" idx="3"/>
            <a:endCxn id="79" idx="5"/>
          </p:cNvCxnSpPr>
          <p:nvPr/>
        </p:nvCxnSpPr>
        <p:spPr>
          <a:xfrm>
            <a:off x="9797145" y="5739330"/>
            <a:ext cx="368009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angular 88">
            <a:extLst>
              <a:ext uri="{FF2B5EF4-FFF2-40B4-BE49-F238E27FC236}">
                <a16:creationId xmlns:a16="http://schemas.microsoft.com/office/drawing/2014/main" id="{730E0E88-7A55-8A7B-DA5E-9A8EF9D6764E}"/>
              </a:ext>
            </a:extLst>
          </p:cNvPr>
          <p:cNvCxnSpPr>
            <a:cxnSpLocks/>
            <a:stCxn id="19" idx="3"/>
            <a:endCxn id="30" idx="1"/>
          </p:cNvCxnSpPr>
          <p:nvPr/>
        </p:nvCxnSpPr>
        <p:spPr>
          <a:xfrm>
            <a:off x="5623791" y="3303185"/>
            <a:ext cx="871900" cy="22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DCED3AF1-C4FC-4D0E-4F3F-A6264C705C6C}"/>
              </a:ext>
            </a:extLst>
          </p:cNvPr>
          <p:cNvCxnSpPr>
            <a:stCxn id="12" idx="2"/>
            <a:endCxn id="77" idx="0"/>
          </p:cNvCxnSpPr>
          <p:nvPr/>
        </p:nvCxnSpPr>
        <p:spPr>
          <a:xfrm rot="5400000">
            <a:off x="502258" y="4508529"/>
            <a:ext cx="1975994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73FFD4AD-8E28-35B9-0B2A-201036F23B93}"/>
              </a:ext>
            </a:extLst>
          </p:cNvPr>
          <p:cNvSpPr txBox="1"/>
          <p:nvPr/>
        </p:nvSpPr>
        <p:spPr>
          <a:xfrm>
            <a:off x="9007263" y="3081852"/>
            <a:ext cx="189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en la cabecera del documento para que se registre el concepto operativo del quebranto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676A4A-0ADA-8C84-57AF-BF672E802AAD}"/>
              </a:ext>
            </a:extLst>
          </p:cNvPr>
          <p:cNvSpPr txBox="1"/>
          <p:nvPr/>
        </p:nvSpPr>
        <p:spPr>
          <a:xfrm>
            <a:off x="6012952" y="5390303"/>
            <a:ext cx="2897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*Los splits con conceptos operativos como “Mavicob” son los que se copiaran de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a tabla </a:t>
            </a:r>
            <a:r>
              <a:rPr lang="es-ES_tradnl" sz="800" err="1">
                <a:latin typeface="Arial Nova" panose="020B0504020202020204" pitchFamily="34" charset="0"/>
              </a:rPr>
              <a:t>zsplit</a:t>
            </a:r>
            <a:r>
              <a:rPr lang="es-ES_tradnl" sz="800">
                <a:latin typeface="Arial Nova" panose="020B0504020202020204" pitchFamily="34" charset="0"/>
              </a:rPr>
              <a:t> </a:t>
            </a:r>
            <a:r>
              <a:rPr lang="es-ES_tradnl" sz="800" err="1">
                <a:latin typeface="Arial Nova" panose="020B0504020202020204" pitchFamily="34" charset="0"/>
              </a:rPr>
              <a:t>mavicob</a:t>
            </a:r>
            <a:endParaRPr lang="es-ES_tradnl" sz="800">
              <a:latin typeface="Arial Nova" panose="020B05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D7C324-FB9B-F557-7FB2-8908A3AB9C21}"/>
              </a:ext>
            </a:extLst>
          </p:cNvPr>
          <p:cNvSpPr/>
          <p:nvPr/>
        </p:nvSpPr>
        <p:spPr>
          <a:xfrm>
            <a:off x="4403379" y="1577262"/>
            <a:ext cx="154152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E55D749-7C40-EA2B-7BBB-B4D694ECAA1D}"/>
              </a:ext>
            </a:extLst>
          </p:cNvPr>
          <p:cNvSpPr txBox="1"/>
          <p:nvPr/>
        </p:nvSpPr>
        <p:spPr>
          <a:xfrm>
            <a:off x="4735902" y="3141185"/>
            <a:ext cx="887889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PV02_MMCOB-INC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773499C-9692-7514-2A43-32DD55193C4D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2030255" y="3303185"/>
            <a:ext cx="2705647" cy="1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76">
            <a:extLst>
              <a:ext uri="{FF2B5EF4-FFF2-40B4-BE49-F238E27FC236}">
                <a16:creationId xmlns:a16="http://schemas.microsoft.com/office/drawing/2014/main" id="{5FE1AEAE-8505-6417-B2D4-F188F39513DF}"/>
              </a:ext>
            </a:extLst>
          </p:cNvPr>
          <p:cNvSpPr/>
          <p:nvPr/>
        </p:nvSpPr>
        <p:spPr>
          <a:xfrm>
            <a:off x="950255" y="4249374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 Saldo Parcialidades</a:t>
            </a:r>
          </a:p>
        </p:txBody>
      </p:sp>
      <p:sp>
        <p:nvSpPr>
          <p:cNvPr id="40" name="Paralelogramo 78">
            <a:extLst>
              <a:ext uri="{FF2B5EF4-FFF2-40B4-BE49-F238E27FC236}">
                <a16:creationId xmlns:a16="http://schemas.microsoft.com/office/drawing/2014/main" id="{1997582C-1839-C26E-984E-3AC9C024591C}"/>
              </a:ext>
            </a:extLst>
          </p:cNvPr>
          <p:cNvSpPr/>
          <p:nvPr/>
        </p:nvSpPr>
        <p:spPr>
          <a:xfrm>
            <a:off x="8073205" y="4263859"/>
            <a:ext cx="1220413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42" name="CuadroTexto 85">
            <a:extLst>
              <a:ext uri="{FF2B5EF4-FFF2-40B4-BE49-F238E27FC236}">
                <a16:creationId xmlns:a16="http://schemas.microsoft.com/office/drawing/2014/main" id="{C41707A3-364E-8C16-CD35-7950420BD03F}"/>
              </a:ext>
            </a:extLst>
          </p:cNvPr>
          <p:cNvSpPr txBox="1"/>
          <p:nvPr/>
        </p:nvSpPr>
        <p:spPr>
          <a:xfrm>
            <a:off x="6518412" y="4314452"/>
            <a:ext cx="94918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TZ01</a:t>
            </a:r>
          </a:p>
        </p:txBody>
      </p:sp>
      <p:cxnSp>
        <p:nvCxnSpPr>
          <p:cNvPr id="43" name="Conector recto de flecha 24">
            <a:extLst>
              <a:ext uri="{FF2B5EF4-FFF2-40B4-BE49-F238E27FC236}">
                <a16:creationId xmlns:a16="http://schemas.microsoft.com/office/drawing/2014/main" id="{B773499C-9692-7514-2A43-32DD55193C4D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>
            <a:off x="2030255" y="4465374"/>
            <a:ext cx="4488157" cy="11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38">
            <a:extLst>
              <a:ext uri="{FF2B5EF4-FFF2-40B4-BE49-F238E27FC236}">
                <a16:creationId xmlns:a16="http://schemas.microsoft.com/office/drawing/2014/main" id="{977753A4-AC2C-7666-1DFE-BD64E2A26CA6}"/>
              </a:ext>
            </a:extLst>
          </p:cNvPr>
          <p:cNvCxnSpPr>
            <a:stCxn id="42" idx="3"/>
            <a:endCxn id="40" idx="5"/>
          </p:cNvCxnSpPr>
          <p:nvPr/>
        </p:nvCxnSpPr>
        <p:spPr>
          <a:xfrm>
            <a:off x="7467600" y="4476452"/>
            <a:ext cx="659204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E5AB35E0-C445-35E8-B486-4A66282B216E}"/>
              </a:ext>
            </a:extLst>
          </p:cNvPr>
          <p:cNvSpPr txBox="1"/>
          <p:nvPr/>
        </p:nvSpPr>
        <p:spPr>
          <a:xfrm>
            <a:off x="10575426" y="534358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</p:spTree>
    <p:extLst>
      <p:ext uri="{BB962C8B-B14F-4D97-AF65-F5344CB8AC3E}">
        <p14:creationId xmlns:p14="http://schemas.microsoft.com/office/powerpoint/2010/main" val="14258146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294647" y="1337678"/>
            <a:ext cx="5888473" cy="991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</a:pP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sz="28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</a:t>
            </a:r>
            <a:endParaRPr lang="es-MX" sz="2800" b="1" strike="noStrike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4CAD34-C811-31F8-1E8B-D668E54E0847}"/>
              </a:ext>
            </a:extLst>
          </p:cNvPr>
          <p:cNvSpPr txBox="1"/>
          <p:nvPr/>
        </p:nvSpPr>
        <p:spPr>
          <a:xfrm>
            <a:off x="1559104" y="2328803"/>
            <a:ext cx="6097712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7438" lvl="1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Mercaderías/Credilanas</a:t>
            </a:r>
            <a:endParaRPr lang="es-MX" sz="1800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1544638" lvl="2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Cuentas incobrables</a:t>
            </a:r>
          </a:p>
          <a:p>
            <a:pPr marL="1544638" lvl="2" indent="-630238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Reactivación cuenta incobrable </a:t>
            </a:r>
          </a:p>
          <a:p>
            <a:pPr lvl="1"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38179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44E95-4B67-A491-CA20-A67A9ADE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A810D493-304D-535F-FEDB-FA1328AA9893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55C4D81-7EC5-CBDA-5EE3-BE6040434FE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041D129-6938-15DD-58BC-D0A023C11BF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7E139C7-D6B7-637D-36E5-0A439ADD2240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EDDF794-9F68-2A16-E0D0-345842D2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B479E2D-4409-7A53-A377-C457C84D713D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EB26E0-213A-3B38-F981-6500311EC8C4}"/>
              </a:ext>
            </a:extLst>
          </p:cNvPr>
          <p:cNvSpPr/>
          <p:nvPr/>
        </p:nvSpPr>
        <p:spPr>
          <a:xfrm>
            <a:off x="8187070" y="1587661"/>
            <a:ext cx="38852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BA2EF4D-0032-5AFD-598E-C7175CBAD126}"/>
              </a:ext>
            </a:extLst>
          </p:cNvPr>
          <p:cNvSpPr/>
          <p:nvPr/>
        </p:nvSpPr>
        <p:spPr>
          <a:xfrm>
            <a:off x="6052937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EEC69CF-D76A-BB41-DCAF-7F321A401482}"/>
              </a:ext>
            </a:extLst>
          </p:cNvPr>
          <p:cNvSpPr txBox="1"/>
          <p:nvPr/>
        </p:nvSpPr>
        <p:spPr>
          <a:xfrm>
            <a:off x="8171292" y="1263736"/>
            <a:ext cx="3867748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C4479E-DF2F-E656-CD5D-6231FA97FE5A}"/>
              </a:ext>
            </a:extLst>
          </p:cNvPr>
          <p:cNvSpPr txBox="1"/>
          <p:nvPr/>
        </p:nvSpPr>
        <p:spPr>
          <a:xfrm>
            <a:off x="6052936" y="1263736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8EA315A-A793-1397-D8CE-2CABE3495CEF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78F574A-EC59-5DED-4410-B5B341DC4B5E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Mercaderías/Credilanas Mavicob - Reactivación cuentas incobrables</a:t>
            </a:r>
            <a:endParaRPr lang="es-MX" sz="2200" b="1" strike="noStrike" spc="-1">
              <a:latin typeface="Arial Nova" panose="020B0504020202020204" pitchFamily="34" charset="0"/>
            </a:endParaRP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84758635-2B2D-9C69-D426-3DAC78C39D07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ZMAVICOB_SPLITS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5AC68FB-417E-B826-35D7-08B11D74D8FC}"/>
              </a:ext>
            </a:extLst>
          </p:cNvPr>
          <p:cNvSpPr txBox="1"/>
          <p:nvPr/>
        </p:nvSpPr>
        <p:spPr>
          <a:xfrm>
            <a:off x="6769653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13715FB-FFB9-AC0E-2F23-B1768B7206BA}"/>
              </a:ext>
            </a:extLst>
          </p:cNvPr>
          <p:cNvSpPr/>
          <p:nvPr/>
        </p:nvSpPr>
        <p:spPr>
          <a:xfrm>
            <a:off x="4237077" y="4873699"/>
            <a:ext cx="1235002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2D73957E-F3EF-E229-966B-EE48C6B0C19B}"/>
              </a:ext>
            </a:extLst>
          </p:cNvPr>
          <p:cNvSpPr/>
          <p:nvPr/>
        </p:nvSpPr>
        <p:spPr>
          <a:xfrm>
            <a:off x="4660362" y="564014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C5DF63-09BA-9E12-BA10-AB50A2DA40ED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7EBB1BA-20E5-B87C-9DA8-741A17FB0FB5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9C17898-B491-B470-1D3F-3AF05BD4567D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8BC8746A-4F5B-45B2-85C8-9E606ECAD41F}"/>
              </a:ext>
            </a:extLst>
          </p:cNvPr>
          <p:cNvCxnSpPr>
            <a:cxnSpLocks/>
            <a:stCxn id="4" idx="3"/>
            <a:endCxn id="50" idx="1"/>
          </p:cNvCxnSpPr>
          <p:nvPr/>
        </p:nvCxnSpPr>
        <p:spPr>
          <a:xfrm flipV="1">
            <a:off x="1602148" y="3045425"/>
            <a:ext cx="5167505" cy="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D0B1D3F-122B-093B-533E-FCA75C57D8B2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49653" y="3045425"/>
            <a:ext cx="657595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52BC41C6-9B42-C2E4-6165-01AF14A9B03A}"/>
              </a:ext>
            </a:extLst>
          </p:cNvPr>
          <p:cNvSpPr/>
          <p:nvPr/>
        </p:nvSpPr>
        <p:spPr>
          <a:xfrm>
            <a:off x="8469700" y="3851182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7D3411F-269E-8EC8-264D-1F01B4C149F6}"/>
              </a:ext>
            </a:extLst>
          </p:cNvPr>
          <p:cNvSpPr txBox="1"/>
          <p:nvPr/>
        </p:nvSpPr>
        <p:spPr>
          <a:xfrm>
            <a:off x="6769653" y="389608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A5A9231-34C7-DF4C-0201-C27093AEACE8}"/>
              </a:ext>
            </a:extLst>
          </p:cNvPr>
          <p:cNvCxnSpPr>
            <a:cxnSpLocks/>
            <a:stCxn id="28" idx="3"/>
            <a:endCxn id="21" idx="5"/>
          </p:cNvCxnSpPr>
          <p:nvPr/>
        </p:nvCxnSpPr>
        <p:spPr>
          <a:xfrm flipV="1">
            <a:off x="7849653" y="4061369"/>
            <a:ext cx="672594" cy="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9D5C41F-A231-B6B7-EFEB-600DC73C6CBF}"/>
              </a:ext>
            </a:extLst>
          </p:cNvPr>
          <p:cNvSpPr txBox="1"/>
          <p:nvPr/>
        </p:nvSpPr>
        <p:spPr>
          <a:xfrm>
            <a:off x="6769653" y="440328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EDAF8320-B264-946F-8E7B-493B705E3B8A}"/>
              </a:ext>
            </a:extLst>
          </p:cNvPr>
          <p:cNvSpPr/>
          <p:nvPr/>
        </p:nvSpPr>
        <p:spPr>
          <a:xfrm>
            <a:off x="8469700" y="436488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0941442-94D8-7811-41EC-965748F1F0E2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7849653" y="4568884"/>
            <a:ext cx="672594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A4C64E3-C4A5-6EF7-CD9D-1BCA8C821C29}"/>
              </a:ext>
            </a:extLst>
          </p:cNvPr>
          <p:cNvSpPr/>
          <p:nvPr/>
        </p:nvSpPr>
        <p:spPr>
          <a:xfrm>
            <a:off x="374833" y="3931442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Proceso condonación moratorios</a:t>
            </a:r>
          </a:p>
        </p:txBody>
      </p: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C09EB134-F308-145B-5290-3D47B3B0CE3D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>
            <a:off x="1602148" y="4214223"/>
            <a:ext cx="5167505" cy="354661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6B1328D0-FFB4-057D-2E40-BD35E3137BEC}"/>
              </a:ext>
            </a:extLst>
          </p:cNvPr>
          <p:cNvCxnSpPr>
            <a:cxnSpLocks/>
            <a:stCxn id="41" idx="3"/>
            <a:endCxn id="28" idx="1"/>
          </p:cNvCxnSpPr>
          <p:nvPr/>
        </p:nvCxnSpPr>
        <p:spPr>
          <a:xfrm flipV="1">
            <a:off x="1602148" y="4061689"/>
            <a:ext cx="5167505" cy="152534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379F7521-731A-4107-6784-CF43AD173DA7}"/>
              </a:ext>
            </a:extLst>
          </p:cNvPr>
          <p:cNvCxnSpPr>
            <a:cxnSpLocks/>
            <a:stCxn id="4" idx="2"/>
            <a:endCxn id="41" idx="0"/>
          </p:cNvCxnSpPr>
          <p:nvPr/>
        </p:nvCxnSpPr>
        <p:spPr>
          <a:xfrm>
            <a:off x="988491" y="3333469"/>
            <a:ext cx="0" cy="59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13D5FEE-49EE-EA2C-9CDD-299F2E3BA78D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8E7946E-BF4A-2383-6032-FC4016CB135E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4" name="Conector angular 43">
            <a:extLst>
              <a:ext uri="{FF2B5EF4-FFF2-40B4-BE49-F238E27FC236}">
                <a16:creationId xmlns:a16="http://schemas.microsoft.com/office/drawing/2014/main" id="{6F38214F-6858-4231-6AB2-E684F98E2622}"/>
              </a:ext>
            </a:extLst>
          </p:cNvPr>
          <p:cNvCxnSpPr>
            <a:cxnSpLocks/>
            <a:stCxn id="41" idx="2"/>
            <a:endCxn id="64" idx="0"/>
          </p:cNvCxnSpPr>
          <p:nvPr/>
        </p:nvCxnSpPr>
        <p:spPr>
          <a:xfrm rot="16200000" flipH="1">
            <a:off x="2733187" y="2752307"/>
            <a:ext cx="376695" cy="3866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FC18E4A-7E0B-CB21-1832-CCE82289BF07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B93BEF2-8DD2-BCDB-E838-672A34247947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5226757A-4163-1F64-0EBB-1CD6263597DB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2527A473-7D44-75CE-04AF-BFA35709D6F2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901A540B-3F67-502A-00C3-89E299BDF86F}"/>
              </a:ext>
            </a:extLst>
          </p:cNvPr>
          <p:cNvCxnSpPr>
            <a:stCxn id="64" idx="2"/>
            <a:endCxn id="121" idx="0"/>
          </p:cNvCxnSpPr>
          <p:nvPr/>
        </p:nvCxnSpPr>
        <p:spPr>
          <a:xfrm>
            <a:off x="4854578" y="5341699"/>
            <a:ext cx="3784" cy="29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118">
            <a:extLst>
              <a:ext uri="{FF2B5EF4-FFF2-40B4-BE49-F238E27FC236}">
                <a16:creationId xmlns:a16="http://schemas.microsoft.com/office/drawing/2014/main" id="{B829D924-8DA4-3452-CFEF-7D908E33F2E6}"/>
              </a:ext>
            </a:extLst>
          </p:cNvPr>
          <p:cNvSpPr txBox="1"/>
          <p:nvPr/>
        </p:nvSpPr>
        <p:spPr>
          <a:xfrm>
            <a:off x="8865857" y="271538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</p:spTree>
    <p:extLst>
      <p:ext uri="{BB962C8B-B14F-4D97-AF65-F5344CB8AC3E}">
        <p14:creationId xmlns:p14="http://schemas.microsoft.com/office/powerpoint/2010/main" val="19312737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EAC9-7C02-5464-983E-7F0AB36D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5952B7C-9713-7096-3047-2502A5188AA0}"/>
              </a:ext>
            </a:extLst>
          </p:cNvPr>
          <p:cNvSpPr/>
          <p:nvPr/>
        </p:nvSpPr>
        <p:spPr>
          <a:xfrm>
            <a:off x="476931" y="1783976"/>
            <a:ext cx="1815859" cy="4630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794E17D-FE24-C9AD-4DD7-9F3DF5C32F20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F41D4F3-CADF-8BCB-5C98-201F8335047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09692C1-AA37-7DFC-A610-0B68AB81BEF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A20F348-B0F3-F458-DE03-F5C1FFFC3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EF05795-82C0-5672-FEBB-1B2BC5C36A0E}"/>
              </a:ext>
            </a:extLst>
          </p:cNvPr>
          <p:cNvSpPr/>
          <p:nvPr/>
        </p:nvSpPr>
        <p:spPr>
          <a:xfrm>
            <a:off x="6745318" y="1464578"/>
            <a:ext cx="5327043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42B1AEF-6909-DEAD-C768-3499ED6A4C62}"/>
              </a:ext>
            </a:extLst>
          </p:cNvPr>
          <p:cNvSpPr/>
          <p:nvPr/>
        </p:nvSpPr>
        <p:spPr>
          <a:xfrm>
            <a:off x="2523408" y="1464578"/>
            <a:ext cx="1988812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EA04898-1CA3-CFCB-73C6-47AF808641F5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A9B1419-6119-A732-2638-8A69AE917827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1B104E8-EBC9-AC93-0317-0FBABFF49601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6D083F32-A341-B1B3-A7DA-F7323FAFAE95}"/>
              </a:ext>
            </a:extLst>
          </p:cNvPr>
          <p:cNvSpPr/>
          <p:nvPr/>
        </p:nvSpPr>
        <p:spPr>
          <a:xfrm>
            <a:off x="898366" y="502278"/>
            <a:ext cx="1029771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Mercaderias/Credilanas Mavicob - Reactivación cuentas incobrables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1E021C3-E996-6437-6D39-C691A211F689}"/>
              </a:ext>
            </a:extLst>
          </p:cNvPr>
          <p:cNvSpPr/>
          <p:nvPr/>
        </p:nvSpPr>
        <p:spPr>
          <a:xfrm>
            <a:off x="821880" y="2679819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61876E6A-79EB-C402-9332-FD5B1B2A3E8F}"/>
              </a:ext>
            </a:extLst>
          </p:cNvPr>
          <p:cNvSpPr/>
          <p:nvPr/>
        </p:nvSpPr>
        <p:spPr>
          <a:xfrm>
            <a:off x="1127049" y="1821399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14CB131-58F7-DDE1-DFF6-9A4B0AFA863D}"/>
              </a:ext>
            </a:extLst>
          </p:cNvPr>
          <p:cNvSpPr/>
          <p:nvPr/>
        </p:nvSpPr>
        <p:spPr>
          <a:xfrm>
            <a:off x="399112" y="1464578"/>
            <a:ext cx="2002153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B99128-2364-EA6A-EF07-E84999BB2178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D5DF3C36-7B6F-0A8B-780D-31EB9756E35E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rot="5400000">
            <a:off x="1073765" y="2428535"/>
            <a:ext cx="498420" cy="4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F1B2E23-B503-32BE-1C1F-5C14AD8D054C}"/>
              </a:ext>
            </a:extLst>
          </p:cNvPr>
          <p:cNvSpPr/>
          <p:nvPr/>
        </p:nvSpPr>
        <p:spPr>
          <a:xfrm>
            <a:off x="4634363" y="1464578"/>
            <a:ext cx="1988812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B7801B34-A2C4-2C3E-8D79-7FF43D9DC4B4}"/>
              </a:ext>
            </a:extLst>
          </p:cNvPr>
          <p:cNvSpPr txBox="1"/>
          <p:nvPr/>
        </p:nvSpPr>
        <p:spPr>
          <a:xfrm>
            <a:off x="5201408" y="179852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0D0EB622-4959-7DF6-B688-9AF68D3C7379}"/>
              </a:ext>
            </a:extLst>
          </p:cNvPr>
          <p:cNvSpPr/>
          <p:nvPr/>
        </p:nvSpPr>
        <p:spPr>
          <a:xfrm>
            <a:off x="8868839" y="1744522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Cargo CFDI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9D49964-38F3-69B5-E47C-EF0C1E2110E5}"/>
              </a:ext>
            </a:extLst>
          </p:cNvPr>
          <p:cNvSpPr/>
          <p:nvPr/>
        </p:nvSpPr>
        <p:spPr>
          <a:xfrm>
            <a:off x="8868839" y="224116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5D62B0E-7FE4-7E93-ACDA-6FFF8ACA9F1C}"/>
              </a:ext>
            </a:extLst>
          </p:cNvPr>
          <p:cNvSpPr txBox="1"/>
          <p:nvPr/>
        </p:nvSpPr>
        <p:spPr>
          <a:xfrm>
            <a:off x="5201408" y="229835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88D496C7-2AEB-285F-AD9F-AA8808403D8F}"/>
              </a:ext>
            </a:extLst>
          </p:cNvPr>
          <p:cNvSpPr/>
          <p:nvPr/>
        </p:nvSpPr>
        <p:spPr>
          <a:xfrm>
            <a:off x="8797436" y="2769106"/>
            <a:ext cx="1506624" cy="42065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663ADB3-62F0-1DBA-2D00-2C9A4959DA56}"/>
              </a:ext>
            </a:extLst>
          </p:cNvPr>
          <p:cNvSpPr txBox="1"/>
          <p:nvPr/>
        </p:nvSpPr>
        <p:spPr>
          <a:xfrm>
            <a:off x="7109503" y="2298357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A6956072-2EA7-A0B7-508E-F1884F393341}"/>
              </a:ext>
            </a:extLst>
          </p:cNvPr>
          <p:cNvSpPr txBox="1"/>
          <p:nvPr/>
        </p:nvSpPr>
        <p:spPr>
          <a:xfrm>
            <a:off x="7109503" y="179852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C66B4DDD-311D-6B41-7714-495692EB054C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19922" y="1960522"/>
            <a:ext cx="3381486" cy="926297"/>
          </a:xfrm>
          <a:prstGeom prst="bentConnector3">
            <a:avLst>
              <a:gd name="adj1" fmla="val 8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1F604F61-73B0-AFBB-8231-2B23FAA39D0F}"/>
              </a:ext>
            </a:extLst>
          </p:cNvPr>
          <p:cNvCxnSpPr>
            <a:stCxn id="64" idx="3"/>
            <a:endCxn id="43" idx="1"/>
          </p:cNvCxnSpPr>
          <p:nvPr/>
        </p:nvCxnSpPr>
        <p:spPr>
          <a:xfrm flipV="1">
            <a:off x="1819922" y="2460357"/>
            <a:ext cx="3381486" cy="426462"/>
          </a:xfrm>
          <a:prstGeom prst="bentConnector3">
            <a:avLst>
              <a:gd name="adj1" fmla="val 8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3F4E028C-2656-A274-DA2C-230E82B29984}"/>
              </a:ext>
            </a:extLst>
          </p:cNvPr>
          <p:cNvCxnSpPr>
            <a:stCxn id="60" idx="3"/>
            <a:endCxn id="36" idx="1"/>
          </p:cNvCxnSpPr>
          <p:nvPr/>
        </p:nvCxnSpPr>
        <p:spPr>
          <a:xfrm>
            <a:off x="8189503" y="1960522"/>
            <a:ext cx="679336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6720AD58-B3C6-CEA0-4947-03F9F783430E}"/>
              </a:ext>
            </a:extLst>
          </p:cNvPr>
          <p:cNvCxnSpPr>
            <a:stCxn id="57" idx="3"/>
            <a:endCxn id="39" idx="1"/>
          </p:cNvCxnSpPr>
          <p:nvPr/>
        </p:nvCxnSpPr>
        <p:spPr>
          <a:xfrm flipV="1">
            <a:off x="8189503" y="2457160"/>
            <a:ext cx="679336" cy="3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4107D2A3-1ECC-7704-6C11-E6D38240E140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>
            <a:off x="6281408" y="1960522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528B5B33-C9DB-C413-23A8-72422ED9EC74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81408" y="2460357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8F324A4-595D-9A6B-1AF4-D5AE5D3AC258}"/>
              </a:ext>
            </a:extLst>
          </p:cNvPr>
          <p:cNvSpPr txBox="1"/>
          <p:nvPr/>
        </p:nvSpPr>
        <p:spPr>
          <a:xfrm>
            <a:off x="7109504" y="281746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N-TZ01-Mavicob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D714C8A4-9CFB-E205-7137-3058FDB93D94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2886819"/>
            <a:ext cx="5289582" cy="92649"/>
          </a:xfrm>
          <a:prstGeom prst="bentConnector3">
            <a:avLst>
              <a:gd name="adj1" fmla="val 95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FAE098D8-031A-F6B7-B551-6E2F18C24AD3}"/>
              </a:ext>
            </a:extLst>
          </p:cNvPr>
          <p:cNvSpPr txBox="1"/>
          <p:nvPr/>
        </p:nvSpPr>
        <p:spPr>
          <a:xfrm>
            <a:off x="4617852" y="2976677"/>
            <a:ext cx="1701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*Actualiza importe de moratorios, remanente, fecha de pago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D5FDCE13-0B07-D2D0-FB5E-4965B68F5D03}"/>
              </a:ext>
            </a:extLst>
          </p:cNvPr>
          <p:cNvSpPr/>
          <p:nvPr/>
        </p:nvSpPr>
        <p:spPr>
          <a:xfrm>
            <a:off x="823223" y="3804992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Distribución cobros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0173C73F-BC15-0E05-C66C-0FCB6E951F80}"/>
              </a:ext>
            </a:extLst>
          </p:cNvPr>
          <p:cNvSpPr txBox="1"/>
          <p:nvPr/>
        </p:nvSpPr>
        <p:spPr>
          <a:xfrm>
            <a:off x="5190199" y="384436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PV02_CR-OI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B7949C8A-32D6-F713-1340-BAFECF4408D2}"/>
              </a:ext>
            </a:extLst>
          </p:cNvPr>
          <p:cNvSpPr txBox="1"/>
          <p:nvPr/>
        </p:nvSpPr>
        <p:spPr>
          <a:xfrm>
            <a:off x="7098294" y="3539561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PV02_CR-FI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C11DA56C-F1BA-82CE-A335-1B7812CD0E09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 rot="16200000" flipH="1">
            <a:off x="965986" y="3448733"/>
            <a:ext cx="711173" cy="1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22ABF906-6F72-B257-AFC5-D97D7FB1A744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21265" y="4006361"/>
            <a:ext cx="3368934" cy="56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290DC8F0-D21F-1F41-63C1-4B279D8EF9CD}"/>
              </a:ext>
            </a:extLst>
          </p:cNvPr>
          <p:cNvCxnSpPr>
            <a:cxnSpLocks/>
            <a:stCxn id="108" idx="3"/>
            <a:endCxn id="9" idx="1"/>
          </p:cNvCxnSpPr>
          <p:nvPr/>
        </p:nvCxnSpPr>
        <p:spPr>
          <a:xfrm flipV="1">
            <a:off x="8178294" y="3699972"/>
            <a:ext cx="723868" cy="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a de flujo: documento 84">
            <a:extLst>
              <a:ext uri="{FF2B5EF4-FFF2-40B4-BE49-F238E27FC236}">
                <a16:creationId xmlns:a16="http://schemas.microsoft.com/office/drawing/2014/main" id="{287A923C-22A4-CC06-BB36-EAD6D566D599}"/>
              </a:ext>
            </a:extLst>
          </p:cNvPr>
          <p:cNvSpPr/>
          <p:nvPr/>
        </p:nvSpPr>
        <p:spPr>
          <a:xfrm>
            <a:off x="8902162" y="3426482"/>
            <a:ext cx="1080000" cy="546979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(Ctas Reserva)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F20E974-92F7-7A08-122A-78913825CA59}"/>
              </a:ext>
            </a:extLst>
          </p:cNvPr>
          <p:cNvSpPr txBox="1"/>
          <p:nvPr/>
        </p:nvSpPr>
        <p:spPr>
          <a:xfrm>
            <a:off x="7109503" y="417986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</a:defRPr>
            </a:lvl1pPr>
          </a:lstStyle>
          <a:p>
            <a:r>
              <a:rPr lang="es-MX"/>
              <a:t>PV02_COI-FI</a:t>
            </a:r>
          </a:p>
        </p:txBody>
      </p:sp>
      <p:sp>
        <p:nvSpPr>
          <p:cNvPr id="13" name="Diagrama de flujo: documento 84">
            <a:extLst>
              <a:ext uri="{FF2B5EF4-FFF2-40B4-BE49-F238E27FC236}">
                <a16:creationId xmlns:a16="http://schemas.microsoft.com/office/drawing/2014/main" id="{F51CE91B-B3AB-CA3D-DE9F-A4CFA11C4353}"/>
              </a:ext>
            </a:extLst>
          </p:cNvPr>
          <p:cNvSpPr/>
          <p:nvPr/>
        </p:nvSpPr>
        <p:spPr>
          <a:xfrm>
            <a:off x="8902162" y="4080082"/>
            <a:ext cx="1080000" cy="546979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</a:rPr>
              <a:t>Nota de Cargo </a:t>
            </a:r>
          </a:p>
          <a:p>
            <a:pPr algn="ctr"/>
            <a:r>
              <a:rPr lang="es-MX" sz="800" b="1">
                <a:solidFill>
                  <a:schemeClr val="tx1"/>
                </a:solidFill>
              </a:rPr>
              <a:t>(Otros ingresos)</a:t>
            </a:r>
          </a:p>
          <a:p>
            <a:pPr algn="ctr"/>
            <a:r>
              <a:rPr lang="es-MX" sz="800" b="1">
                <a:solidFill>
                  <a:schemeClr val="tx1"/>
                </a:solidFill>
              </a:rPr>
              <a:t>CFDI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80D4DA25-59C6-6BBB-8106-6DD30861A134}"/>
              </a:ext>
            </a:extLst>
          </p:cNvPr>
          <p:cNvCxnSpPr>
            <a:cxnSpLocks/>
            <a:stCxn id="107" idx="3"/>
            <a:endCxn id="12" idx="1"/>
          </p:cNvCxnSpPr>
          <p:nvPr/>
        </p:nvCxnSpPr>
        <p:spPr>
          <a:xfrm>
            <a:off x="6270199" y="4006361"/>
            <a:ext cx="839304" cy="339106"/>
          </a:xfrm>
          <a:prstGeom prst="bentConnector3">
            <a:avLst>
              <a:gd name="adj1" fmla="val 757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0A1084D-5B09-FF8C-279F-CEDCBF30821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189503" y="4345467"/>
            <a:ext cx="712659" cy="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9E38288-0729-BA42-29C6-870AE0C8959E}"/>
              </a:ext>
            </a:extLst>
          </p:cNvPr>
          <p:cNvSpPr txBox="1"/>
          <p:nvPr/>
        </p:nvSpPr>
        <p:spPr>
          <a:xfrm>
            <a:off x="5190199" y="4990573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5D0C277-18B8-09D3-1565-59ECDCAF5489}"/>
              </a:ext>
            </a:extLst>
          </p:cNvPr>
          <p:cNvSpPr txBox="1"/>
          <p:nvPr/>
        </p:nvSpPr>
        <p:spPr>
          <a:xfrm>
            <a:off x="7098294" y="4990573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633B2E8-B6FD-2694-DE86-0DA992D3606E}"/>
              </a:ext>
            </a:extLst>
          </p:cNvPr>
          <p:cNvSpPr/>
          <p:nvPr/>
        </p:nvSpPr>
        <p:spPr>
          <a:xfrm>
            <a:off x="8903692" y="4913116"/>
            <a:ext cx="1045147" cy="4707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</a:rPr>
              <a:t>Documento Contable</a:t>
            </a:r>
          </a:p>
        </p:txBody>
      </p:sp>
      <p:sp>
        <p:nvSpPr>
          <p:cNvPr id="42" name="CuadroTexto 118">
            <a:extLst>
              <a:ext uri="{FF2B5EF4-FFF2-40B4-BE49-F238E27FC236}">
                <a16:creationId xmlns:a16="http://schemas.microsoft.com/office/drawing/2014/main" id="{E5150E5F-779E-D778-58FD-3AEE8C9E1A01}"/>
              </a:ext>
            </a:extLst>
          </p:cNvPr>
          <p:cNvSpPr txBox="1"/>
          <p:nvPr/>
        </p:nvSpPr>
        <p:spPr>
          <a:xfrm>
            <a:off x="7109503" y="576480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N-TZ01-Mavicob</a:t>
            </a:r>
          </a:p>
        </p:txBody>
      </p:sp>
      <p:sp>
        <p:nvSpPr>
          <p:cNvPr id="44" name="Paralelogramo 43">
            <a:extLst>
              <a:ext uri="{FF2B5EF4-FFF2-40B4-BE49-F238E27FC236}">
                <a16:creationId xmlns:a16="http://schemas.microsoft.com/office/drawing/2014/main" id="{C6996C31-C964-2E2C-C263-B1ADCEC2C169}"/>
              </a:ext>
            </a:extLst>
          </p:cNvPr>
          <p:cNvSpPr/>
          <p:nvPr/>
        </p:nvSpPr>
        <p:spPr>
          <a:xfrm>
            <a:off x="10339825" y="5782739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F079A7F2-F9A2-6D5D-FC28-F0ABD3897C79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 flipV="1">
            <a:off x="8189504" y="2979433"/>
            <a:ext cx="660514" cy="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D94DA4A1-F6C2-0FF0-89DD-AD393E19F606}"/>
              </a:ext>
            </a:extLst>
          </p:cNvPr>
          <p:cNvCxnSpPr>
            <a:stCxn id="38" idx="3"/>
            <a:endCxn id="41" idx="1"/>
          </p:cNvCxnSpPr>
          <p:nvPr/>
        </p:nvCxnSpPr>
        <p:spPr>
          <a:xfrm flipV="1">
            <a:off x="8178294" y="5148474"/>
            <a:ext cx="725398" cy="4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r 62">
            <a:extLst>
              <a:ext uri="{FF2B5EF4-FFF2-40B4-BE49-F238E27FC236}">
                <a16:creationId xmlns:a16="http://schemas.microsoft.com/office/drawing/2014/main" id="{EE1A5657-EFCE-A8B6-30B7-F8BEE0F4FB78}"/>
              </a:ext>
            </a:extLst>
          </p:cNvPr>
          <p:cNvCxnSpPr>
            <a:cxnSpLocks/>
            <a:stCxn id="73" idx="2"/>
            <a:endCxn id="42" idx="1"/>
          </p:cNvCxnSpPr>
          <p:nvPr/>
        </p:nvCxnSpPr>
        <p:spPr>
          <a:xfrm rot="16200000" flipH="1">
            <a:off x="3931315" y="2766620"/>
            <a:ext cx="567775" cy="57886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50F0C99D-18DF-1774-FED0-C7E25B757BFC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>
            <a:off x="6270199" y="5152573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0C0F2133-23F6-8BC2-4DE9-B3D5FEB62BAA}"/>
              </a:ext>
            </a:extLst>
          </p:cNvPr>
          <p:cNvCxnSpPr>
            <a:stCxn id="42" idx="3"/>
            <a:endCxn id="44" idx="5"/>
          </p:cNvCxnSpPr>
          <p:nvPr/>
        </p:nvCxnSpPr>
        <p:spPr>
          <a:xfrm flipV="1">
            <a:off x="8189503" y="5932929"/>
            <a:ext cx="2187870" cy="11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5CA7ECA4-FFD7-177B-5DEE-E8BE63CD06CC}"/>
              </a:ext>
            </a:extLst>
          </p:cNvPr>
          <p:cNvSpPr/>
          <p:nvPr/>
        </p:nvSpPr>
        <p:spPr>
          <a:xfrm>
            <a:off x="821880" y="4963034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Cobro Parcialidad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8D3C0C8D-73A3-1A14-892A-9B5E8B34E66A}"/>
              </a:ext>
            </a:extLst>
          </p:cNvPr>
          <p:cNvCxnSpPr>
            <a:stCxn id="73" idx="3"/>
            <a:endCxn id="37" idx="1"/>
          </p:cNvCxnSpPr>
          <p:nvPr/>
        </p:nvCxnSpPr>
        <p:spPr>
          <a:xfrm flipV="1">
            <a:off x="1819922" y="5152573"/>
            <a:ext cx="3370277" cy="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1575DAC9-43D9-F1EA-375E-E8C9A2737420}"/>
              </a:ext>
            </a:extLst>
          </p:cNvPr>
          <p:cNvCxnSpPr>
            <a:endCxn id="73" idx="0"/>
          </p:cNvCxnSpPr>
          <p:nvPr/>
        </p:nvCxnSpPr>
        <p:spPr>
          <a:xfrm>
            <a:off x="1320901" y="4123295"/>
            <a:ext cx="0" cy="83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D80F81F-AFFD-0060-B0CA-AA8C76B921F9}"/>
              </a:ext>
            </a:extLst>
          </p:cNvPr>
          <p:cNvSpPr txBox="1"/>
          <p:nvPr/>
        </p:nvSpPr>
        <p:spPr>
          <a:xfrm>
            <a:off x="10140224" y="4738844"/>
            <a:ext cx="184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b="1">
                <a:latin typeface="Arial Nova" panose="020B0504020202020204" pitchFamily="34" charset="0"/>
              </a:rPr>
              <a:t>Nota</a:t>
            </a:r>
            <a:r>
              <a:rPr lang="es-ES_tradnl" sz="800">
                <a:latin typeface="Arial Nova" panose="020B0504020202020204" pitchFamily="34" charset="0"/>
              </a:rPr>
              <a:t>: Las 3 Notas de Cargo deben estar asociadas a la recuperación del quebranto: colocar el folio de la factura quebrantada </a:t>
            </a:r>
          </a:p>
        </p:txBody>
      </p:sp>
      <p:sp>
        <p:nvSpPr>
          <p:cNvPr id="65" name="CuadroTexto 111">
            <a:extLst>
              <a:ext uri="{FF2B5EF4-FFF2-40B4-BE49-F238E27FC236}">
                <a16:creationId xmlns:a16="http://schemas.microsoft.com/office/drawing/2014/main" id="{3D2F0DE5-ABE2-37DD-346E-885A03B0871D}"/>
              </a:ext>
            </a:extLst>
          </p:cNvPr>
          <p:cNvSpPr txBox="1"/>
          <p:nvPr/>
        </p:nvSpPr>
        <p:spPr>
          <a:xfrm>
            <a:off x="10536072" y="2284890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6" name="CuadroTexto 55">
            <a:extLst>
              <a:ext uri="{FF2B5EF4-FFF2-40B4-BE49-F238E27FC236}">
                <a16:creationId xmlns:a16="http://schemas.microsoft.com/office/drawing/2014/main" id="{8B020F13-AA3D-7523-E675-125B713502D9}"/>
              </a:ext>
            </a:extLst>
          </p:cNvPr>
          <p:cNvSpPr txBox="1"/>
          <p:nvPr/>
        </p:nvSpPr>
        <p:spPr>
          <a:xfrm>
            <a:off x="10427897" y="1814075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70" name="69 Conector angular"/>
          <p:cNvCxnSpPr>
            <a:stCxn id="36" idx="3"/>
            <a:endCxn id="65" idx="1"/>
          </p:cNvCxnSpPr>
          <p:nvPr/>
        </p:nvCxnSpPr>
        <p:spPr>
          <a:xfrm>
            <a:off x="9948839" y="1960522"/>
            <a:ext cx="587233" cy="553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angular"/>
          <p:cNvCxnSpPr>
            <a:stCxn id="9" idx="3"/>
            <a:endCxn id="65" idx="2"/>
          </p:cNvCxnSpPr>
          <p:nvPr/>
        </p:nvCxnSpPr>
        <p:spPr>
          <a:xfrm flipV="1">
            <a:off x="9982162" y="2743202"/>
            <a:ext cx="1146941" cy="9567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angular"/>
          <p:cNvCxnSpPr>
            <a:stCxn id="13" idx="3"/>
            <a:endCxn id="65" idx="2"/>
          </p:cNvCxnSpPr>
          <p:nvPr/>
        </p:nvCxnSpPr>
        <p:spPr>
          <a:xfrm flipV="1">
            <a:off x="9982162" y="2743202"/>
            <a:ext cx="1146941" cy="1610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18">
            <a:extLst>
              <a:ext uri="{FF2B5EF4-FFF2-40B4-BE49-F238E27FC236}">
                <a16:creationId xmlns:a16="http://schemas.microsoft.com/office/drawing/2014/main" id="{EC54EC4C-4FC1-85A7-5C68-B6D1C083F387}"/>
              </a:ext>
            </a:extLst>
          </p:cNvPr>
          <p:cNvSpPr txBox="1"/>
          <p:nvPr/>
        </p:nvSpPr>
        <p:spPr>
          <a:xfrm>
            <a:off x="10109369" y="2754701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sp>
        <p:nvSpPr>
          <p:cNvPr id="4" name="CuadroTexto 118">
            <a:extLst>
              <a:ext uri="{FF2B5EF4-FFF2-40B4-BE49-F238E27FC236}">
                <a16:creationId xmlns:a16="http://schemas.microsoft.com/office/drawing/2014/main" id="{DE8CC6EB-68EC-4106-E8D3-06A0A7C81DB8}"/>
              </a:ext>
            </a:extLst>
          </p:cNvPr>
          <p:cNvSpPr txBox="1"/>
          <p:nvPr/>
        </p:nvSpPr>
        <p:spPr>
          <a:xfrm>
            <a:off x="10727549" y="558761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C1DE7387-5E85-74FB-F912-EC0D72A833EA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 flipV="1">
            <a:off x="6270199" y="3701561"/>
            <a:ext cx="828095" cy="304800"/>
          </a:xfrm>
          <a:prstGeom prst="bentConnector3">
            <a:avLst>
              <a:gd name="adj1" fmla="val 773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6389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136476" y="669711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033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962823" y="1615680"/>
            <a:ext cx="182983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269298" y="6531229"/>
            <a:ext cx="5001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9000" y="438480"/>
            <a:ext cx="88095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Condiciones de pago – dias de gracia-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D939A4-2E7B-A969-6A2E-3334CBDDDEBD}"/>
              </a:ext>
            </a:extLst>
          </p:cNvPr>
          <p:cNvSpPr txBox="1"/>
          <p:nvPr/>
        </p:nvSpPr>
        <p:spPr>
          <a:xfrm>
            <a:off x="983370" y="1161382"/>
            <a:ext cx="1829839" cy="27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93112A-E3A7-7641-BEB7-D15EB41E1DAF}"/>
              </a:ext>
            </a:extLst>
          </p:cNvPr>
          <p:cNvSpPr/>
          <p:nvPr/>
        </p:nvSpPr>
        <p:spPr>
          <a:xfrm>
            <a:off x="3157809" y="2021273"/>
            <a:ext cx="1967090" cy="42578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8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520B09-9E4A-9580-64C0-6EC44A25A25B}"/>
              </a:ext>
            </a:extLst>
          </p:cNvPr>
          <p:cNvSpPr/>
          <p:nvPr/>
        </p:nvSpPr>
        <p:spPr>
          <a:xfrm>
            <a:off x="3304306" y="4376334"/>
            <a:ext cx="1735187" cy="7905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>
                <a:solidFill>
                  <a:schemeClr val="tx1"/>
                </a:solidFill>
              </a:rPr>
              <a:t>Cálculo de días de gracia, actualización de fechas de vencimiento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B688672E-DA5F-3838-FFB5-3B30E3C15342}"/>
              </a:ext>
            </a:extLst>
          </p:cNvPr>
          <p:cNvSpPr/>
          <p:nvPr/>
        </p:nvSpPr>
        <p:spPr>
          <a:xfrm>
            <a:off x="8016717" y="2383018"/>
            <a:ext cx="3212460" cy="56556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Tabla Estándar Condiciones de Pago</a:t>
            </a:r>
            <a:endParaRPr lang="es-ES_tradnl" sz="10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AEFBE1C-9634-EE41-0F0B-2BC17678A0DA}"/>
              </a:ext>
            </a:extLst>
          </p:cNvPr>
          <p:cNvSpPr txBox="1"/>
          <p:nvPr/>
        </p:nvSpPr>
        <p:spPr>
          <a:xfrm>
            <a:off x="3297244" y="3091307"/>
            <a:ext cx="1735186" cy="405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/>
              <a:t>Nota: proceso a ejecutar diario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9441C5F-E163-6780-11A4-10E90059456D}"/>
              </a:ext>
            </a:extLst>
          </p:cNvPr>
          <p:cNvSpPr/>
          <p:nvPr/>
        </p:nvSpPr>
        <p:spPr>
          <a:xfrm>
            <a:off x="1109511" y="2381221"/>
            <a:ext cx="1179716" cy="565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</a:rPr>
              <a:t>MAVI POS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FBE4E4-D1E6-204B-6357-C66C1C89DD9C}"/>
              </a:ext>
            </a:extLst>
          </p:cNvPr>
          <p:cNvSpPr/>
          <p:nvPr/>
        </p:nvSpPr>
        <p:spPr>
          <a:xfrm>
            <a:off x="2987003" y="1615680"/>
            <a:ext cx="228343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D265CF-CF0E-5B5D-52B6-5AA248C6A76F}"/>
              </a:ext>
            </a:extLst>
          </p:cNvPr>
          <p:cNvSpPr txBox="1"/>
          <p:nvPr/>
        </p:nvSpPr>
        <p:spPr>
          <a:xfrm>
            <a:off x="7720468" y="1161382"/>
            <a:ext cx="3658940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ED747E-DDD9-3D75-E1F6-901C737576CB}"/>
              </a:ext>
            </a:extLst>
          </p:cNvPr>
          <p:cNvSpPr/>
          <p:nvPr/>
        </p:nvSpPr>
        <p:spPr>
          <a:xfrm>
            <a:off x="7720468" y="1615680"/>
            <a:ext cx="364421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9582B9-C84C-DEC4-329A-CAE31F4AB24D}"/>
              </a:ext>
            </a:extLst>
          </p:cNvPr>
          <p:cNvSpPr txBox="1"/>
          <p:nvPr/>
        </p:nvSpPr>
        <p:spPr>
          <a:xfrm>
            <a:off x="2978515" y="1161382"/>
            <a:ext cx="2286000" cy="270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EFD8542A-900B-ECFD-962A-B823ABAFE7A2}"/>
              </a:ext>
            </a:extLst>
          </p:cNvPr>
          <p:cNvCxnSpPr>
            <a:cxnSpLocks/>
            <a:stCxn id="14" idx="3"/>
            <a:endCxn id="15" idx="3"/>
          </p:cNvCxnSpPr>
          <p:nvPr/>
        </p:nvCxnSpPr>
        <p:spPr>
          <a:xfrm flipV="1">
            <a:off x="5039493" y="4770717"/>
            <a:ext cx="2899748" cy="9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F8819811-7E3C-F52C-A50A-03C4EDA93C8F}"/>
              </a:ext>
            </a:extLst>
          </p:cNvPr>
          <p:cNvCxnSpPr>
            <a:cxnSpLocks/>
            <a:stCxn id="31" idx="3"/>
            <a:endCxn id="7" idx="3"/>
          </p:cNvCxnSpPr>
          <p:nvPr/>
        </p:nvCxnSpPr>
        <p:spPr>
          <a:xfrm flipV="1">
            <a:off x="2289227" y="2663479"/>
            <a:ext cx="3718173" cy="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18116361-C856-9550-09CF-1D600C6E32AC}"/>
              </a:ext>
            </a:extLst>
          </p:cNvPr>
          <p:cNvSpPr txBox="1"/>
          <p:nvPr/>
        </p:nvSpPr>
        <p:spPr>
          <a:xfrm>
            <a:off x="5462080" y="1161382"/>
            <a:ext cx="2115940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2A0EDC-EEA0-B9D2-DE48-016AB1002342}"/>
              </a:ext>
            </a:extLst>
          </p:cNvPr>
          <p:cNvSpPr/>
          <p:nvPr/>
        </p:nvSpPr>
        <p:spPr>
          <a:xfrm>
            <a:off x="5462080" y="1611156"/>
            <a:ext cx="211593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E1B11F-8AF4-C601-7FFB-98F78166D371}"/>
              </a:ext>
            </a:extLst>
          </p:cNvPr>
          <p:cNvSpPr txBox="1"/>
          <p:nvPr/>
        </p:nvSpPr>
        <p:spPr>
          <a:xfrm flipH="1">
            <a:off x="6007400" y="2433339"/>
            <a:ext cx="1244876" cy="460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SD40</a:t>
            </a:r>
          </a:p>
        </p:txBody>
      </p:sp>
      <p:cxnSp>
        <p:nvCxnSpPr>
          <p:cNvPr id="16" name="Conector angular 15">
            <a:extLst>
              <a:ext uri="{FF2B5EF4-FFF2-40B4-BE49-F238E27FC236}">
                <a16:creationId xmlns:a16="http://schemas.microsoft.com/office/drawing/2014/main" id="{554E924B-5815-ECA5-4293-1E91943EC7C5}"/>
              </a:ext>
            </a:extLst>
          </p:cNvPr>
          <p:cNvCxnSpPr>
            <a:cxnSpLocks/>
            <a:stCxn id="7" idx="1"/>
            <a:endCxn id="19" idx="5"/>
          </p:cNvCxnSpPr>
          <p:nvPr/>
        </p:nvCxnSpPr>
        <p:spPr>
          <a:xfrm>
            <a:off x="7252276" y="2663479"/>
            <a:ext cx="835136" cy="23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7020EA-73C7-F792-EC98-14F878708A02}"/>
              </a:ext>
            </a:extLst>
          </p:cNvPr>
          <p:cNvSpPr txBox="1"/>
          <p:nvPr/>
        </p:nvSpPr>
        <p:spPr>
          <a:xfrm flipH="1">
            <a:off x="7939241" y="4540577"/>
            <a:ext cx="1244876" cy="460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SD40.1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BEB88FE6-214A-3725-77C9-A6D03DFEBD79}"/>
              </a:ext>
            </a:extLst>
          </p:cNvPr>
          <p:cNvCxnSpPr>
            <a:cxnSpLocks/>
            <a:stCxn id="15" idx="2"/>
            <a:endCxn id="9" idx="5"/>
          </p:cNvCxnSpPr>
          <p:nvPr/>
        </p:nvCxnSpPr>
        <p:spPr>
          <a:xfrm rot="16200000" flipH="1">
            <a:off x="8451510" y="5111025"/>
            <a:ext cx="495108" cy="2747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ralelogramo 8">
            <a:extLst>
              <a:ext uri="{FF2B5EF4-FFF2-40B4-BE49-F238E27FC236}">
                <a16:creationId xmlns:a16="http://schemas.microsoft.com/office/drawing/2014/main" id="{4D24BCD5-18A1-E095-F7CC-897EEF19D9BC}"/>
              </a:ext>
            </a:extLst>
          </p:cNvPr>
          <p:cNvSpPr/>
          <p:nvPr/>
        </p:nvSpPr>
        <p:spPr>
          <a:xfrm>
            <a:off x="8765755" y="5213184"/>
            <a:ext cx="1585304" cy="56556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  <a:r>
              <a:rPr lang="es-ES_tradnl" sz="800" b="1" err="1">
                <a:latin typeface="Arial Nova" panose="020B0504020202020204" pitchFamily="34" charset="0"/>
              </a:rPr>
              <a:t>ZAgrupadoresCobro</a:t>
            </a:r>
            <a:endParaRPr lang="es-ES_tradnl" sz="800" b="1">
              <a:latin typeface="Arial Nova" panose="020B0504020202020204" pitchFamily="34" charset="0"/>
            </a:endParaRP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D936D98-000B-53B9-2795-1BD38A557EA3}"/>
              </a:ext>
            </a:extLst>
          </p:cNvPr>
          <p:cNvSpPr txBox="1"/>
          <p:nvPr/>
        </p:nvSpPr>
        <p:spPr>
          <a:xfrm flipH="1">
            <a:off x="10036869" y="4572410"/>
            <a:ext cx="960306" cy="39865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D-CRED-30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7DC5B8-0008-1DD9-19B6-1F7FF12C8E41}"/>
              </a:ext>
            </a:extLst>
          </p:cNvPr>
          <p:cNvSpPr txBox="1"/>
          <p:nvPr/>
        </p:nvSpPr>
        <p:spPr>
          <a:xfrm>
            <a:off x="9400034" y="5807611"/>
            <a:ext cx="18291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/>
              <a:t>*En la tabla Z se agregarán campos requeridos para éste escenario</a:t>
            </a:r>
          </a:p>
        </p:txBody>
      </p:sp>
      <p:cxnSp>
        <p:nvCxnSpPr>
          <p:cNvPr id="42" name="Conector angular 41">
            <a:extLst>
              <a:ext uri="{FF2B5EF4-FFF2-40B4-BE49-F238E27FC236}">
                <a16:creationId xmlns:a16="http://schemas.microsoft.com/office/drawing/2014/main" id="{D932DAE8-4FC4-B5BB-288A-ED3F52FC18E0}"/>
              </a:ext>
            </a:extLst>
          </p:cNvPr>
          <p:cNvCxnSpPr>
            <a:stCxn id="21" idx="2"/>
            <a:endCxn id="9" idx="2"/>
          </p:cNvCxnSpPr>
          <p:nvPr/>
        </p:nvCxnSpPr>
        <p:spPr>
          <a:xfrm rot="5400000">
            <a:off x="10136244" y="5115186"/>
            <a:ext cx="524899" cy="2366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r 47">
            <a:extLst>
              <a:ext uri="{FF2B5EF4-FFF2-40B4-BE49-F238E27FC236}">
                <a16:creationId xmlns:a16="http://schemas.microsoft.com/office/drawing/2014/main" id="{5E9873DE-50AF-3BF8-D952-67BEEEDE42C7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6969688" y="2553769"/>
            <a:ext cx="2319565" cy="29992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8100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2186895" y="601611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94178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A2D90E9-778C-20AE-87AD-4AAF5EAF0288}"/>
              </a:ext>
            </a:extLst>
          </p:cNvPr>
          <p:cNvSpPr/>
          <p:nvPr/>
        </p:nvSpPr>
        <p:spPr>
          <a:xfrm>
            <a:off x="501616" y="1615680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BF576B-FB06-1A3D-0A4B-E1B33887AB16}"/>
              </a:ext>
            </a:extLst>
          </p:cNvPr>
          <p:cNvSpPr/>
          <p:nvPr/>
        </p:nvSpPr>
        <p:spPr>
          <a:xfrm>
            <a:off x="5345293" y="1651991"/>
            <a:ext cx="602992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43B74D-7ECB-C294-89DF-7823F18EF4F5}"/>
              </a:ext>
            </a:extLst>
          </p:cNvPr>
          <p:cNvSpPr/>
          <p:nvPr/>
        </p:nvSpPr>
        <p:spPr>
          <a:xfrm>
            <a:off x="742181" y="2195921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>
                <a:solidFill>
                  <a:schemeClr val="tx1"/>
                </a:solidFill>
              </a:rPr>
              <a:t>MAVI POS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7FB149E-E7A8-2A88-F35F-1B45F28EC585}"/>
              </a:ext>
            </a:extLst>
          </p:cNvPr>
          <p:cNvSpPr txBox="1"/>
          <p:nvPr/>
        </p:nvSpPr>
        <p:spPr>
          <a:xfrm flipH="1">
            <a:off x="3739013" y="2848720"/>
            <a:ext cx="1109609" cy="346254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1200" b="1">
                <a:solidFill>
                  <a:schemeClr val="bg1"/>
                </a:solidFill>
              </a:rPr>
              <a:t>ND-CAJA-02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080CF05-54E9-C935-7C56-2666187A3545}"/>
              </a:ext>
            </a:extLst>
          </p:cNvPr>
          <p:cNvSpPr txBox="1"/>
          <p:nvPr/>
        </p:nvSpPr>
        <p:spPr>
          <a:xfrm>
            <a:off x="5336413" y="1147744"/>
            <a:ext cx="6029926" cy="33855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2ED28A75-9D5F-9EFE-A1ED-9A78D95F5A12}"/>
              </a:ext>
            </a:extLst>
          </p:cNvPr>
          <p:cNvSpPr/>
          <p:nvPr/>
        </p:nvSpPr>
        <p:spPr>
          <a:xfrm>
            <a:off x="8045490" y="2582974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Fondeo Libro de Caja 1 a N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3539BDCC-882D-BE28-FADE-8349B824C2E3}"/>
              </a:ext>
            </a:extLst>
          </p:cNvPr>
          <p:cNvSpPr/>
          <p:nvPr/>
        </p:nvSpPr>
        <p:spPr>
          <a:xfrm>
            <a:off x="8045490" y="3429000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Responsable de A a 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7F6E73-8A5E-9852-230D-E983ABF6BD51}"/>
              </a:ext>
            </a:extLst>
          </p:cNvPr>
          <p:cNvSpPr txBox="1"/>
          <p:nvPr/>
        </p:nvSpPr>
        <p:spPr>
          <a:xfrm>
            <a:off x="3015292" y="1189306"/>
            <a:ext cx="2115940" cy="338554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ACEF1F-B266-4D4A-F662-6BC7E2CEFB32}"/>
              </a:ext>
            </a:extLst>
          </p:cNvPr>
          <p:cNvSpPr txBox="1"/>
          <p:nvPr/>
        </p:nvSpPr>
        <p:spPr>
          <a:xfrm>
            <a:off x="269298" y="6531229"/>
            <a:ext cx="5001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DDF155-E443-1291-A17F-22FBAA2B9116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Fondeo de Caja</a:t>
            </a:r>
            <a:endParaRPr lang="es-MX" sz="2400" b="1" strike="noStrike" spc="-1">
              <a:latin typeface="Arial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AE5B07-255F-3363-E932-03E51D14784E}"/>
              </a:ext>
            </a:extLst>
          </p:cNvPr>
          <p:cNvSpPr/>
          <p:nvPr/>
        </p:nvSpPr>
        <p:spPr>
          <a:xfrm>
            <a:off x="2987587" y="1639080"/>
            <a:ext cx="211593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D216E6-B793-BFD5-6142-44537F84786D}"/>
              </a:ext>
            </a:extLst>
          </p:cNvPr>
          <p:cNvSpPr/>
          <p:nvPr/>
        </p:nvSpPr>
        <p:spPr>
          <a:xfrm>
            <a:off x="8045490" y="1760487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Libro de Caja 1 a N</a:t>
            </a:r>
          </a:p>
        </p:txBody>
      </p: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56CA1EC5-CB2E-963D-925F-82632EBE59A6}"/>
              </a:ext>
            </a:extLst>
          </p:cNvPr>
          <p:cNvCxnSpPr>
            <a:stCxn id="12" idx="2"/>
            <a:endCxn id="89" idx="0"/>
          </p:cNvCxnSpPr>
          <p:nvPr/>
        </p:nvCxnSpPr>
        <p:spPr>
          <a:xfrm>
            <a:off x="8765490" y="2372487"/>
            <a:ext cx="0" cy="210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66AE907-F691-6B30-0961-2ED508855B4A}"/>
              </a:ext>
            </a:extLst>
          </p:cNvPr>
          <p:cNvCxnSpPr>
            <a:cxnSpLocks/>
            <a:stCxn id="89" idx="2"/>
            <a:endCxn id="98" idx="0"/>
          </p:cNvCxnSpPr>
          <p:nvPr/>
        </p:nvCxnSpPr>
        <p:spPr>
          <a:xfrm>
            <a:off x="8765490" y="3194974"/>
            <a:ext cx="0" cy="234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E915B6B-5BA2-210F-023D-156D2E25186D}"/>
              </a:ext>
            </a:extLst>
          </p:cNvPr>
          <p:cNvSpPr txBox="1"/>
          <p:nvPr/>
        </p:nvSpPr>
        <p:spPr>
          <a:xfrm>
            <a:off x="6278121" y="4938728"/>
            <a:ext cx="1198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Libro de caja/Centro</a:t>
            </a:r>
            <a:endParaRPr lang="es-MX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ES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Saldo</a:t>
            </a:r>
            <a:endParaRPr lang="es-MX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ES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Responsable/Caja</a:t>
            </a:r>
            <a:endParaRPr lang="es-MX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921FB9-B180-30B8-3B2F-C75059C066D2}"/>
              </a:ext>
            </a:extLst>
          </p:cNvPr>
          <p:cNvSpPr txBox="1"/>
          <p:nvPr/>
        </p:nvSpPr>
        <p:spPr>
          <a:xfrm>
            <a:off x="8225490" y="438324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100"/>
              <a:t>ND-CAJA-01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3F02FAB-5629-DC49-18B0-1397B3872CE9}"/>
              </a:ext>
            </a:extLst>
          </p:cNvPr>
          <p:cNvCxnSpPr>
            <a:cxnSpLocks/>
            <a:stCxn id="98" idx="2"/>
            <a:endCxn id="8" idx="0"/>
          </p:cNvCxnSpPr>
          <p:nvPr/>
        </p:nvCxnSpPr>
        <p:spPr>
          <a:xfrm>
            <a:off x="8765490" y="4041000"/>
            <a:ext cx="0" cy="342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9FC97E7-E336-E1FE-EFF4-3FD7AF94978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>
            <a:off x="8765490" y="4714447"/>
            <a:ext cx="0" cy="342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C076B3D-02B9-5055-0F66-2F4F6ADE3263}"/>
              </a:ext>
            </a:extLst>
          </p:cNvPr>
          <p:cNvSpPr/>
          <p:nvPr/>
        </p:nvSpPr>
        <p:spPr>
          <a:xfrm>
            <a:off x="8045490" y="5056694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Partidas Contables (+.-) por Tienda</a:t>
            </a:r>
          </a:p>
        </p:txBody>
      </p:sp>
      <p:cxnSp>
        <p:nvCxnSpPr>
          <p:cNvPr id="7" name="Conector angular 6">
            <a:extLst>
              <a:ext uri="{FF2B5EF4-FFF2-40B4-BE49-F238E27FC236}">
                <a16:creationId xmlns:a16="http://schemas.microsoft.com/office/drawing/2014/main" id="{645E18A0-B868-9E94-9261-F95A6AEADAE5}"/>
              </a:ext>
            </a:extLst>
          </p:cNvPr>
          <p:cNvCxnSpPr>
            <a:cxnSpLocks/>
            <a:stCxn id="17" idx="3"/>
            <a:endCxn id="28" idx="0"/>
          </p:cNvCxnSpPr>
          <p:nvPr/>
        </p:nvCxnSpPr>
        <p:spPr>
          <a:xfrm>
            <a:off x="2542181" y="2478702"/>
            <a:ext cx="1751636" cy="3700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ector angular 10">
            <a:extLst>
              <a:ext uri="{FF2B5EF4-FFF2-40B4-BE49-F238E27FC236}">
                <a16:creationId xmlns:a16="http://schemas.microsoft.com/office/drawing/2014/main" id="{C235EC20-A044-CCBD-9C1A-831F45221B1C}"/>
              </a:ext>
            </a:extLst>
          </p:cNvPr>
          <p:cNvCxnSpPr>
            <a:cxnSpLocks/>
            <a:stCxn id="28" idx="2"/>
            <a:endCxn id="25" idx="1"/>
          </p:cNvCxnSpPr>
          <p:nvPr/>
        </p:nvCxnSpPr>
        <p:spPr>
          <a:xfrm rot="16200000" flipH="1">
            <a:off x="5085793" y="2402997"/>
            <a:ext cx="2167720" cy="3751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D939A4-2E7B-A969-6A2E-3334CBDDDEBD}"/>
              </a:ext>
            </a:extLst>
          </p:cNvPr>
          <p:cNvSpPr txBox="1"/>
          <p:nvPr/>
        </p:nvSpPr>
        <p:spPr>
          <a:xfrm>
            <a:off x="522163" y="1189306"/>
            <a:ext cx="2264069" cy="33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/>
              <a:t>AWS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11D38E-6A7F-0B19-A5D0-A14E71AAAD00}"/>
              </a:ext>
            </a:extLst>
          </p:cNvPr>
          <p:cNvSpPr txBox="1"/>
          <p:nvPr/>
        </p:nvSpPr>
        <p:spPr>
          <a:xfrm>
            <a:off x="9231813" y="4312825"/>
            <a:ext cx="213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*Delta para complementar datos en el documento contable</a:t>
            </a:r>
          </a:p>
        </p:txBody>
      </p:sp>
    </p:spTree>
    <p:extLst>
      <p:ext uri="{BB962C8B-B14F-4D97-AF65-F5344CB8AC3E}">
        <p14:creationId xmlns:p14="http://schemas.microsoft.com/office/powerpoint/2010/main" val="36906968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/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/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/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/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81672FA-A462-93F0-F10D-D840DF7A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D1AED71C-6CB2-5973-BCF0-5EEB0C896170}"/>
              </a:ext>
            </a:extLst>
          </p:cNvPr>
          <p:cNvSpPr/>
          <p:nvPr/>
        </p:nvSpPr>
        <p:spPr>
          <a:xfrm>
            <a:off x="1976818" y="673145"/>
            <a:ext cx="5888473" cy="6184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61689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5FAD-59CC-AA3C-FA15-F3DA3A3D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CD0D4FE9-3809-D206-C3B2-ED0D75326FBA}"/>
              </a:ext>
            </a:extLst>
          </p:cNvPr>
          <p:cNvGrpSpPr/>
          <p:nvPr/>
        </p:nvGrpSpPr>
        <p:grpSpPr>
          <a:xfrm>
            <a:off x="203760" y="248824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3D8BA14-A5EE-8DF6-F772-A2274EDF8A0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B72DC68-6F3E-303E-7D4B-861BF7A91F7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DB4C9E6-62D6-DEBC-2BCD-F794E92F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B93C072-04A5-9DAF-B4FC-796E50FF9A63}"/>
              </a:ext>
            </a:extLst>
          </p:cNvPr>
          <p:cNvSpPr/>
          <p:nvPr/>
        </p:nvSpPr>
        <p:spPr>
          <a:xfrm>
            <a:off x="142800" y="1412759"/>
            <a:ext cx="2264069" cy="4298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073056-FBA7-9C97-B8A6-EF4E52DE3BD9}"/>
              </a:ext>
            </a:extLst>
          </p:cNvPr>
          <p:cNvSpPr/>
          <p:nvPr/>
        </p:nvSpPr>
        <p:spPr>
          <a:xfrm>
            <a:off x="6077548" y="1412759"/>
            <a:ext cx="1776851" cy="4298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C57597-F320-4374-8E4C-79209F1B4683}"/>
              </a:ext>
            </a:extLst>
          </p:cNvPr>
          <p:cNvSpPr/>
          <p:nvPr/>
        </p:nvSpPr>
        <p:spPr>
          <a:xfrm>
            <a:off x="7954391" y="1412759"/>
            <a:ext cx="4084649" cy="4298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53FE74F-45D0-3B3D-1255-2C36D54214B8}"/>
              </a:ext>
            </a:extLst>
          </p:cNvPr>
          <p:cNvSpPr/>
          <p:nvPr/>
        </p:nvSpPr>
        <p:spPr>
          <a:xfrm>
            <a:off x="2540165" y="1412759"/>
            <a:ext cx="1489684" cy="4298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34BFECA-B1C7-FBA0-766F-9DD038AC5603}"/>
              </a:ext>
            </a:extLst>
          </p:cNvPr>
          <p:cNvSpPr/>
          <p:nvPr/>
        </p:nvSpPr>
        <p:spPr>
          <a:xfrm>
            <a:off x="844217" y="2195921"/>
            <a:ext cx="880459" cy="423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AACF0E9-1E16-0C74-9FC2-BAE1214FC9DA}"/>
              </a:ext>
            </a:extLst>
          </p:cNvPr>
          <p:cNvSpPr txBox="1"/>
          <p:nvPr/>
        </p:nvSpPr>
        <p:spPr>
          <a:xfrm>
            <a:off x="4662914" y="1918000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SD01</a:t>
            </a:r>
          </a:p>
        </p:txBody>
      </p:sp>
      <p:cxnSp>
        <p:nvCxnSpPr>
          <p:cNvPr id="31" name="Conector: angular 12">
            <a:extLst>
              <a:ext uri="{FF2B5EF4-FFF2-40B4-BE49-F238E27FC236}">
                <a16:creationId xmlns:a16="http://schemas.microsoft.com/office/drawing/2014/main" id="{982DCBC1-76FB-EBD0-CBCA-CF5CF36C0232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1724676" y="2407465"/>
            <a:ext cx="4860346" cy="423700"/>
          </a:xfrm>
          <a:prstGeom prst="bentConnector3">
            <a:avLst>
              <a:gd name="adj1" fmla="val 548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9B928A-DBA2-8F24-872A-5CAFA45B60A9}"/>
              </a:ext>
            </a:extLst>
          </p:cNvPr>
          <p:cNvSpPr txBox="1"/>
          <p:nvPr/>
        </p:nvSpPr>
        <p:spPr>
          <a:xfrm>
            <a:off x="6077548" y="1069408"/>
            <a:ext cx="5961492" cy="25391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347D7A63-A724-BE69-7D60-70F08E3F6537}"/>
              </a:ext>
            </a:extLst>
          </p:cNvPr>
          <p:cNvSpPr/>
          <p:nvPr/>
        </p:nvSpPr>
        <p:spPr>
          <a:xfrm>
            <a:off x="9767057" y="1909072"/>
            <a:ext cx="1116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Pedido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3E1C6C7-90B7-C933-5B81-E92023150D33}"/>
              </a:ext>
            </a:extLst>
          </p:cNvPr>
          <p:cNvSpPr txBox="1"/>
          <p:nvPr/>
        </p:nvSpPr>
        <p:spPr>
          <a:xfrm>
            <a:off x="142799" y="1069408"/>
            <a:ext cx="2264069" cy="2539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4" name="Conector: angular 12">
            <a:extLst>
              <a:ext uri="{FF2B5EF4-FFF2-40B4-BE49-F238E27FC236}">
                <a16:creationId xmlns:a16="http://schemas.microsoft.com/office/drawing/2014/main" id="{5256CF39-08D7-79FF-AF04-0AD83D79C13A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 flipV="1">
            <a:off x="1724676" y="2080000"/>
            <a:ext cx="2938238" cy="327465"/>
          </a:xfrm>
          <a:prstGeom prst="bentConnector3">
            <a:avLst>
              <a:gd name="adj1" fmla="val 910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3FBDE1D-6ACC-3C7C-C717-BB8DD978D512}"/>
              </a:ext>
            </a:extLst>
          </p:cNvPr>
          <p:cNvSpPr txBox="1"/>
          <p:nvPr/>
        </p:nvSpPr>
        <p:spPr>
          <a:xfrm>
            <a:off x="181124" y="5753449"/>
            <a:ext cx="458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900" i="1">
                <a:latin typeface="Arial Nova" panose="020B0504020202020204" pitchFamily="34" charset="0"/>
              </a:rPr>
              <a:t>Este escenario describe integraciones compatibles con la nube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i="1">
                <a:latin typeface="Arial Nova" panose="020B0504020202020204" pitchFamily="34" charset="0"/>
              </a:rPr>
              <a:t>Se envía desde el POS y se recibe en CAR y S/4HANA la factura, no el pedido</a:t>
            </a:r>
            <a:r>
              <a:rPr lang="es-ES_tradnl" sz="900">
                <a:latin typeface="Arial Nova" panose="020B0504020202020204" pitchFamily="34" charset="0"/>
                <a:cs typeface="Arial Narrow" panose="020B0604020202020204" pitchFamily="34" charset="0"/>
              </a:rPr>
              <a:t>)</a:t>
            </a:r>
            <a:endParaRPr lang="es-ES_tradnl" sz="900" i="1">
              <a:latin typeface="Arial Nova" panose="020B0504020202020204" pitchFamily="34" charset="0"/>
            </a:endParaRP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6DC9EE1-760E-F367-17F4-FEA151F2A55C}"/>
              </a:ext>
            </a:extLst>
          </p:cNvPr>
          <p:cNvSpPr/>
          <p:nvPr/>
        </p:nvSpPr>
        <p:spPr>
          <a:xfrm>
            <a:off x="924440" y="323577"/>
            <a:ext cx="9636086" cy="5894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</a:t>
            </a:r>
            <a:r>
              <a:rPr lang="es-MX" sz="2000" b="1" spc="-1">
                <a:latin typeface="Arial"/>
              </a:rPr>
              <a:t>Venta contado con Anticipo</a:t>
            </a:r>
          </a:p>
          <a:p>
            <a:pPr>
              <a:lnSpc>
                <a:spcPct val="90000"/>
              </a:lnSpc>
            </a:pPr>
            <a:r>
              <a:rPr lang="es-ES" sz="1600" b="1" strike="noStrike" spc="-1">
                <a:latin typeface="Arial Nova" panose="020B0504020202020204" pitchFamily="34" charset="0"/>
              </a:rPr>
              <a:t>(Venta Contado con Despacho en Tienda 2)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28B13D3-BB57-DE5C-D403-011B0B36E52D}"/>
              </a:ext>
            </a:extLst>
          </p:cNvPr>
          <p:cNvSpPr txBox="1"/>
          <p:nvPr/>
        </p:nvSpPr>
        <p:spPr>
          <a:xfrm>
            <a:off x="194771" y="4177806"/>
            <a:ext cx="1603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u="sng">
                <a:latin typeface="Arial Nova" panose="020B0504020202020204" pitchFamily="34" charset="0"/>
              </a:rPr>
              <a:t>Datos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Pedido POS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Clase Factura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Factura S4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Cliente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Condición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Area Ventas</a:t>
            </a:r>
          </a:p>
          <a:p>
            <a:pPr marL="228600" indent="-228600">
              <a:buAutoNum type="arabicPeriod"/>
            </a:pPr>
            <a:r>
              <a:rPr lang="es-MX" sz="1000">
                <a:latin typeface="Arial Nova" panose="020B0504020202020204" pitchFamily="34" charset="0"/>
              </a:rPr>
              <a:t>Precio Venta</a:t>
            </a:r>
          </a:p>
        </p:txBody>
      </p:sp>
      <p:sp>
        <p:nvSpPr>
          <p:cNvPr id="22" name="Diagrama de flujo: disco magnético 21">
            <a:extLst>
              <a:ext uri="{FF2B5EF4-FFF2-40B4-BE49-F238E27FC236}">
                <a16:creationId xmlns:a16="http://schemas.microsoft.com/office/drawing/2014/main" id="{864C4111-C5C7-2A62-423F-4BD5EF9E691B}"/>
              </a:ext>
            </a:extLst>
          </p:cNvPr>
          <p:cNvSpPr/>
          <p:nvPr/>
        </p:nvSpPr>
        <p:spPr>
          <a:xfrm>
            <a:off x="659742" y="3340313"/>
            <a:ext cx="1249029" cy="654323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: angular 12">
            <a:extLst>
              <a:ext uri="{FF2B5EF4-FFF2-40B4-BE49-F238E27FC236}">
                <a16:creationId xmlns:a16="http://schemas.microsoft.com/office/drawing/2014/main" id="{EC1CE45D-D61C-5C4D-615C-E795F94D4277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5400000">
            <a:off x="923700" y="2979566"/>
            <a:ext cx="721304" cy="1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74">
            <a:extLst>
              <a:ext uri="{FF2B5EF4-FFF2-40B4-BE49-F238E27FC236}">
                <a16:creationId xmlns:a16="http://schemas.microsoft.com/office/drawing/2014/main" id="{FF31118E-4219-4FEB-7268-DA1EC6986A9C}"/>
              </a:ext>
            </a:extLst>
          </p:cNvPr>
          <p:cNvSpPr/>
          <p:nvPr/>
        </p:nvSpPr>
        <p:spPr>
          <a:xfrm>
            <a:off x="4126301" y="1412759"/>
            <a:ext cx="1815824" cy="42985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136B51-B41C-0E35-83F1-692B173E909C}"/>
              </a:ext>
            </a:extLst>
          </p:cNvPr>
          <p:cNvSpPr txBox="1"/>
          <p:nvPr/>
        </p:nvSpPr>
        <p:spPr>
          <a:xfrm>
            <a:off x="4181601" y="1069408"/>
            <a:ext cx="1760523" cy="253916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BAE31B-3305-0462-161D-72FF08500819}"/>
              </a:ext>
            </a:extLst>
          </p:cNvPr>
          <p:cNvSpPr txBox="1"/>
          <p:nvPr/>
        </p:nvSpPr>
        <p:spPr>
          <a:xfrm>
            <a:off x="2537464" y="1073255"/>
            <a:ext cx="1495461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D47EC177-AB3E-B178-6EA5-AD71A326DB10}"/>
              </a:ext>
            </a:extLst>
          </p:cNvPr>
          <p:cNvSpPr/>
          <p:nvPr/>
        </p:nvSpPr>
        <p:spPr>
          <a:xfrm>
            <a:off x="10794096" y="1828529"/>
            <a:ext cx="1116000" cy="314605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>
                <a:latin typeface="Arial Nova" panose="020B0504020202020204" pitchFamily="34" charset="0"/>
                <a:cs typeface="Arial Narrow" panose="020B0604020202020204" pitchFamily="34" charset="0"/>
              </a:rPr>
              <a:t>Tablas Z Venta Contado/ Crédito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B45F85-0976-7B63-7E49-A0B4123F416E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B1EEB0E-F60D-61B9-865E-0873CEF52E34}"/>
              </a:ext>
            </a:extLst>
          </p:cNvPr>
          <p:cNvSpPr txBox="1"/>
          <p:nvPr/>
        </p:nvSpPr>
        <p:spPr>
          <a:xfrm>
            <a:off x="4662914" y="3280377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SD36</a:t>
            </a:r>
          </a:p>
        </p:txBody>
      </p: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C08D9692-C438-52EF-452E-98EA0FDBBD5B}"/>
              </a:ext>
            </a:extLst>
          </p:cNvPr>
          <p:cNvCxnSpPr>
            <a:cxnSpLocks/>
            <a:stCxn id="17" idx="0"/>
            <a:endCxn id="29" idx="1"/>
          </p:cNvCxnSpPr>
          <p:nvPr/>
        </p:nvCxnSpPr>
        <p:spPr>
          <a:xfrm rot="16200000" flipH="1">
            <a:off x="2350452" y="1129916"/>
            <a:ext cx="1246456" cy="3378467"/>
          </a:xfrm>
          <a:prstGeom prst="bentConnector4">
            <a:avLst>
              <a:gd name="adj1" fmla="val -18340"/>
              <a:gd name="adj2" fmla="val 56515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0EB14890-8270-6EB7-FAF1-40A4F9D679D7}"/>
              </a:ext>
            </a:extLst>
          </p:cNvPr>
          <p:cNvSpPr txBox="1"/>
          <p:nvPr/>
        </p:nvSpPr>
        <p:spPr>
          <a:xfrm>
            <a:off x="6585022" y="2669165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PV01_CO03​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E5E704C-9573-A343-E456-AD9FE2E57288}"/>
              </a:ext>
            </a:extLst>
          </p:cNvPr>
          <p:cNvSpPr/>
          <p:nvPr/>
        </p:nvSpPr>
        <p:spPr>
          <a:xfrm>
            <a:off x="8999631" y="2645101"/>
            <a:ext cx="1080000" cy="3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0871DE-FFB6-ADFE-AF40-3A9A0FE9F9D2}"/>
              </a:ext>
            </a:extLst>
          </p:cNvPr>
          <p:cNvSpPr txBox="1"/>
          <p:nvPr/>
        </p:nvSpPr>
        <p:spPr>
          <a:xfrm>
            <a:off x="8982220" y="3007408"/>
            <a:ext cx="1232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Debe estar referenciado al pedido</a:t>
            </a:r>
            <a:endParaRPr lang="es-MX" sz="800">
              <a:latin typeface="Arial Nova" panose="020B0504020202020204" pitchFamily="34" charset="0"/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36C293B5-A042-D0A3-D9E0-3827F67C8398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7665022" y="2831165"/>
            <a:ext cx="434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A1DE8A86-5642-5450-4D92-FD9DA46F8A46}"/>
              </a:ext>
            </a:extLst>
          </p:cNvPr>
          <p:cNvSpPr txBox="1"/>
          <p:nvPr/>
        </p:nvSpPr>
        <p:spPr>
          <a:xfrm>
            <a:off x="6585022" y="4277828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PV02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BA58F93-3F0F-FC75-F365-8501547464C7}"/>
              </a:ext>
            </a:extLst>
          </p:cNvPr>
          <p:cNvSpPr/>
          <p:nvPr/>
        </p:nvSpPr>
        <p:spPr>
          <a:xfrm>
            <a:off x="8451923" y="4278905"/>
            <a:ext cx="1080000" cy="3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</a:rPr>
              <a:t>Factura  CFDI (Ticket de venta)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7682648B-9B02-0713-14D8-993D1210A02D}"/>
              </a:ext>
            </a:extLst>
          </p:cNvPr>
          <p:cNvCxnSpPr>
            <a:stCxn id="71" idx="3"/>
            <a:endCxn id="72" idx="1"/>
          </p:cNvCxnSpPr>
          <p:nvPr/>
        </p:nvCxnSpPr>
        <p:spPr>
          <a:xfrm>
            <a:off x="7665022" y="4439828"/>
            <a:ext cx="786901" cy="1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6052159-3884-BA15-2721-5A265498590E}"/>
              </a:ext>
            </a:extLst>
          </p:cNvPr>
          <p:cNvSpPr txBox="1"/>
          <p:nvPr/>
        </p:nvSpPr>
        <p:spPr>
          <a:xfrm>
            <a:off x="4662914" y="3779430"/>
            <a:ext cx="1080000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SD37</a:t>
            </a:r>
          </a:p>
        </p:txBody>
      </p:sp>
      <p:cxnSp>
        <p:nvCxnSpPr>
          <p:cNvPr id="73" name="Conector angular 72">
            <a:extLst>
              <a:ext uri="{FF2B5EF4-FFF2-40B4-BE49-F238E27FC236}">
                <a16:creationId xmlns:a16="http://schemas.microsoft.com/office/drawing/2014/main" id="{D56465A1-B783-7713-3BA1-6C643C624ADE}"/>
              </a:ext>
            </a:extLst>
          </p:cNvPr>
          <p:cNvCxnSpPr>
            <a:stCxn id="29" idx="3"/>
            <a:endCxn id="89" idx="1"/>
          </p:cNvCxnSpPr>
          <p:nvPr/>
        </p:nvCxnSpPr>
        <p:spPr>
          <a:xfrm flipV="1">
            <a:off x="5742914" y="2071072"/>
            <a:ext cx="4024143" cy="1371305"/>
          </a:xfrm>
          <a:prstGeom prst="bentConnector3">
            <a:avLst>
              <a:gd name="adj1" fmla="val 13407"/>
            </a:avLst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62B10B0E-AC20-A26B-A949-2E42A727353A}"/>
              </a:ext>
            </a:extLst>
          </p:cNvPr>
          <p:cNvCxnSpPr>
            <a:cxnSpLocks/>
            <a:stCxn id="17" idx="3"/>
            <a:endCxn id="60" idx="1"/>
          </p:cNvCxnSpPr>
          <p:nvPr/>
        </p:nvCxnSpPr>
        <p:spPr>
          <a:xfrm>
            <a:off x="1724676" y="2407465"/>
            <a:ext cx="2938238" cy="1533965"/>
          </a:xfrm>
          <a:prstGeom prst="bentConnector3">
            <a:avLst>
              <a:gd name="adj1" fmla="val 90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angular 102">
            <a:extLst>
              <a:ext uri="{FF2B5EF4-FFF2-40B4-BE49-F238E27FC236}">
                <a16:creationId xmlns:a16="http://schemas.microsoft.com/office/drawing/2014/main" id="{8F2ACAA9-468D-E32F-5361-F590D4AAC2FB}"/>
              </a:ext>
            </a:extLst>
          </p:cNvPr>
          <p:cNvCxnSpPr>
            <a:stCxn id="60" idx="3"/>
            <a:endCxn id="89" idx="2"/>
          </p:cNvCxnSpPr>
          <p:nvPr/>
        </p:nvCxnSpPr>
        <p:spPr>
          <a:xfrm flipV="1">
            <a:off x="5742914" y="2233072"/>
            <a:ext cx="4582143" cy="17083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621E5496-3C31-DAA7-843B-57E1F7E49F07}"/>
              </a:ext>
            </a:extLst>
          </p:cNvPr>
          <p:cNvSpPr txBox="1"/>
          <p:nvPr/>
        </p:nvSpPr>
        <p:spPr>
          <a:xfrm>
            <a:off x="7918297" y="3747434"/>
            <a:ext cx="13338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Rechazar pedido</a:t>
            </a:r>
            <a:endParaRPr lang="es-MX" sz="800">
              <a:latin typeface="Arial Nova" panose="020B0504020202020204" pitchFamily="34" charset="0"/>
            </a:endParaRPr>
          </a:p>
        </p:txBody>
      </p: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8DDB24CF-0187-63E6-7618-B2EDF86CF0A1}"/>
              </a:ext>
            </a:extLst>
          </p:cNvPr>
          <p:cNvCxnSpPr>
            <a:cxnSpLocks/>
            <a:stCxn id="17" idx="3"/>
            <a:endCxn id="71" idx="1"/>
          </p:cNvCxnSpPr>
          <p:nvPr/>
        </p:nvCxnSpPr>
        <p:spPr>
          <a:xfrm>
            <a:off x="1724676" y="2407465"/>
            <a:ext cx="4860346" cy="2032363"/>
          </a:xfrm>
          <a:prstGeom prst="bentConnector3">
            <a:avLst>
              <a:gd name="adj1" fmla="val 548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8B34172-879D-8222-5A0F-5C73476E6016}"/>
              </a:ext>
            </a:extLst>
          </p:cNvPr>
          <p:cNvSpPr txBox="1"/>
          <p:nvPr/>
        </p:nvSpPr>
        <p:spPr>
          <a:xfrm>
            <a:off x="8099861" y="2669165"/>
            <a:ext cx="637831" cy="32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CO03​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6C53F39-D93B-E436-309D-940A3BB5F3A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8737692" y="2825101"/>
            <a:ext cx="261939" cy="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>
            <a:stCxn id="28" idx="3"/>
            <a:endCxn id="89" idx="0"/>
          </p:cNvCxnSpPr>
          <p:nvPr/>
        </p:nvCxnSpPr>
        <p:spPr>
          <a:xfrm flipV="1">
            <a:off x="5742914" y="1909072"/>
            <a:ext cx="4582143" cy="170928"/>
          </a:xfrm>
          <a:prstGeom prst="bentConnector4">
            <a:avLst>
              <a:gd name="adj1" fmla="val 25510"/>
              <a:gd name="adj2" fmla="val 2128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38">
            <a:extLst>
              <a:ext uri="{FF2B5EF4-FFF2-40B4-BE49-F238E27FC236}">
                <a16:creationId xmlns:a16="http://schemas.microsoft.com/office/drawing/2014/main" id="{C2DFE464-B068-0CD8-D55F-120FA2AE00FF}"/>
              </a:ext>
            </a:extLst>
          </p:cNvPr>
          <p:cNvSpPr txBox="1"/>
          <p:nvPr/>
        </p:nvSpPr>
        <p:spPr>
          <a:xfrm>
            <a:off x="7956135" y="4942267"/>
            <a:ext cx="2558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Actualizar el número de la factura en el campo de asignación. Se utilizará en la compensación</a:t>
            </a:r>
          </a:p>
        </p:txBody>
      </p:sp>
      <p:sp>
        <p:nvSpPr>
          <p:cNvPr id="78" name="CuadroTexto 40">
            <a:extLst>
              <a:ext uri="{FF2B5EF4-FFF2-40B4-BE49-F238E27FC236}">
                <a16:creationId xmlns:a16="http://schemas.microsoft.com/office/drawing/2014/main" id="{E7D69D78-8FFC-6B4C-53FD-602739827C05}"/>
              </a:ext>
            </a:extLst>
          </p:cNvPr>
          <p:cNvSpPr txBox="1"/>
          <p:nvPr/>
        </p:nvSpPr>
        <p:spPr>
          <a:xfrm>
            <a:off x="4683254" y="477723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SD43</a:t>
            </a:r>
          </a:p>
        </p:txBody>
      </p:sp>
      <p:sp>
        <p:nvSpPr>
          <p:cNvPr id="79" name="Rectángulo 42">
            <a:extLst>
              <a:ext uri="{FF2B5EF4-FFF2-40B4-BE49-F238E27FC236}">
                <a16:creationId xmlns:a16="http://schemas.microsoft.com/office/drawing/2014/main" id="{E5F232B9-FE9A-15A6-A022-A57D13F07846}"/>
              </a:ext>
            </a:extLst>
          </p:cNvPr>
          <p:cNvSpPr/>
          <p:nvPr/>
        </p:nvSpPr>
        <p:spPr>
          <a:xfrm>
            <a:off x="10705163" y="4706503"/>
            <a:ext cx="1217664" cy="45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(Anticipo)</a:t>
            </a:r>
          </a:p>
        </p:txBody>
      </p:sp>
      <p:cxnSp>
        <p:nvCxnSpPr>
          <p:cNvPr id="81" name="80 Conector recto de flecha"/>
          <p:cNvCxnSpPr>
            <a:stCxn id="78" idx="3"/>
            <a:endCxn id="79" idx="1"/>
          </p:cNvCxnSpPr>
          <p:nvPr/>
        </p:nvCxnSpPr>
        <p:spPr>
          <a:xfrm flipV="1">
            <a:off x="5763254" y="4936135"/>
            <a:ext cx="4941909" cy="3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angular"/>
          <p:cNvCxnSpPr>
            <a:stCxn id="17" idx="3"/>
            <a:endCxn id="78" idx="1"/>
          </p:cNvCxnSpPr>
          <p:nvPr/>
        </p:nvCxnSpPr>
        <p:spPr>
          <a:xfrm>
            <a:off x="1724676" y="2407465"/>
            <a:ext cx="2958578" cy="2531765"/>
          </a:xfrm>
          <a:prstGeom prst="bentConnector3">
            <a:avLst>
              <a:gd name="adj1" fmla="val 902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1050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34F5-B08A-B4B9-34E0-1895056F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1BF1591-76D7-202D-C85F-DBE92B91D7D3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D9D900A-7A45-F420-CE8E-A72C6EB91D7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08BE30E-316A-C2A0-ABF4-7DE02E7F098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9D4BCC3-1A86-22B4-C230-B3AD59B7BE6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BBDBE72-FA86-F6C3-44B1-FE42FDA4B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2A4D07FE-F3A4-36E1-39B9-DB9714340883}"/>
              </a:ext>
            </a:extLst>
          </p:cNvPr>
          <p:cNvSpPr/>
          <p:nvPr/>
        </p:nvSpPr>
        <p:spPr>
          <a:xfrm>
            <a:off x="2005847" y="646775"/>
            <a:ext cx="5888473" cy="5907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21755519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4ECFBE2A-16C8-4099-3B17-D1D239FC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2276FF-FED6-FA03-8B00-E6CA9DF08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42" name="Google Shape;379;p10">
            <a:extLst>
              <a:ext uri="{FF2B5EF4-FFF2-40B4-BE49-F238E27FC236}">
                <a16:creationId xmlns:a16="http://schemas.microsoft.com/office/drawing/2014/main" id="{8BE0739B-00B9-AF71-A175-7EBE15F58F2C}"/>
              </a:ext>
            </a:extLst>
          </p:cNvPr>
          <p:cNvSpPr/>
          <p:nvPr/>
        </p:nvSpPr>
        <p:spPr>
          <a:xfrm>
            <a:off x="5423611" y="1336034"/>
            <a:ext cx="1752846" cy="5056997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81;p10">
            <a:extLst>
              <a:ext uri="{FF2B5EF4-FFF2-40B4-BE49-F238E27FC236}">
                <a16:creationId xmlns:a16="http://schemas.microsoft.com/office/drawing/2014/main" id="{3F526186-5B0D-9E3C-6A78-82DB9AD3EF28}"/>
              </a:ext>
            </a:extLst>
          </p:cNvPr>
          <p:cNvSpPr txBox="1"/>
          <p:nvPr/>
        </p:nvSpPr>
        <p:spPr>
          <a:xfrm>
            <a:off x="5455280" y="1337040"/>
            <a:ext cx="65493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CAR*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" name="Google Shape;379;p10">
            <a:extLst>
              <a:ext uri="{FF2B5EF4-FFF2-40B4-BE49-F238E27FC236}">
                <a16:creationId xmlns:a16="http://schemas.microsoft.com/office/drawing/2014/main" id="{2D9FDD13-72F0-5E29-3433-1916E759AC8A}"/>
              </a:ext>
            </a:extLst>
          </p:cNvPr>
          <p:cNvSpPr/>
          <p:nvPr/>
        </p:nvSpPr>
        <p:spPr>
          <a:xfrm>
            <a:off x="3787916" y="1343802"/>
            <a:ext cx="1501159" cy="5056997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000">
              <a:solidFill>
                <a:schemeClr val="lt1"/>
              </a:solidFill>
              <a:latin typeface="Arial Nova" panose="020B0504020202020204" pitchFamily="34" charset="0"/>
              <a:cs typeface="Calibri"/>
              <a:sym typeface="Calibri"/>
            </a:endParaRPr>
          </a:p>
        </p:txBody>
      </p:sp>
      <p:sp>
        <p:nvSpPr>
          <p:cNvPr id="7" name="Google Shape;381;p10">
            <a:extLst>
              <a:ext uri="{FF2B5EF4-FFF2-40B4-BE49-F238E27FC236}">
                <a16:creationId xmlns:a16="http://schemas.microsoft.com/office/drawing/2014/main" id="{9C8B1BBC-1336-3F5E-6D45-24B56F02545D}"/>
              </a:ext>
            </a:extLst>
          </p:cNvPr>
          <p:cNvSpPr txBox="1"/>
          <p:nvPr/>
        </p:nvSpPr>
        <p:spPr>
          <a:xfrm>
            <a:off x="3779139" y="1342383"/>
            <a:ext cx="65493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CPI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8" name="Google Shape;379;p10">
            <a:extLst>
              <a:ext uri="{FF2B5EF4-FFF2-40B4-BE49-F238E27FC236}">
                <a16:creationId xmlns:a16="http://schemas.microsoft.com/office/drawing/2014/main" id="{E87D1658-1260-DAB5-D741-CDC0721976C9}"/>
              </a:ext>
            </a:extLst>
          </p:cNvPr>
          <p:cNvSpPr/>
          <p:nvPr/>
        </p:nvSpPr>
        <p:spPr>
          <a:xfrm>
            <a:off x="301919" y="1336033"/>
            <a:ext cx="3350636" cy="5064765"/>
          </a:xfrm>
          <a:prstGeom prst="rect">
            <a:avLst/>
          </a:prstGeom>
          <a:noFill/>
          <a:ln w="12700" cap="flat" cmpd="sng">
            <a:solidFill>
              <a:srgbClr val="0D8B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 sz="1000">
              <a:latin typeface="Arial Nova" panose="020B0504020202020204" pitchFamily="34" charset="0"/>
              <a:sym typeface="Calibri"/>
            </a:endParaRP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25C31290-6EE9-86C8-8F43-2FF7A967CAB9}"/>
              </a:ext>
            </a:extLst>
          </p:cNvPr>
          <p:cNvSpPr/>
          <p:nvPr/>
        </p:nvSpPr>
        <p:spPr>
          <a:xfrm>
            <a:off x="909018" y="301654"/>
            <a:ext cx="9041977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s-MX" sz="2000" b="1" spc="-1">
                <a:latin typeface="Arial Nova" panose="020B0504020202020204" pitchFamily="34" charset="0"/>
              </a:rPr>
              <a:t>Arquitectura – </a:t>
            </a:r>
            <a:r>
              <a:rPr lang="es-ES" sz="2000" b="1" spc="-1">
                <a:latin typeface="Arial Nova" panose="020B0504020202020204" pitchFamily="34" charset="0"/>
              </a:rPr>
              <a:t>Consulta de Datos</a:t>
            </a:r>
            <a:endParaRPr lang="es-ES" sz="2000" b="1">
              <a:solidFill>
                <a:schemeClr val="dk1"/>
              </a:solidFill>
              <a:latin typeface="Arial Nova" panose="020B0504020202020204" pitchFamily="34" charset="0"/>
              <a:cs typeface="Calibri"/>
              <a:sym typeface="Calibri"/>
            </a:endParaRPr>
          </a:p>
        </p:txBody>
      </p:sp>
      <p:grpSp>
        <p:nvGrpSpPr>
          <p:cNvPr id="19" name="Grupo 22">
            <a:extLst>
              <a:ext uri="{FF2B5EF4-FFF2-40B4-BE49-F238E27FC236}">
                <a16:creationId xmlns:a16="http://schemas.microsoft.com/office/drawing/2014/main" id="{1ABB90FD-6387-CEC7-E0D1-717EF8D42AA0}"/>
              </a:ext>
            </a:extLst>
          </p:cNvPr>
          <p:cNvGrpSpPr/>
          <p:nvPr/>
        </p:nvGrpSpPr>
        <p:grpSpPr>
          <a:xfrm>
            <a:off x="240150" y="267248"/>
            <a:ext cx="705115" cy="641226"/>
            <a:chOff x="2818242" y="3696011"/>
            <a:chExt cx="705115" cy="64122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AF31217-531B-7709-96B1-DBC4C1671CC6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931559" y="3696011"/>
              <a:ext cx="505619" cy="466725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gamma/>
                    <a:tint val="24314"/>
                    <a:invGamma/>
                  </a:srgbClr>
                </a:gs>
                <a:gs pos="100000">
                  <a:srgbClr val="80808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1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21" name="Oval 36">
              <a:extLst>
                <a:ext uri="{FF2B5EF4-FFF2-40B4-BE49-F238E27FC236}">
                  <a16:creationId xmlns:a16="http://schemas.microsoft.com/office/drawing/2014/main" id="{33BA5A05-EA3F-0C24-2FCE-F5EF7A4C52EC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>
              <a:off x="2818242" y="4164200"/>
              <a:ext cx="705115" cy="173037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alpha val="50000"/>
                  </a:srgbClr>
                </a:gs>
                <a:gs pos="100000">
                  <a:srgbClr val="808080">
                    <a:gamma/>
                    <a:tint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chemeClr val="bg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000" b="0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endParaRPr>
            </a:p>
          </p:txBody>
        </p:sp>
      </p:grpSp>
      <p:sp>
        <p:nvSpPr>
          <p:cNvPr id="25" name="Google Shape;379;p10">
            <a:extLst>
              <a:ext uri="{FF2B5EF4-FFF2-40B4-BE49-F238E27FC236}">
                <a16:creationId xmlns:a16="http://schemas.microsoft.com/office/drawing/2014/main" id="{680A5C7F-570C-66BE-FF5D-0B6B9D007C21}"/>
              </a:ext>
            </a:extLst>
          </p:cNvPr>
          <p:cNvSpPr/>
          <p:nvPr/>
        </p:nvSpPr>
        <p:spPr>
          <a:xfrm>
            <a:off x="7328565" y="1336034"/>
            <a:ext cx="4748758" cy="5064766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81;p10">
            <a:extLst>
              <a:ext uri="{FF2B5EF4-FFF2-40B4-BE49-F238E27FC236}">
                <a16:creationId xmlns:a16="http://schemas.microsoft.com/office/drawing/2014/main" id="{C87B98C4-6F2C-3FCB-0D6C-49208C61FB02}"/>
              </a:ext>
            </a:extLst>
          </p:cNvPr>
          <p:cNvSpPr txBox="1"/>
          <p:nvPr/>
        </p:nvSpPr>
        <p:spPr>
          <a:xfrm>
            <a:off x="7339572" y="1336033"/>
            <a:ext cx="5285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S4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381;p10">
            <a:extLst>
              <a:ext uri="{FF2B5EF4-FFF2-40B4-BE49-F238E27FC236}">
                <a16:creationId xmlns:a16="http://schemas.microsoft.com/office/drawing/2014/main" id="{EB6F5DAB-DD12-D68F-FB59-91B1D5145353}"/>
              </a:ext>
            </a:extLst>
          </p:cNvPr>
          <p:cNvSpPr txBox="1"/>
          <p:nvPr/>
        </p:nvSpPr>
        <p:spPr>
          <a:xfrm>
            <a:off x="2437879" y="1279919"/>
            <a:ext cx="105218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MAVI POS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1123" name="Imagen 2">
            <a:extLst>
              <a:ext uri="{FF2B5EF4-FFF2-40B4-BE49-F238E27FC236}">
                <a16:creationId xmlns:a16="http://schemas.microsoft.com/office/drawing/2014/main" id="{7C0600AC-6047-0141-B20F-CDE57D03D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64" y="1343803"/>
            <a:ext cx="501088" cy="246888"/>
          </a:xfrm>
          <a:prstGeom prst="rect">
            <a:avLst/>
          </a:prstGeom>
        </p:spPr>
      </p:pic>
      <p:sp>
        <p:nvSpPr>
          <p:cNvPr id="1124" name="CuadroTexto 1123">
            <a:extLst>
              <a:ext uri="{FF2B5EF4-FFF2-40B4-BE49-F238E27FC236}">
                <a16:creationId xmlns:a16="http://schemas.microsoft.com/office/drawing/2014/main" id="{084C98B1-36F5-73D6-7074-5FDB66C81EF2}"/>
              </a:ext>
            </a:extLst>
          </p:cNvPr>
          <p:cNvSpPr txBox="1"/>
          <p:nvPr/>
        </p:nvSpPr>
        <p:spPr>
          <a:xfrm>
            <a:off x="327088" y="968212"/>
            <a:ext cx="3308720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129" name="CuadroTexto 1128">
            <a:extLst>
              <a:ext uri="{FF2B5EF4-FFF2-40B4-BE49-F238E27FC236}">
                <a16:creationId xmlns:a16="http://schemas.microsoft.com/office/drawing/2014/main" id="{B2A24056-C6C8-8723-2520-BFD4B984A511}"/>
              </a:ext>
            </a:extLst>
          </p:cNvPr>
          <p:cNvSpPr txBox="1"/>
          <p:nvPr/>
        </p:nvSpPr>
        <p:spPr>
          <a:xfrm>
            <a:off x="3804439" y="955865"/>
            <a:ext cx="1499954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BTP</a:t>
            </a:r>
          </a:p>
        </p:txBody>
      </p:sp>
      <p:sp>
        <p:nvSpPr>
          <p:cNvPr id="1130" name="Google Shape;381;p10">
            <a:extLst>
              <a:ext uri="{FF2B5EF4-FFF2-40B4-BE49-F238E27FC236}">
                <a16:creationId xmlns:a16="http://schemas.microsoft.com/office/drawing/2014/main" id="{ACCB9CED-E0B6-9842-2325-DB63E2916139}"/>
              </a:ext>
            </a:extLst>
          </p:cNvPr>
          <p:cNvSpPr txBox="1"/>
          <p:nvPr/>
        </p:nvSpPr>
        <p:spPr>
          <a:xfrm>
            <a:off x="5423611" y="971111"/>
            <a:ext cx="6653712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1100">
                <a:latin typeface="Arial Nova" panose="020B0504020202020204" pitchFamily="34" charset="0"/>
                <a:sym typeface="Calibri"/>
              </a:rPr>
              <a:t>SAP </a:t>
            </a:r>
            <a:r>
              <a:rPr lang="es-ES_tradnl" sz="1100" b="1"/>
              <a:t>S4 HANA</a:t>
            </a:r>
            <a:endParaRPr sz="1100">
              <a:latin typeface="Arial Nova" panose="020B0504020202020204" pitchFamily="34" charset="0"/>
              <a:sym typeface="Arial"/>
            </a:endParaRPr>
          </a:p>
        </p:txBody>
      </p:sp>
      <p:sp>
        <p:nvSpPr>
          <p:cNvPr id="35" name="Google Shape;425;p10">
            <a:extLst>
              <a:ext uri="{FF2B5EF4-FFF2-40B4-BE49-F238E27FC236}">
                <a16:creationId xmlns:a16="http://schemas.microsoft.com/office/drawing/2014/main" id="{051ABFF1-0166-D1F6-7685-98C60E5F51E5}"/>
              </a:ext>
            </a:extLst>
          </p:cNvPr>
          <p:cNvSpPr/>
          <p:nvPr/>
        </p:nvSpPr>
        <p:spPr>
          <a:xfrm>
            <a:off x="1640667" y="2143228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información BP 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93" name="Google Shape;388;p10">
            <a:extLst>
              <a:ext uri="{FF2B5EF4-FFF2-40B4-BE49-F238E27FC236}">
                <a16:creationId xmlns:a16="http://schemas.microsoft.com/office/drawing/2014/main" id="{8B7FCBC3-5FCC-9BE2-47AD-64BB329B43D5}"/>
              </a:ext>
            </a:extLst>
          </p:cNvPr>
          <p:cNvSpPr/>
          <p:nvPr/>
        </p:nvSpPr>
        <p:spPr>
          <a:xfrm>
            <a:off x="7552163" y="2143228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Exposición de información BP a POS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101" name="Google Shape;430;p10">
            <a:extLst>
              <a:ext uri="{FF2B5EF4-FFF2-40B4-BE49-F238E27FC236}">
                <a16:creationId xmlns:a16="http://schemas.microsoft.com/office/drawing/2014/main" id="{A26B615F-EB94-0CC4-9D62-AAA5A22170B1}"/>
              </a:ext>
            </a:extLst>
          </p:cNvPr>
          <p:cNvCxnSpPr>
            <a:cxnSpLocks/>
            <a:stCxn id="35" idx="3"/>
            <a:endCxn id="107" idx="1"/>
          </p:cNvCxnSpPr>
          <p:nvPr/>
        </p:nvCxnSpPr>
        <p:spPr>
          <a:xfrm>
            <a:off x="3081610" y="2393755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" name="Google Shape;389;p10">
            <a:extLst>
              <a:ext uri="{FF2B5EF4-FFF2-40B4-BE49-F238E27FC236}">
                <a16:creationId xmlns:a16="http://schemas.microsoft.com/office/drawing/2014/main" id="{50DE3BBD-2531-A4B4-800D-139A5595A9B8}"/>
              </a:ext>
            </a:extLst>
          </p:cNvPr>
          <p:cNvSpPr/>
          <p:nvPr/>
        </p:nvSpPr>
        <p:spPr>
          <a:xfrm>
            <a:off x="4051019" y="2143228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900" b="0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 panose="020F0502020204030204" pitchFamily="34" charset="0"/>
                <a:sym typeface="Calibri"/>
              </a:rPr>
              <a:t>Exposición de BP a POS</a:t>
            </a:r>
            <a:endParaRPr lang="es-MX" sz="900" b="0" i="0" u="none" strike="noStrike" cap="none">
              <a:solidFill>
                <a:srgbClr val="000000"/>
              </a:solidFill>
              <a:latin typeface="Arial Nova" panose="020B050402020202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8" name="Rectángulo 106">
            <a:extLst>
              <a:ext uri="{FF2B5EF4-FFF2-40B4-BE49-F238E27FC236}">
                <a16:creationId xmlns:a16="http://schemas.microsoft.com/office/drawing/2014/main" id="{8C52245B-332D-5977-D9CE-0467FBFD2CD3}"/>
              </a:ext>
            </a:extLst>
          </p:cNvPr>
          <p:cNvSpPr/>
          <p:nvPr/>
        </p:nvSpPr>
        <p:spPr>
          <a:xfrm>
            <a:off x="4353612" y="2046901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BP05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17" name="Google Shape;425;p10">
            <a:extLst>
              <a:ext uri="{FF2B5EF4-FFF2-40B4-BE49-F238E27FC236}">
                <a16:creationId xmlns:a16="http://schemas.microsoft.com/office/drawing/2014/main" id="{B34E0F89-9217-118E-42B2-B93530DB9320}"/>
              </a:ext>
            </a:extLst>
          </p:cNvPr>
          <p:cNvSpPr/>
          <p:nvPr/>
        </p:nvSpPr>
        <p:spPr>
          <a:xfrm>
            <a:off x="1640667" y="2782816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Modificación de Cliente POS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24" name="Google Shape;388;p10">
            <a:extLst>
              <a:ext uri="{FF2B5EF4-FFF2-40B4-BE49-F238E27FC236}">
                <a16:creationId xmlns:a16="http://schemas.microsoft.com/office/drawing/2014/main" id="{F82471D6-0C0C-FADB-38A8-F345E7493AAE}"/>
              </a:ext>
            </a:extLst>
          </p:cNvPr>
          <p:cNvSpPr/>
          <p:nvPr/>
        </p:nvSpPr>
        <p:spPr>
          <a:xfrm>
            <a:off x="7552163" y="2782816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Modificación de Cliente POS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26" name="Google Shape;430;p10">
            <a:extLst>
              <a:ext uri="{FF2B5EF4-FFF2-40B4-BE49-F238E27FC236}">
                <a16:creationId xmlns:a16="http://schemas.microsoft.com/office/drawing/2014/main" id="{7FB754CC-7AD2-AB23-8AF5-42335D6123EB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>
            <a:off x="3081610" y="3033343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" name="Google Shape;389;p10">
            <a:extLst>
              <a:ext uri="{FF2B5EF4-FFF2-40B4-BE49-F238E27FC236}">
                <a16:creationId xmlns:a16="http://schemas.microsoft.com/office/drawing/2014/main" id="{AF3E47D5-B15B-B55D-726E-884C7BDF824B}"/>
              </a:ext>
            </a:extLst>
          </p:cNvPr>
          <p:cNvSpPr/>
          <p:nvPr/>
        </p:nvSpPr>
        <p:spPr>
          <a:xfrm>
            <a:off x="4051019" y="2782816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Modificación de Cliente POS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30" name="Rectángulo 106">
            <a:extLst>
              <a:ext uri="{FF2B5EF4-FFF2-40B4-BE49-F238E27FC236}">
                <a16:creationId xmlns:a16="http://schemas.microsoft.com/office/drawing/2014/main" id="{0EAFCC17-BA49-02A0-BBD8-F3803B61F56A}"/>
              </a:ext>
            </a:extLst>
          </p:cNvPr>
          <p:cNvSpPr/>
          <p:nvPr/>
        </p:nvSpPr>
        <p:spPr>
          <a:xfrm>
            <a:off x="4353612" y="2686489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BP02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32" name="Google Shape;425;p10">
            <a:extLst>
              <a:ext uri="{FF2B5EF4-FFF2-40B4-BE49-F238E27FC236}">
                <a16:creationId xmlns:a16="http://schemas.microsoft.com/office/drawing/2014/main" id="{995A84D1-F7FC-3FCB-ABFE-7C0AC244EF6C}"/>
              </a:ext>
            </a:extLst>
          </p:cNvPr>
          <p:cNvSpPr/>
          <p:nvPr/>
        </p:nvSpPr>
        <p:spPr>
          <a:xfrm>
            <a:off x="1652655" y="3450704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Bonificaciones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33" name="Google Shape;388;p10">
            <a:extLst>
              <a:ext uri="{FF2B5EF4-FFF2-40B4-BE49-F238E27FC236}">
                <a16:creationId xmlns:a16="http://schemas.microsoft.com/office/drawing/2014/main" id="{A227540F-ED7D-E528-9281-99B3B445B767}"/>
              </a:ext>
            </a:extLst>
          </p:cNvPr>
          <p:cNvSpPr/>
          <p:nvPr/>
        </p:nvSpPr>
        <p:spPr>
          <a:xfrm>
            <a:off x="7564151" y="3450704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Bonificaciones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34" name="Google Shape;430;p10">
            <a:extLst>
              <a:ext uri="{FF2B5EF4-FFF2-40B4-BE49-F238E27FC236}">
                <a16:creationId xmlns:a16="http://schemas.microsoft.com/office/drawing/2014/main" id="{654C214D-4AD9-7432-7452-E02F0F3E0F1D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3093598" y="3701231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" name="Google Shape;389;p10">
            <a:extLst>
              <a:ext uri="{FF2B5EF4-FFF2-40B4-BE49-F238E27FC236}">
                <a16:creationId xmlns:a16="http://schemas.microsoft.com/office/drawing/2014/main" id="{041000F5-B978-C156-BB69-76723FFE5D15}"/>
              </a:ext>
            </a:extLst>
          </p:cNvPr>
          <p:cNvSpPr/>
          <p:nvPr/>
        </p:nvSpPr>
        <p:spPr>
          <a:xfrm>
            <a:off x="4063007" y="3450704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Bonificaciones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38" name="Rectángulo 106">
            <a:extLst>
              <a:ext uri="{FF2B5EF4-FFF2-40B4-BE49-F238E27FC236}">
                <a16:creationId xmlns:a16="http://schemas.microsoft.com/office/drawing/2014/main" id="{280FFC14-910D-6809-CAFE-39F0757721AF}"/>
              </a:ext>
            </a:extLst>
          </p:cNvPr>
          <p:cNvSpPr/>
          <p:nvPr/>
        </p:nvSpPr>
        <p:spPr>
          <a:xfrm>
            <a:off x="4365600" y="3354377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SD33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40" name="Google Shape;425;p10">
            <a:extLst>
              <a:ext uri="{FF2B5EF4-FFF2-40B4-BE49-F238E27FC236}">
                <a16:creationId xmlns:a16="http://schemas.microsoft.com/office/drawing/2014/main" id="{107E90E1-C901-3E34-2D4C-1AA8352461AD}"/>
              </a:ext>
            </a:extLst>
          </p:cNvPr>
          <p:cNvSpPr/>
          <p:nvPr/>
        </p:nvSpPr>
        <p:spPr>
          <a:xfrm>
            <a:off x="1652655" y="4143142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Promociones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41" name="Google Shape;388;p10">
            <a:extLst>
              <a:ext uri="{FF2B5EF4-FFF2-40B4-BE49-F238E27FC236}">
                <a16:creationId xmlns:a16="http://schemas.microsoft.com/office/drawing/2014/main" id="{D56961EC-06F7-90F5-97A4-5AD111E3F860}"/>
              </a:ext>
            </a:extLst>
          </p:cNvPr>
          <p:cNvSpPr/>
          <p:nvPr/>
        </p:nvSpPr>
        <p:spPr>
          <a:xfrm>
            <a:off x="7564151" y="4143142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Promociones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43" name="Google Shape;430;p10">
            <a:extLst>
              <a:ext uri="{FF2B5EF4-FFF2-40B4-BE49-F238E27FC236}">
                <a16:creationId xmlns:a16="http://schemas.microsoft.com/office/drawing/2014/main" id="{747DFBDA-07CC-BF1B-6425-B2B3C0CBB978}"/>
              </a:ext>
            </a:extLst>
          </p:cNvPr>
          <p:cNvCxnSpPr>
            <a:cxnSpLocks/>
            <a:stCxn id="40" idx="3"/>
            <a:endCxn id="45" idx="1"/>
          </p:cNvCxnSpPr>
          <p:nvPr/>
        </p:nvCxnSpPr>
        <p:spPr>
          <a:xfrm>
            <a:off x="3093598" y="4393669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" name="Google Shape;389;p10">
            <a:extLst>
              <a:ext uri="{FF2B5EF4-FFF2-40B4-BE49-F238E27FC236}">
                <a16:creationId xmlns:a16="http://schemas.microsoft.com/office/drawing/2014/main" id="{16D2F858-2EB6-AF21-6CFD-275792A85FED}"/>
              </a:ext>
            </a:extLst>
          </p:cNvPr>
          <p:cNvSpPr/>
          <p:nvPr/>
        </p:nvSpPr>
        <p:spPr>
          <a:xfrm>
            <a:off x="4063007" y="4143142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Promociones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46" name="Rectángulo 106">
            <a:extLst>
              <a:ext uri="{FF2B5EF4-FFF2-40B4-BE49-F238E27FC236}">
                <a16:creationId xmlns:a16="http://schemas.microsoft.com/office/drawing/2014/main" id="{E703E10A-8280-B0F6-C1EE-FEBF8C400F2D}"/>
              </a:ext>
            </a:extLst>
          </p:cNvPr>
          <p:cNvSpPr/>
          <p:nvPr/>
        </p:nvSpPr>
        <p:spPr>
          <a:xfrm>
            <a:off x="4365600" y="404681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SD23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48" name="Google Shape;425;p10">
            <a:extLst>
              <a:ext uri="{FF2B5EF4-FFF2-40B4-BE49-F238E27FC236}">
                <a16:creationId xmlns:a16="http://schemas.microsoft.com/office/drawing/2014/main" id="{6C7AF582-09A8-9A9A-6AA3-C66617FE5FE5}"/>
              </a:ext>
            </a:extLst>
          </p:cNvPr>
          <p:cNvSpPr/>
          <p:nvPr/>
        </p:nvSpPr>
        <p:spPr>
          <a:xfrm>
            <a:off x="1652655" y="4788999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de Lista de Precios (Tabla ProperListaFinal)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49" name="Google Shape;388;p10">
            <a:extLst>
              <a:ext uri="{FF2B5EF4-FFF2-40B4-BE49-F238E27FC236}">
                <a16:creationId xmlns:a16="http://schemas.microsoft.com/office/drawing/2014/main" id="{32714743-02D6-C5FC-2F71-FC552B87D9C3}"/>
              </a:ext>
            </a:extLst>
          </p:cNvPr>
          <p:cNvSpPr/>
          <p:nvPr/>
        </p:nvSpPr>
        <p:spPr>
          <a:xfrm>
            <a:off x="7564151" y="4788999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Lista de Precios (Tabla ProperListaFinal)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50" name="Google Shape;430;p10">
            <a:extLst>
              <a:ext uri="{FF2B5EF4-FFF2-40B4-BE49-F238E27FC236}">
                <a16:creationId xmlns:a16="http://schemas.microsoft.com/office/drawing/2014/main" id="{BAA9C63D-7B23-DDE6-4E37-836BBB7E6B74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3093598" y="5039526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Google Shape;389;p10">
            <a:extLst>
              <a:ext uri="{FF2B5EF4-FFF2-40B4-BE49-F238E27FC236}">
                <a16:creationId xmlns:a16="http://schemas.microsoft.com/office/drawing/2014/main" id="{01671C20-7576-6CC6-A72D-8BACC2EE6C0F}"/>
              </a:ext>
            </a:extLst>
          </p:cNvPr>
          <p:cNvSpPr/>
          <p:nvPr/>
        </p:nvSpPr>
        <p:spPr>
          <a:xfrm>
            <a:off x="4063007" y="4788999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 Tabla ProperListaFinal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56" name="Rectángulo 106">
            <a:extLst>
              <a:ext uri="{FF2B5EF4-FFF2-40B4-BE49-F238E27FC236}">
                <a16:creationId xmlns:a16="http://schemas.microsoft.com/office/drawing/2014/main" id="{97EEFD3B-543C-4AA4-7DEA-F2E3711D324F}"/>
              </a:ext>
            </a:extLst>
          </p:cNvPr>
          <p:cNvSpPr/>
          <p:nvPr/>
        </p:nvSpPr>
        <p:spPr>
          <a:xfrm>
            <a:off x="4365600" y="4692672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SD29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63" name="Google Shape;425;p10">
            <a:extLst>
              <a:ext uri="{FF2B5EF4-FFF2-40B4-BE49-F238E27FC236}">
                <a16:creationId xmlns:a16="http://schemas.microsoft.com/office/drawing/2014/main" id="{62502A31-ECFA-D630-D2E6-A82B6825FC19}"/>
              </a:ext>
            </a:extLst>
          </p:cNvPr>
          <p:cNvSpPr/>
          <p:nvPr/>
        </p:nvSpPr>
        <p:spPr>
          <a:xfrm>
            <a:off x="1638329" y="5469622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de S4 a POS tabla estándar de condiciones de pago 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64" name="Google Shape;388;p10">
            <a:extLst>
              <a:ext uri="{FF2B5EF4-FFF2-40B4-BE49-F238E27FC236}">
                <a16:creationId xmlns:a16="http://schemas.microsoft.com/office/drawing/2014/main" id="{D48FFC92-B52B-42F3-8155-DB867636EB42}"/>
              </a:ext>
            </a:extLst>
          </p:cNvPr>
          <p:cNvSpPr/>
          <p:nvPr/>
        </p:nvSpPr>
        <p:spPr>
          <a:xfrm>
            <a:off x="7526878" y="5422122"/>
            <a:ext cx="2176066" cy="5991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de S4 a POS tabla estándar de condiciones de pago con sus datos complementarios existentes en tabla ZAgrupadoresCobro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67" name="Google Shape;430;p10">
            <a:extLst>
              <a:ext uri="{FF2B5EF4-FFF2-40B4-BE49-F238E27FC236}">
                <a16:creationId xmlns:a16="http://schemas.microsoft.com/office/drawing/2014/main" id="{4B1200E6-52DD-2807-E022-3C26FBBE33A7}"/>
              </a:ext>
            </a:extLst>
          </p:cNvPr>
          <p:cNvCxnSpPr>
            <a:cxnSpLocks/>
            <a:stCxn id="63" idx="3"/>
            <a:endCxn id="68" idx="1"/>
          </p:cNvCxnSpPr>
          <p:nvPr/>
        </p:nvCxnSpPr>
        <p:spPr>
          <a:xfrm>
            <a:off x="3079272" y="5720149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8" name="Google Shape;389;p10">
            <a:extLst>
              <a:ext uri="{FF2B5EF4-FFF2-40B4-BE49-F238E27FC236}">
                <a16:creationId xmlns:a16="http://schemas.microsoft.com/office/drawing/2014/main" id="{03DA7CAA-398F-DE4D-31FA-ADA9441C7F6F}"/>
              </a:ext>
            </a:extLst>
          </p:cNvPr>
          <p:cNvSpPr/>
          <p:nvPr/>
        </p:nvSpPr>
        <p:spPr>
          <a:xfrm>
            <a:off x="4048681" y="5469622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Tabla de Condiciones de Pago</a:t>
            </a:r>
            <a:endParaRPr lang="es-ES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69" name="Rectángulo 106">
            <a:extLst>
              <a:ext uri="{FF2B5EF4-FFF2-40B4-BE49-F238E27FC236}">
                <a16:creationId xmlns:a16="http://schemas.microsoft.com/office/drawing/2014/main" id="{C5B49C13-4B76-9FA0-87A8-C82DB6BA1975}"/>
              </a:ext>
            </a:extLst>
          </p:cNvPr>
          <p:cNvSpPr/>
          <p:nvPr/>
        </p:nvSpPr>
        <p:spPr>
          <a:xfrm>
            <a:off x="4351274" y="537329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SD40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6C0CDB7-62B8-ABF8-1E97-42152F3EB405}"/>
              </a:ext>
            </a:extLst>
          </p:cNvPr>
          <p:cNvCxnSpPr>
            <a:stCxn id="107" idx="3"/>
            <a:endCxn id="93" idx="1"/>
          </p:cNvCxnSpPr>
          <p:nvPr/>
        </p:nvCxnSpPr>
        <p:spPr>
          <a:xfrm>
            <a:off x="5192194" y="2394918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6374BCD-6526-43F6-0782-5A26DEDD7FA9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>
            <a:off x="5192194" y="3034506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3AF5147-D0FC-CCA4-DC43-79D287F7D3A8}"/>
              </a:ext>
            </a:extLst>
          </p:cNvPr>
          <p:cNvCxnSpPr>
            <a:stCxn id="36" idx="3"/>
            <a:endCxn id="33" idx="1"/>
          </p:cNvCxnSpPr>
          <p:nvPr/>
        </p:nvCxnSpPr>
        <p:spPr>
          <a:xfrm>
            <a:off x="5204182" y="3702394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EA9DEDC-0BBE-0566-E2FA-EAEECA31E56B}"/>
              </a:ext>
            </a:extLst>
          </p:cNvPr>
          <p:cNvCxnSpPr>
            <a:stCxn id="45" idx="3"/>
            <a:endCxn id="41" idx="1"/>
          </p:cNvCxnSpPr>
          <p:nvPr/>
        </p:nvCxnSpPr>
        <p:spPr>
          <a:xfrm>
            <a:off x="5204182" y="4394832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7B695E5-D7A1-5AC2-355C-7541DFD95703}"/>
              </a:ext>
            </a:extLst>
          </p:cNvPr>
          <p:cNvCxnSpPr>
            <a:stCxn id="55" idx="3"/>
            <a:endCxn id="49" idx="1"/>
          </p:cNvCxnSpPr>
          <p:nvPr/>
        </p:nvCxnSpPr>
        <p:spPr>
          <a:xfrm>
            <a:off x="5204182" y="5040689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9C0D426-A490-83B1-5E7F-3EE5FF4E41D8}"/>
              </a:ext>
            </a:extLst>
          </p:cNvPr>
          <p:cNvCxnSpPr>
            <a:cxnSpLocks/>
            <a:stCxn id="68" idx="3"/>
            <a:endCxn id="64" idx="1"/>
          </p:cNvCxnSpPr>
          <p:nvPr/>
        </p:nvCxnSpPr>
        <p:spPr>
          <a:xfrm>
            <a:off x="5189856" y="5721312"/>
            <a:ext cx="2337022" cy="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1C5DFC3-A8BF-AC9D-8AE0-72BA572F364E}"/>
              </a:ext>
            </a:extLst>
          </p:cNvPr>
          <p:cNvSpPr txBox="1"/>
          <p:nvPr/>
        </p:nvSpPr>
        <p:spPr>
          <a:xfrm>
            <a:off x="1534324" y="5939033"/>
            <a:ext cx="2244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>
                <a:solidFill>
                  <a:schemeClr val="dk1"/>
                </a:solidFill>
                <a:latin typeface="Arial Nova" panose="020B0504020202020204" pitchFamily="34" charset="0"/>
                <a:cs typeface="Calibri"/>
              </a:rPr>
              <a:t>* con sus datos complementarios existentes en tabla </a:t>
            </a:r>
            <a:r>
              <a:rPr lang="es-MX" sz="900" err="1">
                <a:solidFill>
                  <a:schemeClr val="dk1"/>
                </a:solidFill>
                <a:latin typeface="Arial Nova" panose="020B0504020202020204" pitchFamily="34" charset="0"/>
                <a:cs typeface="Calibri"/>
              </a:rPr>
              <a:t>ZAgrupadoresCobro</a:t>
            </a:r>
            <a:endParaRPr lang="es-MX" sz="9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200994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39EA581C-F08B-35E8-AE7C-6F9819B1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48EE1E-DDA8-BFFC-2D3B-A74A275A7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42" name="Google Shape;379;p10">
            <a:extLst>
              <a:ext uri="{FF2B5EF4-FFF2-40B4-BE49-F238E27FC236}">
                <a16:creationId xmlns:a16="http://schemas.microsoft.com/office/drawing/2014/main" id="{3189A2C0-D64D-B0D3-7160-1936641E2BD7}"/>
              </a:ext>
            </a:extLst>
          </p:cNvPr>
          <p:cNvSpPr/>
          <p:nvPr/>
        </p:nvSpPr>
        <p:spPr>
          <a:xfrm>
            <a:off x="5423611" y="1336034"/>
            <a:ext cx="1752846" cy="5064766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81;p10">
            <a:extLst>
              <a:ext uri="{FF2B5EF4-FFF2-40B4-BE49-F238E27FC236}">
                <a16:creationId xmlns:a16="http://schemas.microsoft.com/office/drawing/2014/main" id="{4CE9B37A-B646-EECF-AB36-9FB939CA8721}"/>
              </a:ext>
            </a:extLst>
          </p:cNvPr>
          <p:cNvSpPr txBox="1"/>
          <p:nvPr/>
        </p:nvSpPr>
        <p:spPr>
          <a:xfrm>
            <a:off x="5423692" y="1370770"/>
            <a:ext cx="73278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CAR*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" name="Google Shape;379;p10">
            <a:extLst>
              <a:ext uri="{FF2B5EF4-FFF2-40B4-BE49-F238E27FC236}">
                <a16:creationId xmlns:a16="http://schemas.microsoft.com/office/drawing/2014/main" id="{97959BAE-2FDB-A8BB-77CD-FC32E87A1450}"/>
              </a:ext>
            </a:extLst>
          </p:cNvPr>
          <p:cNvSpPr/>
          <p:nvPr/>
        </p:nvSpPr>
        <p:spPr>
          <a:xfrm>
            <a:off x="3787916" y="1343802"/>
            <a:ext cx="1501159" cy="5056997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000">
              <a:solidFill>
                <a:schemeClr val="lt1"/>
              </a:solidFill>
              <a:latin typeface="Arial Nova" panose="020B0504020202020204" pitchFamily="34" charset="0"/>
              <a:cs typeface="Calibri"/>
              <a:sym typeface="Calibri"/>
            </a:endParaRPr>
          </a:p>
        </p:txBody>
      </p:sp>
      <p:sp>
        <p:nvSpPr>
          <p:cNvPr id="7" name="Google Shape;381;p10">
            <a:extLst>
              <a:ext uri="{FF2B5EF4-FFF2-40B4-BE49-F238E27FC236}">
                <a16:creationId xmlns:a16="http://schemas.microsoft.com/office/drawing/2014/main" id="{8EACF774-D0A6-B589-2570-A8C040D986E2}"/>
              </a:ext>
            </a:extLst>
          </p:cNvPr>
          <p:cNvSpPr txBox="1"/>
          <p:nvPr/>
        </p:nvSpPr>
        <p:spPr>
          <a:xfrm>
            <a:off x="3811254" y="1364811"/>
            <a:ext cx="65493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CPI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5" name="Google Shape;425;p10">
            <a:extLst>
              <a:ext uri="{FF2B5EF4-FFF2-40B4-BE49-F238E27FC236}">
                <a16:creationId xmlns:a16="http://schemas.microsoft.com/office/drawing/2014/main" id="{1DB69083-70D2-2354-93E2-774DCB99E69D}"/>
              </a:ext>
            </a:extLst>
          </p:cNvPr>
          <p:cNvSpPr/>
          <p:nvPr/>
        </p:nvSpPr>
        <p:spPr>
          <a:xfrm>
            <a:off x="1568641" y="1904474"/>
            <a:ext cx="1440943" cy="5010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Consultar Catálogo de Canales de Distribución</a:t>
            </a:r>
            <a:endParaRPr lang="es-ES" sz="10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93" name="Google Shape;388;p10">
            <a:extLst>
              <a:ext uri="{FF2B5EF4-FFF2-40B4-BE49-F238E27FC236}">
                <a16:creationId xmlns:a16="http://schemas.microsoft.com/office/drawing/2014/main" id="{0EEAF5E2-5585-6058-8E12-97774FF48FE4}"/>
              </a:ext>
            </a:extLst>
          </p:cNvPr>
          <p:cNvSpPr/>
          <p:nvPr/>
        </p:nvSpPr>
        <p:spPr>
          <a:xfrm>
            <a:off x="7480137" y="1904474"/>
            <a:ext cx="1375669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Catálogo de Canales de Distribución</a:t>
            </a:r>
            <a:endParaRPr lang="es-ES" sz="10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cxnSp>
        <p:nvCxnSpPr>
          <p:cNvPr id="101" name="Google Shape;430;p10">
            <a:extLst>
              <a:ext uri="{FF2B5EF4-FFF2-40B4-BE49-F238E27FC236}">
                <a16:creationId xmlns:a16="http://schemas.microsoft.com/office/drawing/2014/main" id="{94ADE8F8-571B-A6C9-C3AC-F9DE41B568DC}"/>
              </a:ext>
            </a:extLst>
          </p:cNvPr>
          <p:cNvCxnSpPr>
            <a:cxnSpLocks/>
            <a:stCxn id="35" idx="3"/>
            <a:endCxn id="107" idx="1"/>
          </p:cNvCxnSpPr>
          <p:nvPr/>
        </p:nvCxnSpPr>
        <p:spPr>
          <a:xfrm>
            <a:off x="3009584" y="2155001"/>
            <a:ext cx="969409" cy="1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" name="Google Shape;389;p10">
            <a:extLst>
              <a:ext uri="{FF2B5EF4-FFF2-40B4-BE49-F238E27FC236}">
                <a16:creationId xmlns:a16="http://schemas.microsoft.com/office/drawing/2014/main" id="{A0C04EE2-4F39-7499-BE48-1F0470A0D72A}"/>
              </a:ext>
            </a:extLst>
          </p:cNvPr>
          <p:cNvSpPr/>
          <p:nvPr/>
        </p:nvSpPr>
        <p:spPr>
          <a:xfrm>
            <a:off x="3978993" y="1904474"/>
            <a:ext cx="1141175" cy="503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Exponer Catálogo de Canales</a:t>
            </a:r>
            <a:endParaRPr lang="es-ES" sz="1000">
              <a:solidFill>
                <a:schemeClr val="dk1"/>
              </a:solidFill>
              <a:latin typeface="Arial Nova" panose="020B0504020202020204" pitchFamily="34" charset="0"/>
              <a:cs typeface="Calibri"/>
            </a:endParaRPr>
          </a:p>
        </p:txBody>
      </p:sp>
      <p:sp>
        <p:nvSpPr>
          <p:cNvPr id="108" name="Rectángulo 106">
            <a:extLst>
              <a:ext uri="{FF2B5EF4-FFF2-40B4-BE49-F238E27FC236}">
                <a16:creationId xmlns:a16="http://schemas.microsoft.com/office/drawing/2014/main" id="{FF9D8CE0-CC9D-DE0C-E613-33D9B1B0635C}"/>
              </a:ext>
            </a:extLst>
          </p:cNvPr>
          <p:cNvSpPr/>
          <p:nvPr/>
        </p:nvSpPr>
        <p:spPr>
          <a:xfrm>
            <a:off x="4281586" y="1808147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00" b="1">
                <a:latin typeface="Arial Nova" panose="020B0504020202020204" pitchFamily="34" charset="0"/>
              </a:rPr>
              <a:t>SD39</a:t>
            </a:r>
            <a:endParaRPr lang="es-ES" sz="1000" b="1">
              <a:latin typeface="Arial Nova" panose="020B0504020202020204" pitchFamily="34" charset="0"/>
              <a:cs typeface="Arial"/>
            </a:endParaRPr>
          </a:p>
        </p:txBody>
      </p:sp>
      <p:sp>
        <p:nvSpPr>
          <p:cNvPr id="58" name="Google Shape;379;p10">
            <a:extLst>
              <a:ext uri="{FF2B5EF4-FFF2-40B4-BE49-F238E27FC236}">
                <a16:creationId xmlns:a16="http://schemas.microsoft.com/office/drawing/2014/main" id="{F3D3AA2C-CA40-84F6-C583-B54B29B5781E}"/>
              </a:ext>
            </a:extLst>
          </p:cNvPr>
          <p:cNvSpPr/>
          <p:nvPr/>
        </p:nvSpPr>
        <p:spPr>
          <a:xfrm>
            <a:off x="301919" y="1336033"/>
            <a:ext cx="3350636" cy="5064765"/>
          </a:xfrm>
          <a:prstGeom prst="rect">
            <a:avLst/>
          </a:prstGeom>
          <a:noFill/>
          <a:ln w="12700" cap="flat" cmpd="sng">
            <a:solidFill>
              <a:srgbClr val="0D8B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 sz="1000">
              <a:latin typeface="Arial Nova" panose="020B0504020202020204" pitchFamily="34" charset="0"/>
              <a:sym typeface="Calibri"/>
            </a:endParaRP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F4790B0-8AC7-C2C3-BCB6-8808B6B78A3D}"/>
              </a:ext>
            </a:extLst>
          </p:cNvPr>
          <p:cNvSpPr/>
          <p:nvPr/>
        </p:nvSpPr>
        <p:spPr>
          <a:xfrm>
            <a:off x="909018" y="301654"/>
            <a:ext cx="9041977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s-MX" sz="2000" b="1" spc="-1">
                <a:latin typeface="Arial Nova" panose="020B0504020202020204" pitchFamily="34" charset="0"/>
              </a:rPr>
              <a:t>Arquitectura – </a:t>
            </a:r>
            <a:r>
              <a:rPr lang="es-ES" sz="2000" b="1" spc="-1">
                <a:latin typeface="Arial Nova" panose="020B0504020202020204" pitchFamily="34" charset="0"/>
              </a:rPr>
              <a:t>Consulta de Datos</a:t>
            </a:r>
            <a:endParaRPr lang="es-ES" sz="2000" b="1">
              <a:solidFill>
                <a:schemeClr val="dk1"/>
              </a:solidFill>
              <a:latin typeface="Arial Nova" panose="020B0504020202020204" pitchFamily="34" charset="0"/>
              <a:cs typeface="Calibri"/>
              <a:sym typeface="Calibri"/>
            </a:endParaRPr>
          </a:p>
        </p:txBody>
      </p:sp>
      <p:grpSp>
        <p:nvGrpSpPr>
          <p:cNvPr id="19" name="Grupo 22">
            <a:extLst>
              <a:ext uri="{FF2B5EF4-FFF2-40B4-BE49-F238E27FC236}">
                <a16:creationId xmlns:a16="http://schemas.microsoft.com/office/drawing/2014/main" id="{9D51E1D8-F23F-DB1C-6FDF-3B5EC64FE48A}"/>
              </a:ext>
            </a:extLst>
          </p:cNvPr>
          <p:cNvGrpSpPr/>
          <p:nvPr/>
        </p:nvGrpSpPr>
        <p:grpSpPr>
          <a:xfrm>
            <a:off x="240150" y="273881"/>
            <a:ext cx="705115" cy="641226"/>
            <a:chOff x="2818242" y="3696011"/>
            <a:chExt cx="705115" cy="64122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F937F3-C776-1CEC-C9F7-50EA36AC9627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931559" y="3696011"/>
              <a:ext cx="505619" cy="466725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gamma/>
                    <a:tint val="24314"/>
                    <a:invGamma/>
                  </a:srgbClr>
                </a:gs>
                <a:gs pos="100000">
                  <a:srgbClr val="80808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1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21" name="Oval 36">
              <a:extLst>
                <a:ext uri="{FF2B5EF4-FFF2-40B4-BE49-F238E27FC236}">
                  <a16:creationId xmlns:a16="http://schemas.microsoft.com/office/drawing/2014/main" id="{0644DAD0-744F-FD2B-9F27-4063F22C7C88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>
              <a:off x="2818242" y="4164200"/>
              <a:ext cx="705115" cy="173037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alpha val="50000"/>
                  </a:srgbClr>
                </a:gs>
                <a:gs pos="100000">
                  <a:srgbClr val="808080">
                    <a:gamma/>
                    <a:tint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chemeClr val="bg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000" b="0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endParaRPr>
            </a:p>
          </p:txBody>
        </p:sp>
      </p:grpSp>
      <p:sp>
        <p:nvSpPr>
          <p:cNvPr id="25" name="Google Shape;379;p10">
            <a:extLst>
              <a:ext uri="{FF2B5EF4-FFF2-40B4-BE49-F238E27FC236}">
                <a16:creationId xmlns:a16="http://schemas.microsoft.com/office/drawing/2014/main" id="{09B27F56-0A97-F8FF-E136-274721D1878C}"/>
              </a:ext>
            </a:extLst>
          </p:cNvPr>
          <p:cNvSpPr/>
          <p:nvPr/>
        </p:nvSpPr>
        <p:spPr>
          <a:xfrm>
            <a:off x="7328565" y="1336034"/>
            <a:ext cx="4748758" cy="5064766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81;p10">
            <a:extLst>
              <a:ext uri="{FF2B5EF4-FFF2-40B4-BE49-F238E27FC236}">
                <a16:creationId xmlns:a16="http://schemas.microsoft.com/office/drawing/2014/main" id="{F742E83D-B2E1-DCCC-9D66-10F78661D350}"/>
              </a:ext>
            </a:extLst>
          </p:cNvPr>
          <p:cNvSpPr txBox="1"/>
          <p:nvPr/>
        </p:nvSpPr>
        <p:spPr>
          <a:xfrm>
            <a:off x="7341364" y="1342533"/>
            <a:ext cx="10152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 i="0" u="none" strike="noStrike" cap="none">
                <a:solidFill>
                  <a:schemeClr val="dk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rPr>
              <a:t>S/4HANA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381;p10">
            <a:extLst>
              <a:ext uri="{FF2B5EF4-FFF2-40B4-BE49-F238E27FC236}">
                <a16:creationId xmlns:a16="http://schemas.microsoft.com/office/drawing/2014/main" id="{366731EE-F7E4-EEC2-06F1-1CD3CD1D992F}"/>
              </a:ext>
            </a:extLst>
          </p:cNvPr>
          <p:cNvSpPr txBox="1"/>
          <p:nvPr/>
        </p:nvSpPr>
        <p:spPr>
          <a:xfrm>
            <a:off x="2456481" y="1364811"/>
            <a:ext cx="105218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200" b="1">
                <a:solidFill>
                  <a:schemeClr val="dk1"/>
                </a:solidFill>
                <a:latin typeface="Arial Nova" panose="020B0504020202020204" pitchFamily="34" charset="0"/>
                <a:cs typeface="Calibri"/>
                <a:sym typeface="Calibri"/>
              </a:rPr>
              <a:t>MAVI POS</a:t>
            </a:r>
            <a:endParaRPr sz="12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1123" name="Imagen 2">
            <a:extLst>
              <a:ext uri="{FF2B5EF4-FFF2-40B4-BE49-F238E27FC236}">
                <a16:creationId xmlns:a16="http://schemas.microsoft.com/office/drawing/2014/main" id="{F30E99D8-CF25-E973-841D-02DB378F03B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2164" y="1343803"/>
            <a:ext cx="501088" cy="246888"/>
          </a:xfrm>
          <a:prstGeom prst="rect">
            <a:avLst/>
          </a:prstGeom>
        </p:spPr>
      </p:pic>
      <p:sp>
        <p:nvSpPr>
          <p:cNvPr id="1124" name="CuadroTexto 1123">
            <a:extLst>
              <a:ext uri="{FF2B5EF4-FFF2-40B4-BE49-F238E27FC236}">
                <a16:creationId xmlns:a16="http://schemas.microsoft.com/office/drawing/2014/main" id="{30B20F8C-869E-3FAB-DB6E-CACFB18F5E65}"/>
              </a:ext>
            </a:extLst>
          </p:cNvPr>
          <p:cNvSpPr txBox="1"/>
          <p:nvPr/>
        </p:nvSpPr>
        <p:spPr>
          <a:xfrm>
            <a:off x="327088" y="968212"/>
            <a:ext cx="3308720" cy="2616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129" name="CuadroTexto 1128">
            <a:extLst>
              <a:ext uri="{FF2B5EF4-FFF2-40B4-BE49-F238E27FC236}">
                <a16:creationId xmlns:a16="http://schemas.microsoft.com/office/drawing/2014/main" id="{17E5B946-1872-4E84-1A2B-485F7FD2FE6F}"/>
              </a:ext>
            </a:extLst>
          </p:cNvPr>
          <p:cNvSpPr txBox="1"/>
          <p:nvPr/>
        </p:nvSpPr>
        <p:spPr>
          <a:xfrm>
            <a:off x="3804439" y="955865"/>
            <a:ext cx="1499954" cy="26161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BTP</a:t>
            </a:r>
          </a:p>
        </p:txBody>
      </p:sp>
      <p:sp>
        <p:nvSpPr>
          <p:cNvPr id="1130" name="Google Shape;381;p10">
            <a:extLst>
              <a:ext uri="{FF2B5EF4-FFF2-40B4-BE49-F238E27FC236}">
                <a16:creationId xmlns:a16="http://schemas.microsoft.com/office/drawing/2014/main" id="{DBCF8B34-BD7F-237D-4E26-95294F41B749}"/>
              </a:ext>
            </a:extLst>
          </p:cNvPr>
          <p:cNvSpPr txBox="1"/>
          <p:nvPr/>
        </p:nvSpPr>
        <p:spPr>
          <a:xfrm>
            <a:off x="5423611" y="971111"/>
            <a:ext cx="6653712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1100">
                <a:latin typeface="Arial Nova" panose="020B0504020202020204" pitchFamily="34" charset="0"/>
                <a:sym typeface="Calibri"/>
              </a:rPr>
              <a:t>SAP</a:t>
            </a:r>
            <a:endParaRPr sz="1100">
              <a:latin typeface="Arial Nova" panose="020B0504020202020204" pitchFamily="34" charset="0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91A6EF7A-248E-9A41-DB15-8876F08076D7}"/>
              </a:ext>
            </a:extLst>
          </p:cNvPr>
          <p:cNvCxnSpPr>
            <a:stCxn id="107" idx="3"/>
            <a:endCxn id="93" idx="1"/>
          </p:cNvCxnSpPr>
          <p:nvPr/>
        </p:nvCxnSpPr>
        <p:spPr>
          <a:xfrm>
            <a:off x="5120168" y="2156164"/>
            <a:ext cx="2359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979DD3CB-A02A-7DB7-C64C-CAD019332E6C}"/>
              </a:ext>
            </a:extLst>
          </p:cNvPr>
          <p:cNvGrpSpPr/>
          <p:nvPr/>
        </p:nvGrpSpPr>
        <p:grpSpPr>
          <a:xfrm>
            <a:off x="1568641" y="2745451"/>
            <a:ext cx="7287165" cy="631601"/>
            <a:chOff x="1568641" y="2745451"/>
            <a:chExt cx="7287165" cy="631601"/>
          </a:xfrm>
        </p:grpSpPr>
        <p:sp>
          <p:nvSpPr>
            <p:cNvPr id="17" name="Google Shape;425;p10">
              <a:extLst>
                <a:ext uri="{FF2B5EF4-FFF2-40B4-BE49-F238E27FC236}">
                  <a16:creationId xmlns:a16="http://schemas.microsoft.com/office/drawing/2014/main" id="{5BE45BD2-1186-72E4-3E7B-E7839C5B8CDC}"/>
                </a:ext>
              </a:extLst>
            </p:cNvPr>
            <p:cNvSpPr/>
            <p:nvPr/>
          </p:nvSpPr>
          <p:spPr>
            <a:xfrm>
              <a:off x="1568641" y="2873673"/>
              <a:ext cx="1440943" cy="50105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Consultar Catálogo de Organizaciones de Ventas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24" name="Google Shape;388;p10">
              <a:extLst>
                <a:ext uri="{FF2B5EF4-FFF2-40B4-BE49-F238E27FC236}">
                  <a16:creationId xmlns:a16="http://schemas.microsoft.com/office/drawing/2014/main" id="{B8551DB3-0F55-4CDB-0BD0-2812CBFA0D3B}"/>
                </a:ext>
              </a:extLst>
            </p:cNvPr>
            <p:cNvSpPr/>
            <p:nvPr/>
          </p:nvSpPr>
          <p:spPr>
            <a:xfrm>
              <a:off x="7480137" y="2873673"/>
              <a:ext cx="1375669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Exponer Catálogo de Organizaciones de Ventas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cxnSp>
          <p:nvCxnSpPr>
            <p:cNvPr id="26" name="Google Shape;430;p10">
              <a:extLst>
                <a:ext uri="{FF2B5EF4-FFF2-40B4-BE49-F238E27FC236}">
                  <a16:creationId xmlns:a16="http://schemas.microsoft.com/office/drawing/2014/main" id="{90E1AF52-82CB-90E4-BCF4-B07450738FCE}"/>
                </a:ext>
              </a:extLst>
            </p:cNvPr>
            <p:cNvCxnSpPr>
              <a:cxnSpLocks/>
              <a:stCxn id="17" idx="3"/>
              <a:endCxn id="29" idx="1"/>
            </p:cNvCxnSpPr>
            <p:nvPr/>
          </p:nvCxnSpPr>
          <p:spPr>
            <a:xfrm>
              <a:off x="3009584" y="3124200"/>
              <a:ext cx="969409" cy="116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3E6EC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" name="Google Shape;389;p10">
              <a:extLst>
                <a:ext uri="{FF2B5EF4-FFF2-40B4-BE49-F238E27FC236}">
                  <a16:creationId xmlns:a16="http://schemas.microsoft.com/office/drawing/2014/main" id="{9B668824-8DA2-338F-0858-479896A1DC3B}"/>
                </a:ext>
              </a:extLst>
            </p:cNvPr>
            <p:cNvSpPr/>
            <p:nvPr/>
          </p:nvSpPr>
          <p:spPr>
            <a:xfrm>
              <a:off x="3978993" y="2873673"/>
              <a:ext cx="1141175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Exponer Organizaciones de Ventas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30" name="Rectángulo 106">
              <a:extLst>
                <a:ext uri="{FF2B5EF4-FFF2-40B4-BE49-F238E27FC236}">
                  <a16:creationId xmlns:a16="http://schemas.microsoft.com/office/drawing/2014/main" id="{82F18225-4E99-3E09-A5C8-95DCE0616639}"/>
                </a:ext>
              </a:extLst>
            </p:cNvPr>
            <p:cNvSpPr/>
            <p:nvPr/>
          </p:nvSpPr>
          <p:spPr>
            <a:xfrm>
              <a:off x="4281586" y="2745451"/>
              <a:ext cx="535051" cy="15866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000" b="1">
                  <a:latin typeface="Arial Nova" panose="020B0504020202020204" pitchFamily="34" charset="0"/>
                </a:rPr>
                <a:t>SD38</a:t>
              </a:r>
              <a:endParaRPr lang="es-ES" sz="1000" b="1">
                <a:latin typeface="Arial Nova" panose="020B0504020202020204" pitchFamily="34" charset="0"/>
                <a:cs typeface="Arial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0A30FC1F-2CA9-B962-344C-0B091E8C3DEF}"/>
                </a:ext>
              </a:extLst>
            </p:cNvPr>
            <p:cNvCxnSpPr>
              <a:stCxn id="29" idx="3"/>
              <a:endCxn id="24" idx="1"/>
            </p:cNvCxnSpPr>
            <p:nvPr/>
          </p:nvCxnSpPr>
          <p:spPr>
            <a:xfrm>
              <a:off x="5120168" y="3125363"/>
              <a:ext cx="23599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C80154D2-8B4B-331B-C77F-C7DBEE0A7CDD}"/>
              </a:ext>
            </a:extLst>
          </p:cNvPr>
          <p:cNvGrpSpPr/>
          <p:nvPr/>
        </p:nvGrpSpPr>
        <p:grpSpPr>
          <a:xfrm>
            <a:off x="1568641" y="3511720"/>
            <a:ext cx="7287165" cy="631601"/>
            <a:chOff x="1568641" y="2745451"/>
            <a:chExt cx="7287165" cy="631601"/>
          </a:xfrm>
        </p:grpSpPr>
        <p:sp>
          <p:nvSpPr>
            <p:cNvPr id="9" name="Google Shape;425;p10">
              <a:extLst>
                <a:ext uri="{FF2B5EF4-FFF2-40B4-BE49-F238E27FC236}">
                  <a16:creationId xmlns:a16="http://schemas.microsoft.com/office/drawing/2014/main" id="{8A28761A-9A07-8085-7B79-66908A29754E}"/>
                </a:ext>
              </a:extLst>
            </p:cNvPr>
            <p:cNvSpPr/>
            <p:nvPr/>
          </p:nvSpPr>
          <p:spPr>
            <a:xfrm>
              <a:off x="1568641" y="2873673"/>
              <a:ext cx="1440943" cy="50105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Consultar campaña de monedero hacia S4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10" name="Google Shape;388;p10">
              <a:extLst>
                <a:ext uri="{FF2B5EF4-FFF2-40B4-BE49-F238E27FC236}">
                  <a16:creationId xmlns:a16="http://schemas.microsoft.com/office/drawing/2014/main" id="{A50AFEED-E558-D911-8C16-E0A33D2D91FE}"/>
                </a:ext>
              </a:extLst>
            </p:cNvPr>
            <p:cNvSpPr/>
            <p:nvPr/>
          </p:nvSpPr>
          <p:spPr>
            <a:xfrm>
              <a:off x="7480137" y="2873673"/>
              <a:ext cx="1375669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Exponer campaña de monedero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cxnSp>
          <p:nvCxnSpPr>
            <p:cNvPr id="11" name="Google Shape;430;p10">
              <a:extLst>
                <a:ext uri="{FF2B5EF4-FFF2-40B4-BE49-F238E27FC236}">
                  <a16:creationId xmlns:a16="http://schemas.microsoft.com/office/drawing/2014/main" id="{F442A1FE-DE29-C436-BDB3-A2EDCEA7048C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>
              <a:off x="3009584" y="3124200"/>
              <a:ext cx="969409" cy="116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3E6EC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2" name="Google Shape;389;p10">
              <a:extLst>
                <a:ext uri="{FF2B5EF4-FFF2-40B4-BE49-F238E27FC236}">
                  <a16:creationId xmlns:a16="http://schemas.microsoft.com/office/drawing/2014/main" id="{C405B20E-08A3-889A-F83A-7ED49F437FF5}"/>
                </a:ext>
              </a:extLst>
            </p:cNvPr>
            <p:cNvSpPr/>
            <p:nvPr/>
          </p:nvSpPr>
          <p:spPr>
            <a:xfrm>
              <a:off x="3978993" y="2873673"/>
              <a:ext cx="1141175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6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Ampliar módulo de contrato de condiciones de S4 o desarrollar pantalla de captura Z completamente</a:t>
              </a:r>
              <a:endParaRPr lang="es-ES" sz="6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13" name="Rectángulo 106">
              <a:extLst>
                <a:ext uri="{FF2B5EF4-FFF2-40B4-BE49-F238E27FC236}">
                  <a16:creationId xmlns:a16="http://schemas.microsoft.com/office/drawing/2014/main" id="{23E2A2CB-F583-D39B-68BE-86BAD19AB650}"/>
                </a:ext>
              </a:extLst>
            </p:cNvPr>
            <p:cNvSpPr/>
            <p:nvPr/>
          </p:nvSpPr>
          <p:spPr>
            <a:xfrm>
              <a:off x="4081561" y="2745451"/>
              <a:ext cx="909539" cy="15540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MX" sz="800" b="1" u="none" strike="noStrike">
                  <a:solidFill>
                    <a:schemeClr val="bg1"/>
                  </a:solidFill>
                  <a:effectLst/>
                  <a:latin typeface="Arial Nova" panose="020B0504020202020204" pitchFamily="34" charset="0"/>
                </a:rPr>
                <a:t>D-SD-MON-02</a:t>
              </a:r>
              <a:endParaRPr lang="es-ES" sz="800" b="1">
                <a:solidFill>
                  <a:schemeClr val="bg1"/>
                </a:solidFill>
                <a:latin typeface="Arial Nova" panose="020B0504020202020204" pitchFamily="34" charset="0"/>
                <a:cs typeface="Arial"/>
              </a:endParaRPr>
            </a:p>
          </p:txBody>
        </p: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72B74505-85C2-C36F-80C8-2F64078F3797}"/>
                </a:ext>
              </a:extLst>
            </p:cNvPr>
            <p:cNvCxnSpPr>
              <a:stCxn id="12" idx="3"/>
              <a:endCxn id="10" idx="1"/>
            </p:cNvCxnSpPr>
            <p:nvPr/>
          </p:nvCxnSpPr>
          <p:spPr>
            <a:xfrm>
              <a:off x="5120168" y="3125363"/>
              <a:ext cx="23599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CAE8051-19E3-7EAD-8985-FAC9E34FA9B3}"/>
              </a:ext>
            </a:extLst>
          </p:cNvPr>
          <p:cNvGrpSpPr/>
          <p:nvPr/>
        </p:nvGrpSpPr>
        <p:grpSpPr>
          <a:xfrm>
            <a:off x="1568641" y="4246121"/>
            <a:ext cx="7287165" cy="631601"/>
            <a:chOff x="1568641" y="2745451"/>
            <a:chExt cx="7287165" cy="631601"/>
          </a:xfrm>
        </p:grpSpPr>
        <p:sp>
          <p:nvSpPr>
            <p:cNvPr id="16" name="Google Shape;425;p10">
              <a:extLst>
                <a:ext uri="{FF2B5EF4-FFF2-40B4-BE49-F238E27FC236}">
                  <a16:creationId xmlns:a16="http://schemas.microsoft.com/office/drawing/2014/main" id="{3EDFE2BD-D80D-552C-B696-BE4990EF7557}"/>
                </a:ext>
              </a:extLst>
            </p:cNvPr>
            <p:cNvSpPr/>
            <p:nvPr/>
          </p:nvSpPr>
          <p:spPr>
            <a:xfrm>
              <a:off x="1568641" y="2873673"/>
              <a:ext cx="1440943" cy="50105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Consultar Datos maestros artículos no inventariables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22" name="Google Shape;388;p10">
              <a:extLst>
                <a:ext uri="{FF2B5EF4-FFF2-40B4-BE49-F238E27FC236}">
                  <a16:creationId xmlns:a16="http://schemas.microsoft.com/office/drawing/2014/main" id="{820E17CC-E299-16C9-EEF1-25DF5FFB9000}"/>
                </a:ext>
              </a:extLst>
            </p:cNvPr>
            <p:cNvSpPr/>
            <p:nvPr/>
          </p:nvSpPr>
          <p:spPr>
            <a:xfrm>
              <a:off x="7480137" y="2873673"/>
              <a:ext cx="1375669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Exponer Datos maestros artículos no Inventariables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cxnSp>
          <p:nvCxnSpPr>
            <p:cNvPr id="23" name="Google Shape;430;p10">
              <a:extLst>
                <a:ext uri="{FF2B5EF4-FFF2-40B4-BE49-F238E27FC236}">
                  <a16:creationId xmlns:a16="http://schemas.microsoft.com/office/drawing/2014/main" id="{56860E63-2A7E-118D-F889-E630154FDB93}"/>
                </a:ext>
              </a:extLst>
            </p:cNvPr>
            <p:cNvCxnSpPr>
              <a:cxnSpLocks/>
              <a:stCxn id="16" idx="3"/>
              <a:endCxn id="28" idx="1"/>
            </p:cNvCxnSpPr>
            <p:nvPr/>
          </p:nvCxnSpPr>
          <p:spPr>
            <a:xfrm>
              <a:off x="3009584" y="3124200"/>
              <a:ext cx="969409" cy="116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3E6EC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8" name="Google Shape;389;p10">
              <a:extLst>
                <a:ext uri="{FF2B5EF4-FFF2-40B4-BE49-F238E27FC236}">
                  <a16:creationId xmlns:a16="http://schemas.microsoft.com/office/drawing/2014/main" id="{38AA3120-3967-516C-3AFB-8B6BDF076BF7}"/>
                </a:ext>
              </a:extLst>
            </p:cNvPr>
            <p:cNvSpPr/>
            <p:nvPr/>
          </p:nvSpPr>
          <p:spPr>
            <a:xfrm>
              <a:off x="3978993" y="2873673"/>
              <a:ext cx="1141175" cy="50337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s-ES" sz="1000">
                  <a:solidFill>
                    <a:schemeClr val="dk1"/>
                  </a:solidFill>
                  <a:latin typeface="Arial Nova" panose="020B0504020202020204" pitchFamily="34" charset="0"/>
                  <a:cs typeface="Calibri"/>
                  <a:sym typeface="Calibri"/>
                </a:rPr>
                <a:t>Datos Maestros Artículos</a:t>
              </a:r>
              <a:endParaRPr lang="es-ES" sz="1000">
                <a:solidFill>
                  <a:schemeClr val="dk1"/>
                </a:solidFill>
                <a:latin typeface="Arial Nova" panose="020B0504020202020204" pitchFamily="34" charset="0"/>
                <a:cs typeface="Calibri"/>
              </a:endParaRPr>
            </a:p>
          </p:txBody>
        </p:sp>
        <p:sp>
          <p:nvSpPr>
            <p:cNvPr id="31" name="Rectángulo 106">
              <a:extLst>
                <a:ext uri="{FF2B5EF4-FFF2-40B4-BE49-F238E27FC236}">
                  <a16:creationId xmlns:a16="http://schemas.microsoft.com/office/drawing/2014/main" id="{8FDD063D-FD1C-70F3-0C6A-470B140ED26C}"/>
                </a:ext>
              </a:extLst>
            </p:cNvPr>
            <p:cNvSpPr/>
            <p:nvPr/>
          </p:nvSpPr>
          <p:spPr>
            <a:xfrm>
              <a:off x="4281586" y="2745451"/>
              <a:ext cx="535051" cy="15866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" sz="1000" b="1">
                  <a:latin typeface="Arial Nova" panose="020B0504020202020204" pitchFamily="34" charset="0"/>
                </a:rPr>
                <a:t>DM01</a:t>
              </a:r>
              <a:endParaRPr lang="es-ES" sz="1000" b="1">
                <a:latin typeface="Arial Nova" panose="020B0504020202020204" pitchFamily="34" charset="0"/>
                <a:cs typeface="Arial"/>
              </a:endParaRP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C98F7593-87F6-7AEF-F117-79F3824129C3}"/>
                </a:ext>
              </a:extLst>
            </p:cNvPr>
            <p:cNvCxnSpPr>
              <a:stCxn id="28" idx="3"/>
              <a:endCxn id="22" idx="1"/>
            </p:cNvCxnSpPr>
            <p:nvPr/>
          </p:nvCxnSpPr>
          <p:spPr>
            <a:xfrm>
              <a:off x="5120168" y="3125363"/>
              <a:ext cx="23599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42155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D050-C6E0-868D-76F9-DBEB57DC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B4F76A7D-5A4A-5A39-DADD-C8AE2CEACB1B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1C81944-8A48-48E0-1108-9F29B41B4AA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1A21329-6D12-B8BF-26B3-4F443CF3C14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04285B8-C933-E062-D635-244F457513CB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B867BE3-749B-8CB0-F68E-939A0ABF8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5175484B-5437-037B-D890-212F9A25A93D}"/>
              </a:ext>
            </a:extLst>
          </p:cNvPr>
          <p:cNvSpPr/>
          <p:nvPr/>
        </p:nvSpPr>
        <p:spPr>
          <a:xfrm>
            <a:off x="2005847" y="646775"/>
            <a:ext cx="5888473" cy="5907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Cobros Referenciados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Convenio RD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Adjudicaciones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Espejo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Notas Cargo/Crédito S4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Quebrantos (MAVICOB)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Condiciones de Pago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Fondeo de Caja</a:t>
            </a:r>
          </a:p>
          <a:p>
            <a:pPr marL="630238" indent="-630238">
              <a:lnSpc>
                <a:spcPct val="100000"/>
              </a:lnSpc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Anticipos/Enganches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Consulta de Datos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r>
              <a:rPr lang="es-MX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Réplica por SLT</a:t>
            </a:r>
          </a:p>
        </p:txBody>
      </p:sp>
    </p:spTree>
    <p:extLst>
      <p:ext uri="{BB962C8B-B14F-4D97-AF65-F5344CB8AC3E}">
        <p14:creationId xmlns:p14="http://schemas.microsoft.com/office/powerpoint/2010/main" val="1448083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E4AF-E0D9-7A45-4D5C-4436BAC2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C43E86CC-922E-0EBB-4E79-357B78E176F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2F7C15F-215F-1783-DABA-C1F5C0555A2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1E5ABE5-EA07-1311-4009-9CCC1F7B367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3E7F268-33AC-BAC2-E5D7-AFAD2BE3D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21FE14E-7B0F-3B4F-DC54-800CB8780243}"/>
              </a:ext>
            </a:extLst>
          </p:cNvPr>
          <p:cNvSpPr/>
          <p:nvPr/>
        </p:nvSpPr>
        <p:spPr>
          <a:xfrm>
            <a:off x="4595093" y="1615680"/>
            <a:ext cx="202516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CAR-SLT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3F5AD0-5A01-0939-50BC-116E757A2565}"/>
              </a:ext>
            </a:extLst>
          </p:cNvPr>
          <p:cNvSpPr/>
          <p:nvPr/>
        </p:nvSpPr>
        <p:spPr>
          <a:xfrm>
            <a:off x="6778983" y="1615680"/>
            <a:ext cx="435628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B3C7CE3-AB00-7313-E918-4D1F484A509D}"/>
              </a:ext>
            </a:extLst>
          </p:cNvPr>
          <p:cNvSpPr txBox="1"/>
          <p:nvPr/>
        </p:nvSpPr>
        <p:spPr>
          <a:xfrm>
            <a:off x="6778982" y="1260330"/>
            <a:ext cx="435628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C6BEF44-A59E-E026-D076-08DB28C7ADD9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Réplica por SLT – Motivos de Pedido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E844F2-F24F-9B56-AE00-2C2F03E80C95}"/>
              </a:ext>
            </a:extLst>
          </p:cNvPr>
          <p:cNvSpPr/>
          <p:nvPr/>
        </p:nvSpPr>
        <p:spPr>
          <a:xfrm>
            <a:off x="2425700" y="1615680"/>
            <a:ext cx="201066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126F541-031D-FC0F-3A12-950CBF25A590}"/>
              </a:ext>
            </a:extLst>
          </p:cNvPr>
          <p:cNvSpPr txBox="1"/>
          <p:nvPr/>
        </p:nvSpPr>
        <p:spPr>
          <a:xfrm>
            <a:off x="2425700" y="1260330"/>
            <a:ext cx="419455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SAP S4 HANA </a:t>
            </a: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A7FD46EA-644E-9291-10F3-8DA2687A2439}"/>
              </a:ext>
            </a:extLst>
          </p:cNvPr>
          <p:cNvSpPr/>
          <p:nvPr/>
        </p:nvSpPr>
        <p:spPr>
          <a:xfrm>
            <a:off x="2595945" y="2547990"/>
            <a:ext cx="1407372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N-D-SLT05</a:t>
            </a:r>
          </a:p>
          <a:p>
            <a:pPr algn="ctr"/>
            <a:r>
              <a:rPr lang="es-ES_tradnl" sz="1000">
                <a:latin typeface="Arial Nova" panose="020B0504020202020204" pitchFamily="34" charset="0"/>
              </a:rPr>
              <a:t>(Tabla</a:t>
            </a:r>
          </a:p>
          <a:p>
            <a:pPr algn="ctr"/>
            <a:r>
              <a:rPr lang="es-ES_tradnl" sz="1000">
                <a:latin typeface="Arial Nova" panose="020B0504020202020204" pitchFamily="34" charset="0"/>
              </a:rPr>
              <a:t>TVAUT)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D4C736CA-F114-6A85-9671-B55BF76AEB64}"/>
              </a:ext>
            </a:extLst>
          </p:cNvPr>
          <p:cNvSpPr/>
          <p:nvPr/>
        </p:nvSpPr>
        <p:spPr>
          <a:xfrm>
            <a:off x="7521035" y="2517340"/>
            <a:ext cx="1633837" cy="541921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B7D420C-7BC4-845A-AB27-47E27A048655}"/>
              </a:ext>
            </a:extLst>
          </p:cNvPr>
          <p:cNvSpPr/>
          <p:nvPr/>
        </p:nvSpPr>
        <p:spPr>
          <a:xfrm>
            <a:off x="4699591" y="2582411"/>
            <a:ext cx="1380740" cy="41178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Replication </a:t>
            </a:r>
            <a:r>
              <a:rPr lang="es-ES_tradnl" sz="1000" err="1">
                <a:latin typeface="Arial Nova" panose="020B0504020202020204" pitchFamily="34" charset="0"/>
              </a:rPr>
              <a:t>tool</a:t>
            </a:r>
            <a:endParaRPr lang="es-ES_tradnl" sz="1000">
              <a:latin typeface="Arial Nova" panose="020B0504020202020204" pitchFamily="34" charset="0"/>
            </a:endParaRP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E723C586-8711-C10F-8650-D8C25C07D3C5}"/>
              </a:ext>
            </a:extLst>
          </p:cNvPr>
          <p:cNvCxnSpPr>
            <a:cxnSpLocks/>
            <a:stCxn id="25" idx="3"/>
            <a:endCxn id="22" idx="5"/>
          </p:cNvCxnSpPr>
          <p:nvPr/>
        </p:nvCxnSpPr>
        <p:spPr>
          <a:xfrm flipV="1">
            <a:off x="6080331" y="2788301"/>
            <a:ext cx="15084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27E35AC-D9D6-C812-15A1-C2A595E09EFE}"/>
              </a:ext>
            </a:extLst>
          </p:cNvPr>
          <p:cNvCxnSpPr>
            <a:cxnSpLocks/>
            <a:stCxn id="11" idx="2"/>
            <a:endCxn id="25" idx="1"/>
          </p:cNvCxnSpPr>
          <p:nvPr/>
        </p:nvCxnSpPr>
        <p:spPr>
          <a:xfrm flipV="1">
            <a:off x="3941893" y="2788302"/>
            <a:ext cx="757698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479005F-E37F-F5BC-447E-8BFC60558AEE}"/>
              </a:ext>
            </a:extLst>
          </p:cNvPr>
          <p:cNvSpPr txBox="1"/>
          <p:nvPr/>
        </p:nvSpPr>
        <p:spPr>
          <a:xfrm>
            <a:off x="356248" y="1870807"/>
            <a:ext cx="19107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s-ES_tradnl" sz="1000">
                <a:latin typeface="Arial Nova" panose="020B0504020202020204" pitchFamily="34" charset="0"/>
              </a:rPr>
              <a:t>Se utilizará para la creación de documentos que se manden a crear desde BAS, POS a S4H: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Notas de Débito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Notas de Crédito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Aumentos de Monedero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Disminuciones de Monedero</a:t>
            </a:r>
          </a:p>
          <a:p>
            <a:endParaRPr lang="es-ES_tradnl" sz="1000">
              <a:latin typeface="Arial Nova" panose="020B0504020202020204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s-ES_tradnl" sz="1000">
                <a:latin typeface="Arial Nova" panose="020B0504020202020204" pitchFamily="34" charset="0"/>
              </a:rPr>
              <a:t>Se requiere que en el catálogo se identifiquen cuales son los motivos de pedido exentos para el cálculo de moratorios</a:t>
            </a:r>
          </a:p>
        </p:txBody>
      </p:sp>
    </p:spTree>
    <p:extLst>
      <p:ext uri="{BB962C8B-B14F-4D97-AF65-F5344CB8AC3E}">
        <p14:creationId xmlns:p14="http://schemas.microsoft.com/office/powerpoint/2010/main" val="2373159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8B63-0E4F-6A74-10AA-15CCCE70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7EAA537-B80C-B09D-E0E6-D6C7B0D540C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EB20A21-E0B0-7265-D7B9-AFB6E129463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56618C8-A791-9ACE-AD9F-F96E9E6F8F09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D9CCB20-A344-73FF-AFD1-E0A58561A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08B8823-9BF3-1216-97B9-4D95FF29BC57}"/>
              </a:ext>
            </a:extLst>
          </p:cNvPr>
          <p:cNvSpPr/>
          <p:nvPr/>
        </p:nvSpPr>
        <p:spPr>
          <a:xfrm>
            <a:off x="4595093" y="1615680"/>
            <a:ext cx="202516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CAR-SLT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32A3EA-6C06-978C-FAC5-33A9650F291A}"/>
              </a:ext>
            </a:extLst>
          </p:cNvPr>
          <p:cNvSpPr/>
          <p:nvPr/>
        </p:nvSpPr>
        <p:spPr>
          <a:xfrm>
            <a:off x="6778983" y="1615680"/>
            <a:ext cx="435628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1BEF8E0-1C7C-0E98-95BE-4695CFC37C86}"/>
              </a:ext>
            </a:extLst>
          </p:cNvPr>
          <p:cNvSpPr txBox="1"/>
          <p:nvPr/>
        </p:nvSpPr>
        <p:spPr>
          <a:xfrm>
            <a:off x="6778982" y="1260330"/>
            <a:ext cx="435628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25C0F74-2D73-8028-8E45-D3E80D6DF7FC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Réplica por SLT – Motivos de Rechazo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02E75D-F5AD-D9FC-B53E-4313F6E26E9E}"/>
              </a:ext>
            </a:extLst>
          </p:cNvPr>
          <p:cNvSpPr/>
          <p:nvPr/>
        </p:nvSpPr>
        <p:spPr>
          <a:xfrm>
            <a:off x="2425700" y="1615680"/>
            <a:ext cx="201066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FF9E0A5-5815-1315-57CF-671E654355F7}"/>
              </a:ext>
            </a:extLst>
          </p:cNvPr>
          <p:cNvSpPr txBox="1"/>
          <p:nvPr/>
        </p:nvSpPr>
        <p:spPr>
          <a:xfrm>
            <a:off x="2425700" y="1260330"/>
            <a:ext cx="419455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SAP S4 HANA </a:t>
            </a: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9638DB6A-7BD7-B3F6-D069-862079393BF2}"/>
              </a:ext>
            </a:extLst>
          </p:cNvPr>
          <p:cNvSpPr/>
          <p:nvPr/>
        </p:nvSpPr>
        <p:spPr>
          <a:xfrm>
            <a:off x="2595945" y="2547990"/>
            <a:ext cx="1407372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N-D-SLT06</a:t>
            </a:r>
          </a:p>
          <a:p>
            <a:pPr algn="ctr"/>
            <a:r>
              <a:rPr lang="es-ES_tradnl" sz="1000">
                <a:latin typeface="Arial Nova" panose="020B0504020202020204" pitchFamily="34" charset="0"/>
              </a:rPr>
              <a:t>(Tabla</a:t>
            </a:r>
          </a:p>
          <a:p>
            <a:pPr algn="ctr"/>
            <a:r>
              <a:rPr lang="es-ES_tradnl" sz="1000">
                <a:latin typeface="Arial Nova" panose="020B0504020202020204" pitchFamily="34" charset="0"/>
              </a:rPr>
              <a:t>TVAGT)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2FD82DC0-C4F2-2DA3-FD6F-896EEC0CFC76}"/>
              </a:ext>
            </a:extLst>
          </p:cNvPr>
          <p:cNvSpPr/>
          <p:nvPr/>
        </p:nvSpPr>
        <p:spPr>
          <a:xfrm>
            <a:off x="7521035" y="2517340"/>
            <a:ext cx="1633837" cy="541921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rechazo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904C8EA-1451-52F0-41E9-39D3AB578131}"/>
              </a:ext>
            </a:extLst>
          </p:cNvPr>
          <p:cNvSpPr/>
          <p:nvPr/>
        </p:nvSpPr>
        <p:spPr>
          <a:xfrm>
            <a:off x="4699591" y="2582411"/>
            <a:ext cx="1380740" cy="41178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Replication </a:t>
            </a:r>
            <a:r>
              <a:rPr lang="es-ES_tradnl" sz="1000" err="1">
                <a:latin typeface="Arial Nova" panose="020B0504020202020204" pitchFamily="34" charset="0"/>
              </a:rPr>
              <a:t>tool</a:t>
            </a:r>
            <a:endParaRPr lang="es-ES_tradnl" sz="1000">
              <a:latin typeface="Arial Nova" panose="020B0504020202020204" pitchFamily="34" charset="0"/>
            </a:endParaRP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97D7E04E-FEAE-809F-E2EB-6CBA2A6303C9}"/>
              </a:ext>
            </a:extLst>
          </p:cNvPr>
          <p:cNvCxnSpPr>
            <a:cxnSpLocks/>
            <a:stCxn id="25" idx="3"/>
            <a:endCxn id="22" idx="5"/>
          </p:cNvCxnSpPr>
          <p:nvPr/>
        </p:nvCxnSpPr>
        <p:spPr>
          <a:xfrm flipV="1">
            <a:off x="6080331" y="2788301"/>
            <a:ext cx="15084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C363883-83E9-4846-BF34-692C99062A33}"/>
              </a:ext>
            </a:extLst>
          </p:cNvPr>
          <p:cNvCxnSpPr>
            <a:cxnSpLocks/>
            <a:stCxn id="11" idx="2"/>
            <a:endCxn id="25" idx="1"/>
          </p:cNvCxnSpPr>
          <p:nvPr/>
        </p:nvCxnSpPr>
        <p:spPr>
          <a:xfrm flipV="1">
            <a:off x="3941893" y="2788302"/>
            <a:ext cx="757698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37EC414-A70C-E370-4C68-72637F360A25}"/>
              </a:ext>
            </a:extLst>
          </p:cNvPr>
          <p:cNvSpPr txBox="1"/>
          <p:nvPr/>
        </p:nvSpPr>
        <p:spPr>
          <a:xfrm>
            <a:off x="356248" y="1870807"/>
            <a:ext cx="19107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s-ES_tradnl" sz="1000">
                <a:latin typeface="Arial Nova" panose="020B0504020202020204" pitchFamily="34" charset="0"/>
              </a:rPr>
              <a:t>Se utilizará para la creación de documentos que se manden a crear desde BAS, POS a S4H: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Consulta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Oferta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Pedidos</a:t>
            </a:r>
          </a:p>
          <a:p>
            <a:endParaRPr lang="es-ES_tradnl" sz="100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31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D8641-CA9C-8A2A-80D2-5391082F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16">
            <a:extLst>
              <a:ext uri="{FF2B5EF4-FFF2-40B4-BE49-F238E27FC236}">
                <a16:creationId xmlns:a16="http://schemas.microsoft.com/office/drawing/2014/main" id="{939B919C-8584-AF9E-FC82-0365EFF9DD0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849E7AB-EFAC-A387-54EA-DEF5F84A3BA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56436E1-9E38-5161-9CF5-E359FCCE988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9A97CB5-A627-F01F-BC2D-F737D5E88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8C5E8A-40FE-4D4E-99FE-3766EC07DA96}"/>
              </a:ext>
            </a:extLst>
          </p:cNvPr>
          <p:cNvSpPr/>
          <p:nvPr/>
        </p:nvSpPr>
        <p:spPr>
          <a:xfrm>
            <a:off x="2422567" y="1615680"/>
            <a:ext cx="419769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 - SLT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F63799-CCB5-6240-D299-5B535AF8162E}"/>
              </a:ext>
            </a:extLst>
          </p:cNvPr>
          <p:cNvSpPr/>
          <p:nvPr/>
        </p:nvSpPr>
        <p:spPr>
          <a:xfrm>
            <a:off x="6778983" y="1615680"/>
            <a:ext cx="435628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185F72E-A77D-C98A-1C98-47F810EFDC1C}"/>
              </a:ext>
            </a:extLst>
          </p:cNvPr>
          <p:cNvSpPr txBox="1"/>
          <p:nvPr/>
        </p:nvSpPr>
        <p:spPr>
          <a:xfrm>
            <a:off x="6778982" y="1260330"/>
            <a:ext cx="435628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992929CE-6BDB-35C7-041B-9E5500CC658B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- Réplica por SLT – Formas de Pago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C55C93B-90E5-BDF4-0CD8-87FA29863B75}"/>
              </a:ext>
            </a:extLst>
          </p:cNvPr>
          <p:cNvSpPr txBox="1"/>
          <p:nvPr/>
        </p:nvSpPr>
        <p:spPr>
          <a:xfrm>
            <a:off x="2425700" y="1260330"/>
            <a:ext cx="419455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SAP S4 HANA 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C07155C8-1583-D856-2770-6F8A773465D4}"/>
              </a:ext>
            </a:extLst>
          </p:cNvPr>
          <p:cNvSpPr/>
          <p:nvPr/>
        </p:nvSpPr>
        <p:spPr>
          <a:xfrm>
            <a:off x="7521035" y="3400236"/>
            <a:ext cx="1633837" cy="541921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Formas de pago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646C2DD-3FAD-3345-E712-B3AEC0D34361}"/>
              </a:ext>
            </a:extLst>
          </p:cNvPr>
          <p:cNvSpPr/>
          <p:nvPr/>
        </p:nvSpPr>
        <p:spPr>
          <a:xfrm>
            <a:off x="3887190" y="3465307"/>
            <a:ext cx="1380740" cy="41178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Replication </a:t>
            </a:r>
            <a:r>
              <a:rPr lang="es-ES_tradnl" sz="1000" err="1">
                <a:latin typeface="Arial Nova" panose="020B0504020202020204" pitchFamily="34" charset="0"/>
              </a:rPr>
              <a:t>tool</a:t>
            </a:r>
            <a:endParaRPr lang="es-ES_tradnl" sz="1000">
              <a:latin typeface="Arial Nova" panose="020B0504020202020204" pitchFamily="34" charset="0"/>
            </a:endParaRP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BF8557AC-49C7-7386-87AC-8FD41E1CDD1E}"/>
              </a:ext>
            </a:extLst>
          </p:cNvPr>
          <p:cNvCxnSpPr>
            <a:cxnSpLocks/>
            <a:stCxn id="25" idx="3"/>
            <a:endCxn id="22" idx="5"/>
          </p:cNvCxnSpPr>
          <p:nvPr/>
        </p:nvCxnSpPr>
        <p:spPr>
          <a:xfrm flipV="1">
            <a:off x="5267930" y="3671197"/>
            <a:ext cx="232084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6C09D0C-215E-E4A2-8C54-1163425EC954}"/>
              </a:ext>
            </a:extLst>
          </p:cNvPr>
          <p:cNvSpPr txBox="1"/>
          <p:nvPr/>
        </p:nvSpPr>
        <p:spPr>
          <a:xfrm>
            <a:off x="356248" y="1870807"/>
            <a:ext cx="19107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s-ES_tradnl" sz="1000">
                <a:latin typeface="Arial Nova" panose="020B0504020202020204" pitchFamily="34" charset="0"/>
              </a:rPr>
              <a:t>Se utilizará para la creación de documentos que se manden a crear desde BAS, POS a S4H: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_tradnl" sz="1000">
                <a:latin typeface="Arial Nova" panose="020B0504020202020204" pitchFamily="34" charset="0"/>
              </a:rPr>
              <a:t>Cobros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9BE5FF-324C-F6A8-E231-CABC98145F0E}"/>
              </a:ext>
            </a:extLst>
          </p:cNvPr>
          <p:cNvSpPr txBox="1"/>
          <p:nvPr/>
        </p:nvSpPr>
        <p:spPr>
          <a:xfrm>
            <a:off x="445300" y="2952023"/>
            <a:ext cx="17821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>
                <a:latin typeface="Arial Nova" panose="020B0504020202020204" pitchFamily="34" charset="0"/>
              </a:rPr>
              <a:t>Nota. En la EF de la PV08 se encuentra documentada las tablas que se replicaron a hana cloud</a:t>
            </a:r>
          </a:p>
        </p:txBody>
      </p:sp>
      <p:sp>
        <p:nvSpPr>
          <p:cNvPr id="20" name="Paralelogramo 10">
            <a:extLst>
              <a:ext uri="{FF2B5EF4-FFF2-40B4-BE49-F238E27FC236}">
                <a16:creationId xmlns:a16="http://schemas.microsoft.com/office/drawing/2014/main" id="{547EFC79-D300-3B6A-54D1-ED84851E0A82}"/>
              </a:ext>
            </a:extLst>
          </p:cNvPr>
          <p:cNvSpPr/>
          <p:nvPr/>
        </p:nvSpPr>
        <p:spPr>
          <a:xfrm>
            <a:off x="4908279" y="2227357"/>
            <a:ext cx="1407372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/>
              <a:t>/POSDW/FITG</a:t>
            </a:r>
            <a:endParaRPr lang="es-ES_tradnl" sz="1000">
              <a:latin typeface="Arial Nova" panose="020B0504020202020204" pitchFamily="34" charset="0"/>
            </a:endParaRPr>
          </a:p>
        </p:txBody>
      </p:sp>
      <p:sp>
        <p:nvSpPr>
          <p:cNvPr id="24" name="Paralelogramo 10">
            <a:extLst>
              <a:ext uri="{FF2B5EF4-FFF2-40B4-BE49-F238E27FC236}">
                <a16:creationId xmlns:a16="http://schemas.microsoft.com/office/drawing/2014/main" id="{547EFC79-D300-3B6A-54D1-ED84851E0A82}"/>
              </a:ext>
            </a:extLst>
          </p:cNvPr>
          <p:cNvSpPr/>
          <p:nvPr/>
        </p:nvSpPr>
        <p:spPr>
          <a:xfrm>
            <a:off x="2877599" y="2215480"/>
            <a:ext cx="1407372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/>
              <a:t>/POSDW/FITG</a:t>
            </a:r>
            <a:endParaRPr lang="es-ES_tradnl" sz="1000">
              <a:latin typeface="Arial Nova" panose="020B0504020202020204" pitchFamily="34" charset="0"/>
            </a:endParaRPr>
          </a:p>
        </p:txBody>
      </p:sp>
      <p:sp>
        <p:nvSpPr>
          <p:cNvPr id="28" name="Paralelogramo 10">
            <a:extLst>
              <a:ext uri="{FF2B5EF4-FFF2-40B4-BE49-F238E27FC236}">
                <a16:creationId xmlns:a16="http://schemas.microsoft.com/office/drawing/2014/main" id="{547EFC79-D300-3B6A-54D1-ED84851E0A82}"/>
              </a:ext>
            </a:extLst>
          </p:cNvPr>
          <p:cNvSpPr/>
          <p:nvPr/>
        </p:nvSpPr>
        <p:spPr>
          <a:xfrm>
            <a:off x="4811297" y="4861700"/>
            <a:ext cx="1470749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/>
              <a:t>/POSDW/FITYT</a:t>
            </a:r>
            <a:endParaRPr lang="es-ES_tradnl" sz="1000">
              <a:latin typeface="Arial Nova" panose="020B0504020202020204" pitchFamily="34" charset="0"/>
            </a:endParaRPr>
          </a:p>
        </p:txBody>
      </p:sp>
      <p:sp>
        <p:nvSpPr>
          <p:cNvPr id="29" name="Paralelogramo 10">
            <a:extLst>
              <a:ext uri="{FF2B5EF4-FFF2-40B4-BE49-F238E27FC236}">
                <a16:creationId xmlns:a16="http://schemas.microsoft.com/office/drawing/2014/main" id="{547EFC79-D300-3B6A-54D1-ED84851E0A82}"/>
              </a:ext>
            </a:extLst>
          </p:cNvPr>
          <p:cNvSpPr/>
          <p:nvPr/>
        </p:nvSpPr>
        <p:spPr>
          <a:xfrm>
            <a:off x="2780618" y="4849823"/>
            <a:ext cx="1407372" cy="491393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/>
              <a:t>/POSDW/FITY</a:t>
            </a:r>
            <a:endParaRPr lang="es-ES_tradnl" sz="1000">
              <a:latin typeface="Arial Nova" panose="020B0504020202020204" pitchFamily="34" charset="0"/>
            </a:endParaRPr>
          </a:p>
        </p:txBody>
      </p:sp>
      <p:cxnSp>
        <p:nvCxnSpPr>
          <p:cNvPr id="31" name="30 Conector angular"/>
          <p:cNvCxnSpPr>
            <a:stCxn id="24" idx="4"/>
            <a:endCxn id="25" idx="0"/>
          </p:cNvCxnSpPr>
          <p:nvPr/>
        </p:nvCxnSpPr>
        <p:spPr>
          <a:xfrm rot="16200000" flipH="1">
            <a:off x="3700205" y="2587952"/>
            <a:ext cx="758434" cy="9962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angular"/>
          <p:cNvCxnSpPr>
            <a:stCxn id="20" idx="4"/>
            <a:endCxn id="25" idx="0"/>
          </p:cNvCxnSpPr>
          <p:nvPr/>
        </p:nvCxnSpPr>
        <p:spPr>
          <a:xfrm rot="5400000">
            <a:off x="4721485" y="2574826"/>
            <a:ext cx="746557" cy="10344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angular"/>
          <p:cNvCxnSpPr>
            <a:stCxn id="29" idx="1"/>
            <a:endCxn id="25" idx="2"/>
          </p:cNvCxnSpPr>
          <p:nvPr/>
        </p:nvCxnSpPr>
        <p:spPr>
          <a:xfrm rot="5400000" flipH="1" flipV="1">
            <a:off x="3575277" y="3847540"/>
            <a:ext cx="972735" cy="10318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angular"/>
          <p:cNvCxnSpPr>
            <a:stCxn id="28" idx="0"/>
            <a:endCxn id="25" idx="2"/>
          </p:cNvCxnSpPr>
          <p:nvPr/>
        </p:nvCxnSpPr>
        <p:spPr>
          <a:xfrm rot="16200000" flipV="1">
            <a:off x="4569810" y="3884838"/>
            <a:ext cx="984612" cy="9691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7348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5E61B-DB27-8CED-426C-CC5955B70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B97BE105-FF74-73B1-4E85-F492EC8C82B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C772F3C-1773-E62D-D2FE-90F876E92DC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4D952A7-1F24-52A9-A13C-CC8DB01CAF05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3B90318-0194-7904-BFF7-E0ADDB1AB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8" name="Rectángulo 15">
            <a:extLst>
              <a:ext uri="{FF2B5EF4-FFF2-40B4-BE49-F238E27FC236}">
                <a16:creationId xmlns:a16="http://schemas.microsoft.com/office/drawing/2014/main" id="{0C4F049E-1731-8221-7E68-ED800918FB54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Consideraciones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1B427C1-99C2-9931-42E6-8DBD73F3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474835"/>
              </p:ext>
            </p:extLst>
          </p:nvPr>
        </p:nvGraphicFramePr>
        <p:xfrm>
          <a:off x="821880" y="1075362"/>
          <a:ext cx="10860783" cy="5395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943">
                  <a:extLst>
                    <a:ext uri="{9D8B030D-6E8A-4147-A177-3AD203B41FA5}">
                      <a16:colId xmlns:a16="http://schemas.microsoft.com/office/drawing/2014/main" val="1460725909"/>
                    </a:ext>
                  </a:extLst>
                </a:gridCol>
                <a:gridCol w="1663009">
                  <a:extLst>
                    <a:ext uri="{9D8B030D-6E8A-4147-A177-3AD203B41FA5}">
                      <a16:colId xmlns:a16="http://schemas.microsoft.com/office/drawing/2014/main" val="3228652144"/>
                    </a:ext>
                  </a:extLst>
                </a:gridCol>
                <a:gridCol w="8698831">
                  <a:extLst>
                    <a:ext uri="{9D8B030D-6E8A-4147-A177-3AD203B41FA5}">
                      <a16:colId xmlns:a16="http://schemas.microsoft.com/office/drawing/2014/main" val="3201152755"/>
                    </a:ext>
                  </a:extLst>
                </a:gridCol>
              </a:tblGrid>
              <a:tr h="395346">
                <a:tc>
                  <a:txBody>
                    <a:bodyPr/>
                    <a:lstStyle/>
                    <a:p>
                      <a:pPr algn="ctr"/>
                      <a:r>
                        <a:rPr lang="es-ES_tradnl" sz="1200">
                          <a:latin typeface="Arial Nova" panose="020B0504020202020204" pitchFamily="34" charset="0"/>
                        </a:rPr>
                        <a:t>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>
                          <a:latin typeface="Arial Nova" panose="020B0504020202020204" pitchFamily="34" charset="0"/>
                        </a:rPr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>
                          <a:latin typeface="Arial Nova" panose="020B0504020202020204" pitchFamily="34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89925"/>
                  </a:ext>
                </a:extLst>
              </a:tr>
              <a:tr h="1574279">
                <a:tc>
                  <a:txBody>
                    <a:bodyPr/>
                    <a:lstStyle/>
                    <a:p>
                      <a:pPr algn="ctr"/>
                      <a:r>
                        <a:rPr lang="es-ES_tradnl" sz="1200"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>
                          <a:latin typeface="Arial Nova" panose="020B0504020202020204" pitchFamily="34" charset="0"/>
                        </a:rPr>
                        <a:t>Tabla ZSPLIT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En los diagramas de proceso, se encuentra mapeado de forma genérica la </a:t>
                      </a:r>
                      <a:r>
                        <a:rPr lang="es-ES_tradnl" sz="1200" b="1">
                          <a:latin typeface="Arial Nova" panose="020B0504020202020204" pitchFamily="34" charset="0"/>
                        </a:rPr>
                        <a:t>Tabla ZSPLIT </a:t>
                      </a:r>
                      <a:r>
                        <a:rPr lang="es-ES_tradnl" sz="1200" b="0">
                          <a:latin typeface="Arial Nova" panose="020B0504020202020204" pitchFamily="34" charset="0"/>
                        </a:rPr>
                        <a:t>sin embargo dependiendo del escenario de negocio se utilizará tabla Z de acuerdo con la siguiente definición: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>
                        <a:latin typeface="Arial Nova" panose="020B0504020202020204" pitchFamily="34" charset="0"/>
                      </a:endParaRPr>
                    </a:p>
                    <a:p>
                      <a:r>
                        <a:rPr lang="es-ES_tradnl" sz="1200">
                          <a:latin typeface="Arial Nova" panose="020B0504020202020204" pitchFamily="34" charset="0"/>
                        </a:rPr>
                        <a:t>a) Los escenarios de Credilanas utilizarán la tabla </a:t>
                      </a:r>
                      <a:r>
                        <a:rPr lang="es-ES_tradnl" sz="1200" b="1">
                          <a:latin typeface="Arial Nova" panose="020B0504020202020204" pitchFamily="34" charset="0"/>
                        </a:rPr>
                        <a:t>ZPR_SPLIT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b) Los escenarios de Mercaderías utilizarán la tabla </a:t>
                      </a:r>
                      <a:r>
                        <a:rPr lang="es-ES_tradnl" sz="1200" b="1">
                          <a:latin typeface="Arial Nova" panose="020B0504020202020204" pitchFamily="34" charset="0"/>
                        </a:rPr>
                        <a:t>ZME_SPLIT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c) Los escenarios de Seguros utilizarán la tabla </a:t>
                      </a:r>
                      <a:r>
                        <a:rPr lang="es-ES_tradnl" sz="1200" b="1"/>
                        <a:t>ZSE_SPLIT</a:t>
                      </a:r>
                      <a:endParaRPr lang="es-ES_tradnl" sz="1200">
                        <a:latin typeface="Arial Nova" panose="020B05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d) Los escenarios de Mavicob utilizarán la tabla </a:t>
                      </a:r>
                      <a:r>
                        <a:rPr lang="es-ES_tradnl" sz="1200" b="1">
                          <a:latin typeface="Arial Nova" panose="020B0504020202020204" pitchFamily="34" charset="0"/>
                        </a:rPr>
                        <a:t>ZMAVICOB_SPLIT </a:t>
                      </a:r>
                      <a:r>
                        <a:rPr lang="es-ES_tradnl" sz="1200" b="0">
                          <a:latin typeface="Arial Nova" panose="020B0504020202020204" pitchFamily="34" charset="0"/>
                        </a:rPr>
                        <a:t>(incluirá mercaderías, credilanas)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75273"/>
                  </a:ext>
                </a:extLst>
              </a:tr>
              <a:tr h="34263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>
                          <a:latin typeface="Arial Nova" panose="020B0504020202020204" pitchFamily="34" charset="0"/>
                        </a:rPr>
                        <a:t>Formato de impresión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200">
                          <a:latin typeface="Arial Nova" panose="020B0504020202020204" pitchFamily="34" charset="0"/>
                        </a:rPr>
                        <a:t>La API N-SD-CON-04 tendrá en su alcance exponer de S4H a POS la información para impresión de los siguientes documentos: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Anticipo 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Anticipo VIU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Cobro DIMA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Cobro 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Cobro VIU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Credilana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Enganche 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Enganche VIU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Factura Contado 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Factura Contado VIU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Factura DIMA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Factura Mayoreo Ciega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Prestamo Personal</a:t>
                      </a:r>
                    </a:p>
                    <a:p>
                      <a:pPr marL="1714500" lvl="3" indent="-342900">
                        <a:buFont typeface="+mj-lt"/>
                        <a:buAutoNum type="arabicPeriod"/>
                      </a:pPr>
                      <a:r>
                        <a:rPr lang="es-MX" sz="1200">
                          <a:effectLst/>
                          <a:latin typeface="Arial Nova" panose="020B0504020202020204" pitchFamily="34" charset="0"/>
                          <a:ea typeface="Times New Roman" panose="02020603050405020304" pitchFamily="18" charset="0"/>
                        </a:rPr>
                        <a:t>Seguro de Vida</a:t>
                      </a:r>
                      <a:endParaRPr lang="es-ES_tradnl" sz="1200"/>
                    </a:p>
                    <a:p>
                      <a:r>
                        <a:rPr lang="es-ES_tradnl" sz="1200">
                          <a:latin typeface="Arial Nova" panose="020B0504020202020204" pitchFamily="34" charset="0"/>
                        </a:rPr>
                        <a:t>Nota: Los datos de los formatos, se encuentra en la especificación funcional del desarrollo:</a:t>
                      </a:r>
                      <a:r>
                        <a:rPr lang="es-ES_tradnl" sz="1200" i="1">
                          <a:latin typeface="Arial Nova" panose="020B0504020202020204" pitchFamily="34" charset="0"/>
                        </a:rPr>
                        <a:t> D-SD-CON-04:Formatos de impresión que lean datos de CAR o S4H para imprimir los tickets en S4H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696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5149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2EB6-DD74-92D5-10BD-9DEC461C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923E2C3-0D37-D3C3-F9A2-40E45BED914B}"/>
              </a:ext>
            </a:extLst>
          </p:cNvPr>
          <p:cNvSpPr/>
          <p:nvPr/>
        </p:nvSpPr>
        <p:spPr>
          <a:xfrm>
            <a:off x="101018" y="2817009"/>
            <a:ext cx="12090982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MX" sz="6000" b="1" spc="-1">
                <a:latin typeface="Arial"/>
              </a:rPr>
              <a:t>Reversas</a:t>
            </a:r>
            <a:endParaRPr lang="es-MX" sz="60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8DF1F734-5B7F-E91A-A1C3-D9B96565498F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14338C9-6868-EB3C-809B-7CE0C716A6A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A1B36AE-F407-6433-B553-94530516202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3B16F56-3517-8A20-F597-0C29A8E4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818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D6EC-0486-85E3-EFDC-53241367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6C280B2-7DED-F5D8-ECA2-FAF76CEA5991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05387B6-9B5B-27A9-D472-0FC9B01A34A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FE8F2F8-F1C2-5718-DE3A-120D92571EA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22110F5-66D4-0912-7752-40955D92B7D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D9752F3-321C-AD7A-36C0-B55A6EDB6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1D21398D-8349-6818-78E0-3007A9309350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68644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1342-ACEA-3F7B-9D44-BA4EA6F6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1D43C23-EAE5-1F87-5268-3596F0ED695F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C5585C3-4F5F-156C-E5F3-DC11C3673CF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964C720-ACA7-5848-7E69-B41A6DEFEFEB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3A5033A5-390A-5DE1-28CA-2185E603720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DEF41A5-3AA7-699A-224D-4E3B537D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E0E878A-C9C4-3E88-57D9-FB8B1DFC316D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E525DE-FA07-82E8-DEDD-576B0F23A74B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88954F5-9125-25F7-3C2F-439B0C27814A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F1F64AB-E825-07A1-678F-0ABC68345DA3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4AB2A9-9D5A-1F20-225E-668F9445BAC3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0B622A4-DB81-AF81-9167-0F1D2801DA6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D1BBBE19-01DB-D28E-DFA1-5D1EA08A3371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</a:t>
            </a:r>
            <a:r>
              <a:rPr lang="es-MX" sz="2000" b="1" spc="-1">
                <a:latin typeface="Arial"/>
              </a:rPr>
              <a:t>Seguros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D47DF21-A876-D43F-CC11-AF44480F3DD0}"/>
              </a:ext>
            </a:extLst>
          </p:cNvPr>
          <p:cNvSpPr txBox="1"/>
          <p:nvPr/>
        </p:nvSpPr>
        <p:spPr>
          <a:xfrm>
            <a:off x="8374933" y="228484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CA230F3-0CF2-7F8B-28FD-9C9196934972}"/>
              </a:ext>
            </a:extLst>
          </p:cNvPr>
          <p:cNvSpPr/>
          <p:nvPr/>
        </p:nvSpPr>
        <p:spPr>
          <a:xfrm>
            <a:off x="10105777" y="223444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5A5DD539-70CE-9400-7043-BA61F750CDC0}"/>
              </a:ext>
            </a:extLst>
          </p:cNvPr>
          <p:cNvSpPr/>
          <p:nvPr/>
        </p:nvSpPr>
        <p:spPr>
          <a:xfrm>
            <a:off x="10139029" y="4186948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B754F11-90BD-A04F-5F2D-EE326E470757}"/>
              </a:ext>
            </a:extLst>
          </p:cNvPr>
          <p:cNvSpPr txBox="1"/>
          <p:nvPr/>
        </p:nvSpPr>
        <p:spPr>
          <a:xfrm>
            <a:off x="8374933" y="416568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N-TZ01-Seguros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3E28068D-E3CB-CDE3-D3B7-207F99A04072}"/>
              </a:ext>
            </a:extLst>
          </p:cNvPr>
          <p:cNvSpPr/>
          <p:nvPr/>
        </p:nvSpPr>
        <p:spPr>
          <a:xfrm>
            <a:off x="4741208" y="5108303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4CB772-8B6E-0F7C-7351-C0E7AFB6D5B9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ED716DB-89DB-8577-09D4-6A250342E02C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9D669D2-5517-1B71-2F3D-11E242DECF76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9E2F0697-DE1D-D163-40C7-509B4A6A7868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450447"/>
            <a:ext cx="2733270" cy="603250"/>
          </a:xfrm>
          <a:prstGeom prst="bentConnector3">
            <a:avLst>
              <a:gd name="adj1" fmla="val 8454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33184479-F573-719A-E764-DAEC752436EE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3053697"/>
            <a:ext cx="2733270" cy="1277585"/>
          </a:xfrm>
          <a:prstGeom prst="bentConnector3">
            <a:avLst>
              <a:gd name="adj1" fmla="val 8427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7810D8D-C4F2-7EA5-EEBB-A3C36E2AA802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454933" y="2450447"/>
            <a:ext cx="650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91A3C1F-48F1-0B8C-2F83-A32A683785D2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454933" y="4331282"/>
            <a:ext cx="721644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9486247-5679-29D6-A72F-6E61FD39C566}"/>
              </a:ext>
            </a:extLst>
          </p:cNvPr>
          <p:cNvSpPr txBox="1"/>
          <p:nvPr/>
        </p:nvSpPr>
        <p:spPr>
          <a:xfrm>
            <a:off x="8374933" y="556283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N-TZ-15</a:t>
            </a: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1E5ABA3B-6BB8-8BB8-B6AA-6B7B4AAB8B77}"/>
              </a:ext>
            </a:extLst>
          </p:cNvPr>
          <p:cNvSpPr/>
          <p:nvPr/>
        </p:nvSpPr>
        <p:spPr>
          <a:xfrm>
            <a:off x="9960127" y="5524440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ZFactores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F8529D3-663C-BA65-01EC-23E78E92C7B2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9454933" y="5728436"/>
            <a:ext cx="557741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BF08078A-CC45-4BE0-D6E0-8500577199CA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>
            <a:off x="5641663" y="3053697"/>
            <a:ext cx="2733270" cy="2674739"/>
          </a:xfrm>
          <a:prstGeom prst="bentConnector3">
            <a:avLst>
              <a:gd name="adj1" fmla="val 8417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7A25E10-EBE2-966A-55EA-C89A2552B3BD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CB1565-AC6E-EDD9-9EBA-17B8E12F37E9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07248C0-5B80-B463-9BFA-ED98DE1F1346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C33DCD6-2733-7DDB-9811-78DD1B18F672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76B025FC-BC08-F7F0-4A29-37E6F231A2C0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01432813-1CB9-FFA5-EB1C-1F455DFBD0AF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B77FCB7B-C3FE-7466-B201-8E25DF8889AD}"/>
              </a:ext>
            </a:extLst>
          </p:cNvPr>
          <p:cNvCxnSpPr>
            <a:cxnSpLocks/>
            <a:stCxn id="5" idx="2"/>
            <a:endCxn id="121" idx="0"/>
          </p:cNvCxnSpPr>
          <p:nvPr/>
        </p:nvCxnSpPr>
        <p:spPr>
          <a:xfrm>
            <a:off x="4921293" y="3269697"/>
            <a:ext cx="17915" cy="18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55220CCA-F2D0-5913-B2D7-975D60E2DEAB}"/>
              </a:ext>
            </a:extLst>
          </p:cNvPr>
          <p:cNvSpPr/>
          <p:nvPr/>
        </p:nvSpPr>
        <p:spPr>
          <a:xfrm>
            <a:off x="4200923" y="2837697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cxnSp>
        <p:nvCxnSpPr>
          <p:cNvPr id="31" name="Conector angular 9">
            <a:extLst>
              <a:ext uri="{FF2B5EF4-FFF2-40B4-BE49-F238E27FC236}">
                <a16:creationId xmlns:a16="http://schemas.microsoft.com/office/drawing/2014/main" id="{DD29D1E1-1C3F-F073-1801-98C132E96A9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02148" y="3050688"/>
            <a:ext cx="2598775" cy="30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5EBB016-2335-ECAF-D0FD-E120DA8E236C}"/>
              </a:ext>
            </a:extLst>
          </p:cNvPr>
          <p:cNvSpPr txBox="1"/>
          <p:nvPr/>
        </p:nvSpPr>
        <p:spPr>
          <a:xfrm>
            <a:off x="9836829" y="2666447"/>
            <a:ext cx="1980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1E161A82-BB81-FC23-F83F-4C4F3F94190F}"/>
              </a:ext>
            </a:extLst>
          </p:cNvPr>
          <p:cNvSpPr txBox="1"/>
          <p:nvPr/>
        </p:nvSpPr>
        <p:spPr>
          <a:xfrm>
            <a:off x="10519458" y="4001578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C74659A7-D46B-5474-3ED6-C8AE1B198DA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41663" y="3053697"/>
            <a:ext cx="2703833" cy="1883520"/>
          </a:xfrm>
          <a:prstGeom prst="bentConnector3">
            <a:avLst>
              <a:gd name="adj1" fmla="val 8491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B4A799F-B126-90CA-40CC-1525F5A77477}"/>
              </a:ext>
            </a:extLst>
          </p:cNvPr>
          <p:cNvSpPr txBox="1"/>
          <p:nvPr/>
        </p:nvSpPr>
        <p:spPr>
          <a:xfrm>
            <a:off x="8367195" y="484721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N-TZ-14</a:t>
            </a: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44887224-3D67-EC03-6D70-F22C9902CF8B}"/>
              </a:ext>
            </a:extLst>
          </p:cNvPr>
          <p:cNvSpPr/>
          <p:nvPr/>
        </p:nvSpPr>
        <p:spPr>
          <a:xfrm>
            <a:off x="10095617" y="4804575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ZTipoSeguros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5426BDA-ADC2-5813-15EC-3D14265B94B1}"/>
              </a:ext>
            </a:extLst>
          </p:cNvPr>
          <p:cNvCxnSpPr>
            <a:stCxn id="22" idx="3"/>
            <a:endCxn id="26" idx="5"/>
          </p:cNvCxnSpPr>
          <p:nvPr/>
        </p:nvCxnSpPr>
        <p:spPr>
          <a:xfrm>
            <a:off x="9447195" y="5012811"/>
            <a:ext cx="700969" cy="1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4750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E10C-5231-B22D-FA2B-3FFE5E2B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B8A89CBE-1D03-0A17-DF5D-54F85EADFB55}"/>
              </a:ext>
            </a:extLst>
          </p:cNvPr>
          <p:cNvSpPr/>
          <p:nvPr/>
        </p:nvSpPr>
        <p:spPr>
          <a:xfrm>
            <a:off x="476931" y="1787857"/>
            <a:ext cx="1815859" cy="4424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A729926-7DF0-B752-1467-B967B92D908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E7CEF14-F8BE-3731-9B91-03977505D6A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3038E23-4960-90C3-A9A6-01BEAEC3FDB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69E62D8-7397-76B6-15DC-33E7CC05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2753C71-586B-DE91-B892-43CD4782D115}"/>
              </a:ext>
            </a:extLst>
          </p:cNvPr>
          <p:cNvSpPr/>
          <p:nvPr/>
        </p:nvSpPr>
        <p:spPr>
          <a:xfrm>
            <a:off x="6745319" y="1464578"/>
            <a:ext cx="529372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8D0577-8518-DECA-A9B9-7823F621AEB1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AC6E3D-F970-C5E3-B442-8EB431CE6085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50FACE7-F921-5399-3DD2-2F010101E588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21C089F-35B8-591A-1A19-976003A2BAA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AD5AB412-2595-7563-EE9E-C03ABB9D4EAC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</a:t>
            </a:r>
            <a:r>
              <a:rPr lang="es-MX" sz="2000" b="1" spc="-1">
                <a:latin typeface="Arial"/>
              </a:rPr>
              <a:t>Seguros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C94F966-EE57-760C-2C0E-0DDE0D125F8B}"/>
              </a:ext>
            </a:extLst>
          </p:cNvPr>
          <p:cNvSpPr/>
          <p:nvPr/>
        </p:nvSpPr>
        <p:spPr>
          <a:xfrm>
            <a:off x="1127049" y="183732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FD105DB-4BC3-7F35-4810-270C7D81F8F5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4F3385D-9DF0-126B-1A81-5AF813986460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122EB77D-468E-8BE0-E2D9-E52CAF9DA193}"/>
              </a:ext>
            </a:extLst>
          </p:cNvPr>
          <p:cNvCxnSpPr>
            <a:cxnSpLocks/>
            <a:stCxn id="121" idx="4"/>
            <a:endCxn id="106" idx="0"/>
          </p:cNvCxnSpPr>
          <p:nvPr/>
        </p:nvCxnSpPr>
        <p:spPr>
          <a:xfrm flipH="1">
            <a:off x="1322244" y="2197320"/>
            <a:ext cx="2805" cy="314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DCF912A-53E6-CF9C-3608-674B3381B106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E3A43788-D3BB-C616-D8D4-F75AF959FC2A}"/>
              </a:ext>
            </a:extLst>
          </p:cNvPr>
          <p:cNvSpPr/>
          <p:nvPr/>
        </p:nvSpPr>
        <p:spPr>
          <a:xfrm>
            <a:off x="823223" y="2512046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2243D210-887A-E011-A160-F0E2453C0E1A}"/>
              </a:ext>
            </a:extLst>
          </p:cNvPr>
          <p:cNvSpPr txBox="1"/>
          <p:nvPr/>
        </p:nvSpPr>
        <p:spPr>
          <a:xfrm>
            <a:off x="5190199" y="256407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PV01_SCP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8F7A667-4352-5084-14EA-F62358D9E408}"/>
              </a:ext>
            </a:extLst>
          </p:cNvPr>
          <p:cNvSpPr txBox="1"/>
          <p:nvPr/>
        </p:nvSpPr>
        <p:spPr>
          <a:xfrm>
            <a:off x="7098294" y="256407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CO04_SCP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09B5674-B129-557B-B732-B9DC49CEA5B7}"/>
              </a:ext>
            </a:extLst>
          </p:cNvPr>
          <p:cNvSpPr/>
          <p:nvPr/>
        </p:nvSpPr>
        <p:spPr>
          <a:xfrm>
            <a:off x="8842127" y="251310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3ADocumento Contable(cta divergente vs caja) 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B8B4922-7DAF-86FF-A604-30295A59FFF6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2726079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2D28056B-C7AC-5871-8909-9A7A3EB16231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2726079"/>
            <a:ext cx="663833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mbo 49">
            <a:extLst>
              <a:ext uri="{FF2B5EF4-FFF2-40B4-BE49-F238E27FC236}">
                <a16:creationId xmlns:a16="http://schemas.microsoft.com/office/drawing/2014/main" id="{ABA689EE-5E1E-D1E0-0D81-F4F696AFE383}"/>
              </a:ext>
            </a:extLst>
          </p:cNvPr>
          <p:cNvSpPr/>
          <p:nvPr/>
        </p:nvSpPr>
        <p:spPr>
          <a:xfrm>
            <a:off x="2895200" y="2254304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79E37E-65B4-9EC6-7419-854C01BD7C86}"/>
              </a:ext>
            </a:extLst>
          </p:cNvPr>
          <p:cNvSpPr txBox="1"/>
          <p:nvPr/>
        </p:nvSpPr>
        <p:spPr>
          <a:xfrm>
            <a:off x="9858935" y="2589993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cxnSp>
        <p:nvCxnSpPr>
          <p:cNvPr id="92" name="Conector recto de flecha 123">
            <a:extLst>
              <a:ext uri="{FF2B5EF4-FFF2-40B4-BE49-F238E27FC236}">
                <a16:creationId xmlns:a16="http://schemas.microsoft.com/office/drawing/2014/main" id="{B9509760-6399-1185-2806-6560A239C07F}"/>
              </a:ext>
            </a:extLst>
          </p:cNvPr>
          <p:cNvCxnSpPr>
            <a:cxnSpLocks/>
            <a:stCxn id="106" idx="2"/>
            <a:endCxn id="8" idx="0"/>
          </p:cNvCxnSpPr>
          <p:nvPr/>
        </p:nvCxnSpPr>
        <p:spPr>
          <a:xfrm>
            <a:off x="1322244" y="2926046"/>
            <a:ext cx="3147" cy="597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1114108-C8F5-DFE5-EBD9-922B442B1799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>
            <a:off x="1821265" y="2719046"/>
            <a:ext cx="3368934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3DBE848-9EFD-7E26-F960-D6CB0563AD67}"/>
              </a:ext>
            </a:extLst>
          </p:cNvPr>
          <p:cNvSpPr/>
          <p:nvPr/>
        </p:nvSpPr>
        <p:spPr>
          <a:xfrm>
            <a:off x="785391" y="3523482"/>
            <a:ext cx="1080000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</a:t>
            </a:r>
            <a:r>
              <a:rPr lang="es-MX" sz="900">
                <a:solidFill>
                  <a:schemeClr val="tx1"/>
                </a:solidFill>
              </a:rPr>
              <a:t>Partida de comisiones del seguro</a:t>
            </a:r>
          </a:p>
        </p:txBody>
      </p:sp>
      <p:sp>
        <p:nvSpPr>
          <p:cNvPr id="9" name="CuadroTexto 56">
            <a:extLst>
              <a:ext uri="{FF2B5EF4-FFF2-40B4-BE49-F238E27FC236}">
                <a16:creationId xmlns:a16="http://schemas.microsoft.com/office/drawing/2014/main" id="{50EAA3AE-A986-471D-ABF5-B72418B637F5}"/>
              </a:ext>
            </a:extLst>
          </p:cNvPr>
          <p:cNvSpPr txBox="1"/>
          <p:nvPr/>
        </p:nvSpPr>
        <p:spPr>
          <a:xfrm>
            <a:off x="5190199" y="356407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PV01_SCC</a:t>
            </a:r>
          </a:p>
        </p:txBody>
      </p:sp>
      <p:sp>
        <p:nvSpPr>
          <p:cNvPr id="10" name="Diagrama de flujo: documento 84">
            <a:extLst>
              <a:ext uri="{FF2B5EF4-FFF2-40B4-BE49-F238E27FC236}">
                <a16:creationId xmlns:a16="http://schemas.microsoft.com/office/drawing/2014/main" id="{54F8D759-FD04-72F5-9611-8BC9D9B4E728}"/>
              </a:ext>
            </a:extLst>
          </p:cNvPr>
          <p:cNvSpPr/>
          <p:nvPr/>
        </p:nvSpPr>
        <p:spPr>
          <a:xfrm>
            <a:off x="8837221" y="3165781"/>
            <a:ext cx="1080000" cy="111507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3B-Documento Contable( cta orden vs ClubAsistencia, Ingresos, Iva, ChubSeguros)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9E1781-744A-5566-FC3F-8CA52192678A}"/>
              </a:ext>
            </a:extLst>
          </p:cNvPr>
          <p:cNvSpPr txBox="1"/>
          <p:nvPr/>
        </p:nvSpPr>
        <p:spPr>
          <a:xfrm>
            <a:off x="7098294" y="35545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</a:rPr>
              <a:t>CO04_SCC</a:t>
            </a: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8B993116-42F2-4C71-6AB7-12098D7E9AEE}"/>
              </a:ext>
            </a:extLst>
          </p:cNvPr>
          <p:cNvSpPr txBox="1"/>
          <p:nvPr/>
        </p:nvSpPr>
        <p:spPr>
          <a:xfrm>
            <a:off x="7098294" y="4591977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>
                <a:solidFill>
                  <a:schemeClr val="bg1"/>
                </a:solidFill>
              </a:rPr>
              <a:t>N-TZ01-Seguros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0CD1870D-31C9-39BF-CDD7-542DB6C0BB86}"/>
              </a:ext>
            </a:extLst>
          </p:cNvPr>
          <p:cNvSpPr/>
          <p:nvPr/>
        </p:nvSpPr>
        <p:spPr>
          <a:xfrm>
            <a:off x="10075583" y="4629397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ZSE_SPLITS</a:t>
            </a:r>
          </a:p>
        </p:txBody>
      </p:sp>
      <p:sp>
        <p:nvSpPr>
          <p:cNvPr id="14" name="CuadroTexto 118">
            <a:extLst>
              <a:ext uri="{FF2B5EF4-FFF2-40B4-BE49-F238E27FC236}">
                <a16:creationId xmlns:a16="http://schemas.microsoft.com/office/drawing/2014/main" id="{87C790DF-5664-857E-B79D-4BE76BE3E17A}"/>
              </a:ext>
            </a:extLst>
          </p:cNvPr>
          <p:cNvSpPr txBox="1"/>
          <p:nvPr/>
        </p:nvSpPr>
        <p:spPr>
          <a:xfrm>
            <a:off x="10417255" y="443613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6A553FD9-032D-8EA6-D7B0-1928FA42F8A2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3794595" y="1468277"/>
            <a:ext cx="834495" cy="5772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71D4A5D-A232-5DD0-99CA-6FD37AB2389F}"/>
              </a:ext>
            </a:extLst>
          </p:cNvPr>
          <p:cNvCxnSpPr>
            <a:cxnSpLocks/>
            <a:stCxn id="12" idx="3"/>
            <a:endCxn id="13" idx="5"/>
          </p:cNvCxnSpPr>
          <p:nvPr/>
        </p:nvCxnSpPr>
        <p:spPr>
          <a:xfrm>
            <a:off x="8178294" y="4771977"/>
            <a:ext cx="1934837" cy="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6D451301-F158-C135-0297-3DE3A635B33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865391" y="3726074"/>
            <a:ext cx="3324808" cy="44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F014DC8-3334-6DEA-1B34-3B70B6D0552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270199" y="3720125"/>
            <a:ext cx="828095" cy="5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D1CA5FF-E6ED-9AF0-D290-763729FCFC9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8178294" y="3720125"/>
            <a:ext cx="658927" cy="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8002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63D6-F4C3-0BBB-0310-0715D49F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BEB957C6-018E-5296-9A1A-A53D93DBC7DC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363AA605-3C04-9204-23C7-33921601E85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61CE77E-2547-3FA2-DBB1-5F9A59ECCAE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6E42370-B94E-82C2-478B-1DA662F49761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3C40C40-6E2F-A413-8D8A-909FD4897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4B72B915-C034-1129-2D1B-181F64D7990C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383633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4897-A87D-EE98-ED43-3F7F312A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F30DDD2-8F77-F396-FB2E-9371D94ED6C1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5776231-2A54-D5A7-1BD3-96E5BF73B6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04797EE-B308-944D-3DDE-50BEF7541E7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00A7423-B1FC-08CA-1ED9-CBD98B77D5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E573984-E105-938A-480E-6CE59E82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ADFA4C1-46EC-9B5E-323A-55BD887555F5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BB0385-9EA2-897C-3FB6-5245BD04E3BC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6E5EC-1238-D24D-DF5E-75510F2E3EC1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BB11F-371E-D4E6-B199-D4105B95B1EF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E7ACF2-D11C-419B-1E3A-B12092E72735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3EFB894-490C-26BA-748E-C0681E805503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A26D302-7D00-2EA2-E7B5-CFE39F347CB0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</a:t>
            </a:r>
            <a:r>
              <a:rPr lang="es-MX" sz="2000" b="1" spc="-1">
                <a:latin typeface="Arial"/>
              </a:rPr>
              <a:t>Mercaderías/ Débito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328598-D1C1-7FA1-A808-7052D4318BD7}"/>
              </a:ext>
            </a:extLst>
          </p:cNvPr>
          <p:cNvSpPr txBox="1"/>
          <p:nvPr/>
        </p:nvSpPr>
        <p:spPr>
          <a:xfrm>
            <a:off x="8345496" y="205067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5BFD65-4B3D-6E42-9684-9674961E76E8}"/>
              </a:ext>
            </a:extLst>
          </p:cNvPr>
          <p:cNvSpPr/>
          <p:nvPr/>
        </p:nvSpPr>
        <p:spPr>
          <a:xfrm>
            <a:off x="10105777" y="200027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15CC494-A4AC-C8E0-AC91-53B6529B8E6F}"/>
              </a:ext>
            </a:extLst>
          </p:cNvPr>
          <p:cNvSpPr/>
          <p:nvPr/>
        </p:nvSpPr>
        <p:spPr>
          <a:xfrm>
            <a:off x="10139029" y="3752054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B15FC3F-BCDB-A1E8-8411-7AD54A8B5246}"/>
              </a:ext>
            </a:extLst>
          </p:cNvPr>
          <p:cNvSpPr txBox="1"/>
          <p:nvPr/>
        </p:nvSpPr>
        <p:spPr>
          <a:xfrm>
            <a:off x="8345496" y="3730788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883E2DC-E6F6-891A-1BBD-FE4B63869626}"/>
              </a:ext>
            </a:extLst>
          </p:cNvPr>
          <p:cNvSpPr/>
          <p:nvPr/>
        </p:nvSpPr>
        <p:spPr>
          <a:xfrm>
            <a:off x="4741208" y="5108303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D9B5CD-7E58-2D0B-7423-2D2738F90345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E77C61-F116-A0A9-088C-EA9953DC8485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5E142C2-900C-B6C3-2A2D-6F348785D55B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854E2E4B-1FCB-1D49-6DC8-B3F8AB1FD3D7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216276"/>
            <a:ext cx="2703833" cy="837421"/>
          </a:xfrm>
          <a:prstGeom prst="bentConnector3">
            <a:avLst>
              <a:gd name="adj1" fmla="val 817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786A3B57-CDC2-814D-BDDB-20725F5B08AB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3053697"/>
            <a:ext cx="2703833" cy="842691"/>
          </a:xfrm>
          <a:prstGeom prst="bentConnector3">
            <a:avLst>
              <a:gd name="adj1" fmla="val 817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B458D3C-8060-CDC8-AB7E-03F8547880C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425496" y="2216276"/>
            <a:ext cx="680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4E1192E-351A-D1F1-5C0A-B1547E220F28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425496" y="3896388"/>
            <a:ext cx="751081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6C2768A-6A87-452C-529D-D726A9F8C08C}"/>
              </a:ext>
            </a:extLst>
          </p:cNvPr>
          <p:cNvSpPr txBox="1"/>
          <p:nvPr/>
        </p:nvSpPr>
        <p:spPr>
          <a:xfrm>
            <a:off x="8345496" y="4904918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D6CA24AC-2E42-433B-55A7-9EF30F908D7A}"/>
              </a:ext>
            </a:extLst>
          </p:cNvPr>
          <p:cNvSpPr/>
          <p:nvPr/>
        </p:nvSpPr>
        <p:spPr>
          <a:xfrm>
            <a:off x="9960127" y="4866522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015967D-6627-6C9D-26A0-0F7621E78FE0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9425496" y="5070518"/>
            <a:ext cx="587178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88C1382A-2AB4-B831-E972-4D5FF3F52AFA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>
            <a:off x="5641663" y="3053697"/>
            <a:ext cx="2703833" cy="2016821"/>
          </a:xfrm>
          <a:prstGeom prst="bentConnector3">
            <a:avLst>
              <a:gd name="adj1" fmla="val 817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3B5802-C5EE-DD94-6167-646DD8267EF6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4AD173-12AE-658E-DB9F-1B9345581AED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E8F51FB-04C9-5C20-64FF-BD9079228987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737140C-77B1-3A7B-DBF0-4292362FF514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CBCB5F27-DA9F-9C22-A2CE-C1CA2B8E43DC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9CD4B82B-60DF-6AE5-7E8D-B61E0048004D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95E73DEF-E686-2A58-D958-6A657C587BFA}"/>
              </a:ext>
            </a:extLst>
          </p:cNvPr>
          <p:cNvCxnSpPr>
            <a:cxnSpLocks/>
            <a:stCxn id="5" idx="2"/>
            <a:endCxn id="121" idx="0"/>
          </p:cNvCxnSpPr>
          <p:nvPr/>
        </p:nvCxnSpPr>
        <p:spPr>
          <a:xfrm>
            <a:off x="4921293" y="3269697"/>
            <a:ext cx="17915" cy="18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D2EC5AA-474D-C959-874A-E834D32B98D7}"/>
              </a:ext>
            </a:extLst>
          </p:cNvPr>
          <p:cNvSpPr/>
          <p:nvPr/>
        </p:nvSpPr>
        <p:spPr>
          <a:xfrm>
            <a:off x="4200923" y="2837697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cxnSp>
        <p:nvCxnSpPr>
          <p:cNvPr id="31" name="Conector angular 9">
            <a:extLst>
              <a:ext uri="{FF2B5EF4-FFF2-40B4-BE49-F238E27FC236}">
                <a16:creationId xmlns:a16="http://schemas.microsoft.com/office/drawing/2014/main" id="{BBD6050B-90B8-242D-557F-A8312B44587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02148" y="3050688"/>
            <a:ext cx="2598775" cy="30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256B82F-4B0E-4AF7-9930-23C8DF3156F8}"/>
              </a:ext>
            </a:extLst>
          </p:cNvPr>
          <p:cNvSpPr txBox="1"/>
          <p:nvPr/>
        </p:nvSpPr>
        <p:spPr>
          <a:xfrm>
            <a:off x="9836829" y="2432276"/>
            <a:ext cx="1980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985C777B-2743-55C6-8F2C-FA5AB3CC5770}"/>
              </a:ext>
            </a:extLst>
          </p:cNvPr>
          <p:cNvSpPr txBox="1"/>
          <p:nvPr/>
        </p:nvSpPr>
        <p:spPr>
          <a:xfrm>
            <a:off x="10519458" y="356668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20" name="Paralelogramo 19">
            <a:extLst>
              <a:ext uri="{FF2B5EF4-FFF2-40B4-BE49-F238E27FC236}">
                <a16:creationId xmlns:a16="http://schemas.microsoft.com/office/drawing/2014/main" id="{D75063B1-D14F-EEA0-0B74-230F13F131A2}"/>
              </a:ext>
            </a:extLst>
          </p:cNvPr>
          <p:cNvSpPr/>
          <p:nvPr/>
        </p:nvSpPr>
        <p:spPr>
          <a:xfrm>
            <a:off x="10045543" y="4355079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94D3278-5A2A-34A7-B657-49318764F8E7}"/>
              </a:ext>
            </a:extLst>
          </p:cNvPr>
          <p:cNvSpPr txBox="1"/>
          <p:nvPr/>
        </p:nvSpPr>
        <p:spPr>
          <a:xfrm>
            <a:off x="8345496" y="433672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BF903782-6C22-A101-F169-68575511AF0D}"/>
              </a:ext>
            </a:extLst>
          </p:cNvPr>
          <p:cNvCxnSpPr>
            <a:stCxn id="5" idx="3"/>
            <a:endCxn id="21" idx="1"/>
          </p:cNvCxnSpPr>
          <p:nvPr/>
        </p:nvCxnSpPr>
        <p:spPr>
          <a:xfrm>
            <a:off x="5641663" y="3053697"/>
            <a:ext cx="2703833" cy="1448624"/>
          </a:xfrm>
          <a:prstGeom prst="bentConnector3">
            <a:avLst>
              <a:gd name="adj1" fmla="val 817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24FADB4-F50E-9685-2799-F5324450A07B}"/>
              </a:ext>
            </a:extLst>
          </p:cNvPr>
          <p:cNvSpPr txBox="1"/>
          <p:nvPr/>
        </p:nvSpPr>
        <p:spPr>
          <a:xfrm>
            <a:off x="8345496" y="5538342"/>
            <a:ext cx="1080000" cy="355552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600" dirty="0">
                <a:latin typeface="Arial Nova" panose="020B0504020202020204" pitchFamily="34" charset="0"/>
              </a:rPr>
              <a:t>API DetalleCobroMoratorios</a:t>
            </a: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059FE21B-22D3-02EE-7712-127C5AF64DB0}"/>
              </a:ext>
            </a:extLst>
          </p:cNvPr>
          <p:cNvSpPr/>
          <p:nvPr/>
        </p:nvSpPr>
        <p:spPr>
          <a:xfrm>
            <a:off x="9832405" y="5557855"/>
            <a:ext cx="1831767" cy="324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 dirty="0">
                <a:latin typeface="Arial Nova" panose="020B0504020202020204" pitchFamily="34" charset="0"/>
              </a:rPr>
              <a:t>Tabla </a:t>
            </a:r>
            <a:r>
              <a:rPr lang="es-ES_tradnl" sz="800" b="1" dirty="0" err="1">
                <a:latin typeface="Arial Nova" panose="020B0504020202020204" pitchFamily="34" charset="0"/>
              </a:rPr>
              <a:t>Z_DetalleCobroMoratorios</a:t>
            </a:r>
            <a:endParaRPr lang="es-ES_tradnl" sz="800" b="1" dirty="0">
              <a:latin typeface="Arial Nova" panose="020B0504020202020204" pitchFamily="34" charset="0"/>
            </a:endParaRPr>
          </a:p>
        </p:txBody>
      </p:sp>
      <p:cxnSp>
        <p:nvCxnSpPr>
          <p:cNvPr id="30" name="Conector angular 29">
            <a:extLst>
              <a:ext uri="{FF2B5EF4-FFF2-40B4-BE49-F238E27FC236}">
                <a16:creationId xmlns:a16="http://schemas.microsoft.com/office/drawing/2014/main" id="{6E579107-6E36-A310-03F0-99B3FE59BB30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5641663" y="3053697"/>
            <a:ext cx="2703833" cy="2662421"/>
          </a:xfrm>
          <a:prstGeom prst="bentConnector3">
            <a:avLst>
              <a:gd name="adj1" fmla="val 817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9AA47A0-1CF0-34B2-1BD3-3F48A04FAFA8}"/>
              </a:ext>
            </a:extLst>
          </p:cNvPr>
          <p:cNvCxnSpPr>
            <a:cxnSpLocks/>
            <a:stCxn id="22" idx="3"/>
            <a:endCxn id="26" idx="5"/>
          </p:cNvCxnSpPr>
          <p:nvPr/>
        </p:nvCxnSpPr>
        <p:spPr>
          <a:xfrm>
            <a:off x="9425496" y="5716118"/>
            <a:ext cx="447409" cy="3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8896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64B6-1D96-ABC5-69A0-0F4DEFFC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5DEE693-919A-628F-2819-2055DFA5ED9C}"/>
              </a:ext>
            </a:extLst>
          </p:cNvPr>
          <p:cNvSpPr/>
          <p:nvPr/>
        </p:nvSpPr>
        <p:spPr>
          <a:xfrm>
            <a:off x="476931" y="1787857"/>
            <a:ext cx="1815859" cy="4424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5D101BD-2E43-D099-8B5F-3D1F604E62B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D5A404F-07ED-471D-3093-AF8044B2D8C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4831229-A4D3-4EBB-9A7C-C5786AD49BB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ACAACAB-8D57-5CD3-3704-291394B59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15B6812-DBAE-B29E-94C7-F0DE8C97B0B8}"/>
              </a:ext>
            </a:extLst>
          </p:cNvPr>
          <p:cNvSpPr/>
          <p:nvPr/>
        </p:nvSpPr>
        <p:spPr>
          <a:xfrm>
            <a:off x="6745319" y="1464578"/>
            <a:ext cx="529372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2253D89-2307-CCBA-B630-70E294015607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3DFF877-212F-576D-CF63-BD12AA0CA1D4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DE0D08-E7A3-A697-3EE6-F105A8ABE184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0BE8ADD-6058-022E-A16B-752701D07AE5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EDF26EF7-5A2B-6CBE-5C40-356960F0B00F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Mercaderías/ Débito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A49D57A9-191D-A52B-679D-7CE55FE8F89D}"/>
              </a:ext>
            </a:extLst>
          </p:cNvPr>
          <p:cNvSpPr/>
          <p:nvPr/>
        </p:nvSpPr>
        <p:spPr>
          <a:xfrm>
            <a:off x="821880" y="2793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Importes 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B44306D3-F4EE-ED8E-5660-EB9190B3DE61}"/>
              </a:ext>
            </a:extLst>
          </p:cNvPr>
          <p:cNvSpPr/>
          <p:nvPr/>
        </p:nvSpPr>
        <p:spPr>
          <a:xfrm>
            <a:off x="1127049" y="183732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B204EFA-7D7D-1201-7CA4-64CDDDAB024F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5F7542-4834-C616-93B7-A721E8CB9FE8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639BB9BF-7307-E552-47C0-BB1E2CF10E78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197320"/>
            <a:ext cx="4148" cy="595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2037DBF-058C-81AD-734A-F07BD6D64076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F916758-50F7-7CC8-E346-FC72FBF11657}"/>
              </a:ext>
            </a:extLst>
          </p:cNvPr>
          <p:cNvSpPr txBox="1"/>
          <p:nvPr/>
        </p:nvSpPr>
        <p:spPr>
          <a:xfrm>
            <a:off x="5190199" y="203913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PV02_MM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F2790FC6-FFDC-51CB-F8CB-1911E412DEB1}"/>
              </a:ext>
            </a:extLst>
          </p:cNvPr>
          <p:cNvSpPr/>
          <p:nvPr/>
        </p:nvSpPr>
        <p:spPr>
          <a:xfrm>
            <a:off x="9059840" y="3874454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3E69001-B014-5756-B17F-A06155378142}"/>
              </a:ext>
            </a:extLst>
          </p:cNvPr>
          <p:cNvSpPr txBox="1"/>
          <p:nvPr/>
        </p:nvSpPr>
        <p:spPr>
          <a:xfrm>
            <a:off x="7098294" y="203913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800">
                <a:latin typeface="Arial Nova" panose="020B0504020202020204" pitchFamily="34" charset="0"/>
              </a:rPr>
              <a:t>PV02_MM-NC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F1D3B975-BF0A-1887-C170-764C3B2B058D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 flipV="1">
            <a:off x="1819922" y="2878477"/>
            <a:ext cx="3370277" cy="121728"/>
          </a:xfrm>
          <a:prstGeom prst="bentConnector3">
            <a:avLst>
              <a:gd name="adj1" fmla="val 885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ECFA343F-08EF-AD0D-7F11-CB0C5E971BA7}"/>
              </a:ext>
            </a:extLst>
          </p:cNvPr>
          <p:cNvCxnSpPr>
            <a:cxnSpLocks/>
            <a:stCxn id="64" idx="3"/>
            <a:endCxn id="43" idx="1"/>
          </p:cNvCxnSpPr>
          <p:nvPr/>
        </p:nvCxnSpPr>
        <p:spPr>
          <a:xfrm flipV="1">
            <a:off x="1819922" y="2201138"/>
            <a:ext cx="3370277" cy="799067"/>
          </a:xfrm>
          <a:prstGeom prst="bentConnector3">
            <a:avLst>
              <a:gd name="adj1" fmla="val 885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0EE04E4B-9DAA-8F8B-164D-1632095CA831}"/>
              </a:ext>
            </a:extLst>
          </p:cNvPr>
          <p:cNvCxnSpPr>
            <a:cxnSpLocks/>
            <a:stCxn id="57" idx="3"/>
            <a:endCxn id="28" idx="1"/>
          </p:cNvCxnSpPr>
          <p:nvPr/>
        </p:nvCxnSpPr>
        <p:spPr>
          <a:xfrm flipV="1">
            <a:off x="8178294" y="2200836"/>
            <a:ext cx="663833" cy="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FFD761CD-7BDC-2422-3EE6-AEF7A5A35CD7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70199" y="220113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9E8F767-8ABD-688C-9574-E3F8CC7B8B3F}"/>
              </a:ext>
            </a:extLst>
          </p:cNvPr>
          <p:cNvSpPr txBox="1"/>
          <p:nvPr/>
        </p:nvSpPr>
        <p:spPr>
          <a:xfrm>
            <a:off x="7098294" y="391819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69E6AD5D-BF58-F20F-64CE-FE2760875E2B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3000205"/>
            <a:ext cx="5278372" cy="1079994"/>
          </a:xfrm>
          <a:prstGeom prst="bentConnector3">
            <a:avLst>
              <a:gd name="adj1" fmla="val 565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DCE9973B-C12D-DD3D-7BEC-62FA94F388FC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>
            <a:off x="8178294" y="4080199"/>
            <a:ext cx="934093" cy="44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21098552-CFDC-A3AA-915E-CBD65E458624}"/>
              </a:ext>
            </a:extLst>
          </p:cNvPr>
          <p:cNvSpPr/>
          <p:nvPr/>
        </p:nvSpPr>
        <p:spPr>
          <a:xfrm>
            <a:off x="823223" y="4413604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63E05DCF-D534-3862-6545-41905F73621D}"/>
              </a:ext>
            </a:extLst>
          </p:cNvPr>
          <p:cNvSpPr txBox="1"/>
          <p:nvPr/>
        </p:nvSpPr>
        <p:spPr>
          <a:xfrm>
            <a:off x="5190199" y="446563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PV01_MCP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F14C101-2AB1-8743-3128-801432B86214}"/>
              </a:ext>
            </a:extLst>
          </p:cNvPr>
          <p:cNvSpPr txBox="1"/>
          <p:nvPr/>
        </p:nvSpPr>
        <p:spPr>
          <a:xfrm>
            <a:off x="7098294" y="4465637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CO01_MCP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6B48442F-1E1E-802D-481B-4C931F5EF02F}"/>
              </a:ext>
            </a:extLst>
          </p:cNvPr>
          <p:cNvSpPr/>
          <p:nvPr/>
        </p:nvSpPr>
        <p:spPr>
          <a:xfrm>
            <a:off x="8842127" y="4414658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9E19FFAA-5C5E-9C9F-84EA-F659E7887B8C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207205"/>
            <a:ext cx="1343" cy="120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D1C07B8-CCBD-DCC4-F778-448E043E43A0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4627637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0535AE25-07FA-F3BD-25A0-C24F136B5FDE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4627637"/>
            <a:ext cx="663833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grama de flujo: documento 84">
            <a:extLst>
              <a:ext uri="{FF2B5EF4-FFF2-40B4-BE49-F238E27FC236}">
                <a16:creationId xmlns:a16="http://schemas.microsoft.com/office/drawing/2014/main" id="{EB4B24B5-6E8F-E125-67A5-C5C7DF901D7F}"/>
              </a:ext>
            </a:extLst>
          </p:cNvPr>
          <p:cNvSpPr/>
          <p:nvPr/>
        </p:nvSpPr>
        <p:spPr>
          <a:xfrm>
            <a:off x="8842127" y="1984836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sp>
        <p:nvSpPr>
          <p:cNvPr id="37" name="Rombo 36">
            <a:extLst>
              <a:ext uri="{FF2B5EF4-FFF2-40B4-BE49-F238E27FC236}">
                <a16:creationId xmlns:a16="http://schemas.microsoft.com/office/drawing/2014/main" id="{E13B8FD8-2645-8F6C-4113-A82DB1177812}"/>
              </a:ext>
            </a:extLst>
          </p:cNvPr>
          <p:cNvSpPr/>
          <p:nvPr/>
        </p:nvSpPr>
        <p:spPr>
          <a:xfrm>
            <a:off x="1965758" y="2872470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ombo 49">
            <a:extLst>
              <a:ext uri="{FF2B5EF4-FFF2-40B4-BE49-F238E27FC236}">
                <a16:creationId xmlns:a16="http://schemas.microsoft.com/office/drawing/2014/main" id="{6ECA5A1B-FDC0-98DE-0802-587E668D1009}"/>
              </a:ext>
            </a:extLst>
          </p:cNvPr>
          <p:cNvSpPr/>
          <p:nvPr/>
        </p:nvSpPr>
        <p:spPr>
          <a:xfrm>
            <a:off x="1914540" y="4491551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C659AE-CD87-0D1A-32A9-F23FE1552B57}"/>
              </a:ext>
            </a:extLst>
          </p:cNvPr>
          <p:cNvSpPr txBox="1"/>
          <p:nvPr/>
        </p:nvSpPr>
        <p:spPr>
          <a:xfrm>
            <a:off x="9858935" y="4491551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sp>
        <p:nvSpPr>
          <p:cNvPr id="54" name="CuadroTexto 56">
            <a:extLst>
              <a:ext uri="{FF2B5EF4-FFF2-40B4-BE49-F238E27FC236}">
                <a16:creationId xmlns:a16="http://schemas.microsoft.com/office/drawing/2014/main" id="{8D1B2AA1-FA76-8992-C518-8E6CA324D8CD}"/>
              </a:ext>
            </a:extLst>
          </p:cNvPr>
          <p:cNvSpPr txBox="1"/>
          <p:nvPr/>
        </p:nvSpPr>
        <p:spPr>
          <a:xfrm>
            <a:off x="5190199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PV01_MM</a:t>
            </a:r>
          </a:p>
        </p:txBody>
      </p:sp>
      <p:sp>
        <p:nvSpPr>
          <p:cNvPr id="55" name="CuadroTexto 56">
            <a:extLst>
              <a:ext uri="{FF2B5EF4-FFF2-40B4-BE49-F238E27FC236}">
                <a16:creationId xmlns:a16="http://schemas.microsoft.com/office/drawing/2014/main" id="{37694B0B-1DFD-D842-8192-131ED12B138E}"/>
              </a:ext>
            </a:extLst>
          </p:cNvPr>
          <p:cNvSpPr txBox="1"/>
          <p:nvPr/>
        </p:nvSpPr>
        <p:spPr>
          <a:xfrm>
            <a:off x="7098294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cxnSp>
        <p:nvCxnSpPr>
          <p:cNvPr id="59" name="Conector recto de flecha 79">
            <a:extLst>
              <a:ext uri="{FF2B5EF4-FFF2-40B4-BE49-F238E27FC236}">
                <a16:creationId xmlns:a16="http://schemas.microsoft.com/office/drawing/2014/main" id="{F369435D-FC89-297E-D4BA-83A9750B008C}"/>
              </a:ext>
            </a:extLst>
          </p:cNvPr>
          <p:cNvCxnSpPr>
            <a:cxnSpLocks/>
            <a:stCxn id="55" idx="3"/>
            <a:endCxn id="61" idx="1"/>
          </p:cNvCxnSpPr>
          <p:nvPr/>
        </p:nvCxnSpPr>
        <p:spPr>
          <a:xfrm flipV="1">
            <a:off x="8178294" y="2875582"/>
            <a:ext cx="663833" cy="2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84">
            <a:extLst>
              <a:ext uri="{FF2B5EF4-FFF2-40B4-BE49-F238E27FC236}">
                <a16:creationId xmlns:a16="http://schemas.microsoft.com/office/drawing/2014/main" id="{B2BFB710-8F57-2067-B3A5-6267290F69FE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0199" y="2878477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28">
            <a:extLst>
              <a:ext uri="{FF2B5EF4-FFF2-40B4-BE49-F238E27FC236}">
                <a16:creationId xmlns:a16="http://schemas.microsoft.com/office/drawing/2014/main" id="{3CDFA4EF-F239-E3A5-8C47-8EAEB6A54322}"/>
              </a:ext>
            </a:extLst>
          </p:cNvPr>
          <p:cNvSpPr/>
          <p:nvPr/>
        </p:nvSpPr>
        <p:spPr>
          <a:xfrm>
            <a:off x="8842127" y="265958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62" name="CuadroTexto 3">
            <a:extLst>
              <a:ext uri="{FF2B5EF4-FFF2-40B4-BE49-F238E27FC236}">
                <a16:creationId xmlns:a16="http://schemas.microsoft.com/office/drawing/2014/main" id="{46FE4A15-3390-674E-0B83-6BA3E2F8D418}"/>
              </a:ext>
            </a:extLst>
          </p:cNvPr>
          <p:cNvSpPr txBox="1"/>
          <p:nvPr/>
        </p:nvSpPr>
        <p:spPr>
          <a:xfrm>
            <a:off x="9863018" y="2725142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cxnSp>
        <p:nvCxnSpPr>
          <p:cNvPr id="92" name="Conector recto de flecha 123">
            <a:extLst>
              <a:ext uri="{FF2B5EF4-FFF2-40B4-BE49-F238E27FC236}">
                <a16:creationId xmlns:a16="http://schemas.microsoft.com/office/drawing/2014/main" id="{5A0EB17C-662B-BBB0-5B3A-15C7BF70A4B3}"/>
              </a:ext>
            </a:extLst>
          </p:cNvPr>
          <p:cNvCxnSpPr>
            <a:cxnSpLocks/>
            <a:stCxn id="106" idx="2"/>
            <a:endCxn id="8" idx="0"/>
          </p:cNvCxnSpPr>
          <p:nvPr/>
        </p:nvCxnSpPr>
        <p:spPr>
          <a:xfrm>
            <a:off x="1322244" y="4827604"/>
            <a:ext cx="3147" cy="341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uadroTexto 60">
            <a:extLst>
              <a:ext uri="{FF2B5EF4-FFF2-40B4-BE49-F238E27FC236}">
                <a16:creationId xmlns:a16="http://schemas.microsoft.com/office/drawing/2014/main" id="{10441DA5-5246-7857-831F-BF0651B72DC6}"/>
              </a:ext>
            </a:extLst>
          </p:cNvPr>
          <p:cNvSpPr txBox="1"/>
          <p:nvPr/>
        </p:nvSpPr>
        <p:spPr>
          <a:xfrm>
            <a:off x="10250139" y="3920424"/>
            <a:ext cx="1647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por reversa moratorios</a:t>
            </a:r>
          </a:p>
        </p:txBody>
      </p:sp>
      <p:sp>
        <p:nvSpPr>
          <p:cNvPr id="2" name="CuadroTexto 118">
            <a:extLst>
              <a:ext uri="{FF2B5EF4-FFF2-40B4-BE49-F238E27FC236}">
                <a16:creationId xmlns:a16="http://schemas.microsoft.com/office/drawing/2014/main" id="{125E343D-D5ED-20A5-071B-41841F38B012}"/>
              </a:ext>
            </a:extLst>
          </p:cNvPr>
          <p:cNvSpPr txBox="1"/>
          <p:nvPr/>
        </p:nvSpPr>
        <p:spPr>
          <a:xfrm>
            <a:off x="9442612" y="372455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1CB2A94-38BC-0058-3B16-FD82C67EAAF3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>
            <a:off x="1821265" y="4620604"/>
            <a:ext cx="3368934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7865D273-2B43-F103-FFC8-552FF1987868}"/>
              </a:ext>
            </a:extLst>
          </p:cNvPr>
          <p:cNvSpPr/>
          <p:nvPr/>
        </p:nvSpPr>
        <p:spPr>
          <a:xfrm>
            <a:off x="785391" y="5168990"/>
            <a:ext cx="1080000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Bonificaciones</a:t>
            </a:r>
          </a:p>
        </p:txBody>
      </p:sp>
      <p:sp>
        <p:nvSpPr>
          <p:cNvPr id="9" name="CuadroTexto 56">
            <a:extLst>
              <a:ext uri="{FF2B5EF4-FFF2-40B4-BE49-F238E27FC236}">
                <a16:creationId xmlns:a16="http://schemas.microsoft.com/office/drawing/2014/main" id="{1C6F6A6D-E1B1-EA07-FE5B-303ECF578C5B}"/>
              </a:ext>
            </a:extLst>
          </p:cNvPr>
          <p:cNvSpPr txBox="1"/>
          <p:nvPr/>
        </p:nvSpPr>
        <p:spPr>
          <a:xfrm>
            <a:off x="5190199" y="520958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PV02_MB</a:t>
            </a:r>
          </a:p>
        </p:txBody>
      </p:sp>
      <p:sp>
        <p:nvSpPr>
          <p:cNvPr id="10" name="Diagrama de flujo: documento 84">
            <a:extLst>
              <a:ext uri="{FF2B5EF4-FFF2-40B4-BE49-F238E27FC236}">
                <a16:creationId xmlns:a16="http://schemas.microsoft.com/office/drawing/2014/main" id="{B46114E7-3673-8C05-0F65-846A6FBCB21E}"/>
              </a:ext>
            </a:extLst>
          </p:cNvPr>
          <p:cNvSpPr/>
          <p:nvPr/>
        </p:nvSpPr>
        <p:spPr>
          <a:xfrm>
            <a:off x="8837221" y="5038673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7B09E56-C019-AC47-B70E-8636C1CBAC71}"/>
              </a:ext>
            </a:extLst>
          </p:cNvPr>
          <p:cNvSpPr txBox="1"/>
          <p:nvPr/>
        </p:nvSpPr>
        <p:spPr>
          <a:xfrm>
            <a:off x="7098294" y="520003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PV02_MB-NCR-B</a:t>
            </a: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CF2DB405-F38F-EDA1-8212-5D6839AB6663}"/>
              </a:ext>
            </a:extLst>
          </p:cNvPr>
          <p:cNvSpPr txBox="1"/>
          <p:nvPr/>
        </p:nvSpPr>
        <p:spPr>
          <a:xfrm>
            <a:off x="7098294" y="570006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546B0C28-95F6-C355-DE2C-7BF920379AC7}"/>
              </a:ext>
            </a:extLst>
          </p:cNvPr>
          <p:cNvSpPr/>
          <p:nvPr/>
        </p:nvSpPr>
        <p:spPr>
          <a:xfrm>
            <a:off x="10075583" y="5737488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ZME_SPLITS</a:t>
            </a:r>
          </a:p>
        </p:txBody>
      </p:sp>
      <p:sp>
        <p:nvSpPr>
          <p:cNvPr id="14" name="CuadroTexto 118">
            <a:extLst>
              <a:ext uri="{FF2B5EF4-FFF2-40B4-BE49-F238E27FC236}">
                <a16:creationId xmlns:a16="http://schemas.microsoft.com/office/drawing/2014/main" id="{8481D16C-34C7-969A-E176-F30497602B00}"/>
              </a:ext>
            </a:extLst>
          </p:cNvPr>
          <p:cNvSpPr txBox="1"/>
          <p:nvPr/>
        </p:nvSpPr>
        <p:spPr>
          <a:xfrm>
            <a:off x="10417255" y="5544221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F2EEBD87-E39B-6CFC-9944-17BA417B1F4C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4063303" y="2845077"/>
            <a:ext cx="297078" cy="5772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5D57767-2FDE-7D68-27A5-B815863C59B6}"/>
              </a:ext>
            </a:extLst>
          </p:cNvPr>
          <p:cNvCxnSpPr>
            <a:cxnSpLocks/>
            <a:stCxn id="12" idx="3"/>
            <a:endCxn id="13" idx="5"/>
          </p:cNvCxnSpPr>
          <p:nvPr/>
        </p:nvCxnSpPr>
        <p:spPr>
          <a:xfrm>
            <a:off x="8178294" y="5880068"/>
            <a:ext cx="1934837" cy="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276E84D7-06B8-980B-9C23-FD8AE131CBA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865391" y="5371581"/>
            <a:ext cx="3324808" cy="44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38EBA14-92A2-74AA-5AF9-52EE0EE3AAF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270199" y="5365632"/>
            <a:ext cx="828095" cy="5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405AD18-43B3-B01D-1C9D-372BE0C05B53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8178294" y="5362673"/>
            <a:ext cx="658927" cy="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0F8F3C7-6B52-06F5-E186-196F7CFED426}"/>
              </a:ext>
            </a:extLst>
          </p:cNvPr>
          <p:cNvSpPr txBox="1"/>
          <p:nvPr/>
        </p:nvSpPr>
        <p:spPr>
          <a:xfrm>
            <a:off x="7098294" y="3288775"/>
            <a:ext cx="1080000" cy="355552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600" dirty="0">
                <a:latin typeface="Arial Nova" panose="020B0504020202020204" pitchFamily="34" charset="0"/>
              </a:rPr>
              <a:t>API DetalleCobroMoratorios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083DCABA-81E5-7A07-2618-2C393BBC19C3}"/>
              </a:ext>
            </a:extLst>
          </p:cNvPr>
          <p:cNvSpPr/>
          <p:nvPr/>
        </p:nvSpPr>
        <p:spPr>
          <a:xfrm>
            <a:off x="8872741" y="3300211"/>
            <a:ext cx="1889590" cy="324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 dirty="0">
                <a:latin typeface="Arial Nova" panose="020B0504020202020204" pitchFamily="34" charset="0"/>
              </a:rPr>
              <a:t>Tabla </a:t>
            </a:r>
            <a:r>
              <a:rPr lang="es-ES_tradnl" sz="800" b="1" dirty="0" err="1">
                <a:latin typeface="Arial Nova" panose="020B0504020202020204" pitchFamily="34" charset="0"/>
              </a:rPr>
              <a:t>Z_DetalleCobroMoratorios</a:t>
            </a:r>
            <a:endParaRPr lang="es-ES_tradnl" sz="800" b="1" dirty="0">
              <a:latin typeface="Arial Nova" panose="020B0504020202020204" pitchFamily="34" charset="0"/>
            </a:endParaRPr>
          </a:p>
        </p:txBody>
      </p: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017BDBF2-72F4-6B40-9A7D-C890A923890B}"/>
              </a:ext>
            </a:extLst>
          </p:cNvPr>
          <p:cNvCxnSpPr>
            <a:stCxn id="64" idx="3"/>
            <a:endCxn id="4" idx="1"/>
          </p:cNvCxnSpPr>
          <p:nvPr/>
        </p:nvCxnSpPr>
        <p:spPr>
          <a:xfrm>
            <a:off x="1819922" y="3000205"/>
            <a:ext cx="5278372" cy="466346"/>
          </a:xfrm>
          <a:prstGeom prst="bentConnector3">
            <a:avLst>
              <a:gd name="adj1" fmla="val 565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999E6AF-9322-DF27-F010-CDB3BAD6B620}"/>
              </a:ext>
            </a:extLst>
          </p:cNvPr>
          <p:cNvCxnSpPr>
            <a:stCxn id="4" idx="3"/>
            <a:endCxn id="7" idx="5"/>
          </p:cNvCxnSpPr>
          <p:nvPr/>
        </p:nvCxnSpPr>
        <p:spPr>
          <a:xfrm flipV="1">
            <a:off x="8178294" y="3462211"/>
            <a:ext cx="734947" cy="4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510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2652-994E-0078-DB84-134C36FA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FED9E153-2690-1EB5-5EB7-2C012D96276C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3BD6E8BF-A9F6-8B4C-D9FE-C5DEBE0285B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130EA12-93DF-1F92-18B8-C8DC546907F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BCEA726A-99F6-BA1B-2757-4D096A1249C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11D443E-14AE-B290-EC54-72332EFD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EC900EEE-ED7B-687D-1E11-E766A409AE7B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1579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A4F0-8D0C-B4D4-0AF3-A815F380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ángulo 77">
            <a:extLst>
              <a:ext uri="{FF2B5EF4-FFF2-40B4-BE49-F238E27FC236}">
                <a16:creationId xmlns:a16="http://schemas.microsoft.com/office/drawing/2014/main" id="{EB8AE494-8A69-7D85-B76D-97166443318B}"/>
              </a:ext>
            </a:extLst>
          </p:cNvPr>
          <p:cNvSpPr/>
          <p:nvPr/>
        </p:nvSpPr>
        <p:spPr>
          <a:xfrm>
            <a:off x="2000756" y="2936878"/>
            <a:ext cx="2813548" cy="3391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2D2E6D4-04F1-C7CA-A6B5-87EAFB44B26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12D7715-88CB-349E-6071-C44FC3C9DB6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7CF97E4-3F36-DDC0-964B-582B970FC45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96C6D0A-E5B9-63D3-3FA7-AFD6BB57D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09D5577-4EAB-692B-63F6-E035C9D8A802}"/>
              </a:ext>
            </a:extLst>
          </p:cNvPr>
          <p:cNvSpPr/>
          <p:nvPr/>
        </p:nvSpPr>
        <p:spPr>
          <a:xfrm>
            <a:off x="142801" y="1615680"/>
            <a:ext cx="164920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APP</a:t>
            </a: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1577DA-B13E-4BF0-69EA-BEC970A8A690}"/>
              </a:ext>
            </a:extLst>
          </p:cNvPr>
          <p:cNvSpPr/>
          <p:nvPr/>
        </p:nvSpPr>
        <p:spPr>
          <a:xfrm>
            <a:off x="6825491" y="1615680"/>
            <a:ext cx="521354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7D6E57-D04C-FF44-880E-DC3CE1F0C749}"/>
              </a:ext>
            </a:extLst>
          </p:cNvPr>
          <p:cNvSpPr/>
          <p:nvPr/>
        </p:nvSpPr>
        <p:spPr>
          <a:xfrm>
            <a:off x="1907813" y="1615680"/>
            <a:ext cx="302200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3310C48-1CA3-3507-4B9D-710BB934962A}"/>
              </a:ext>
            </a:extLst>
          </p:cNvPr>
          <p:cNvSpPr txBox="1"/>
          <p:nvPr/>
        </p:nvSpPr>
        <p:spPr>
          <a:xfrm>
            <a:off x="6831264" y="1278086"/>
            <a:ext cx="520777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B2B9CF5-3192-FD5D-90F5-469EFEF48465}"/>
              </a:ext>
            </a:extLst>
          </p:cNvPr>
          <p:cNvSpPr txBox="1"/>
          <p:nvPr/>
        </p:nvSpPr>
        <p:spPr>
          <a:xfrm>
            <a:off x="269298" y="6531229"/>
            <a:ext cx="4960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2A42E14-34C6-0C4C-8C74-B1D739799715}"/>
              </a:ext>
            </a:extLst>
          </p:cNvPr>
          <p:cNvSpPr/>
          <p:nvPr/>
        </p:nvSpPr>
        <p:spPr>
          <a:xfrm>
            <a:off x="908999" y="438480"/>
            <a:ext cx="971545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Reversa Cobros Referenciados (llenado tabla ZREFERENCIA)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A7BD31-DE57-D364-6C49-E6D8773EFBC0}"/>
              </a:ext>
            </a:extLst>
          </p:cNvPr>
          <p:cNvSpPr/>
          <p:nvPr/>
        </p:nvSpPr>
        <p:spPr>
          <a:xfrm>
            <a:off x="383365" y="2195921"/>
            <a:ext cx="1170227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Cobro vía APP</a:t>
            </a:r>
          </a:p>
        </p:txBody>
      </p: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15A673D1-BF41-DA82-CF3D-F883A310CE59}"/>
              </a:ext>
            </a:extLst>
          </p:cNvPr>
          <p:cNvSpPr/>
          <p:nvPr/>
        </p:nvSpPr>
        <p:spPr>
          <a:xfrm>
            <a:off x="10502282" y="2264265"/>
            <a:ext cx="122015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ZREFERENCIA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DDAF1FC-7A6D-9916-6C01-34DA967C0F51}"/>
              </a:ext>
            </a:extLst>
          </p:cNvPr>
          <p:cNvSpPr/>
          <p:nvPr/>
        </p:nvSpPr>
        <p:spPr>
          <a:xfrm>
            <a:off x="2596659" y="3093598"/>
            <a:ext cx="144074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Reversar Importe pagado en Banco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70CDB59-9256-8EFA-FED3-FC61D0CB47B4}"/>
              </a:ext>
            </a:extLst>
          </p:cNvPr>
          <p:cNvSpPr txBox="1"/>
          <p:nvPr/>
        </p:nvSpPr>
        <p:spPr>
          <a:xfrm>
            <a:off x="7700462" y="2870651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N-TZ-12</a:t>
            </a:r>
          </a:p>
        </p:txBody>
      </p:sp>
      <p:sp>
        <p:nvSpPr>
          <p:cNvPr id="71" name="Proceso predefinido 15">
            <a:extLst>
              <a:ext uri="{FF2B5EF4-FFF2-40B4-BE49-F238E27FC236}">
                <a16:creationId xmlns:a16="http://schemas.microsoft.com/office/drawing/2014/main" id="{DD56DD5D-E61B-1E1C-15F8-C1D5F98DF7F7}"/>
              </a:ext>
            </a:extLst>
          </p:cNvPr>
          <p:cNvSpPr/>
          <p:nvPr/>
        </p:nvSpPr>
        <p:spPr>
          <a:xfrm>
            <a:off x="9006841" y="4936320"/>
            <a:ext cx="1377831" cy="612000"/>
          </a:xfrm>
          <a:prstGeom prst="flowChartPredefinedProcess">
            <a:avLst/>
          </a:prstGeom>
          <a:solidFill>
            <a:srgbClr val="E3F1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1000" err="1">
                <a:solidFill>
                  <a:schemeClr val="tx1"/>
                </a:solidFill>
                <a:latin typeface="Arial Nova" panose="020B0504020202020204" pitchFamily="34" charset="0"/>
              </a:rPr>
              <a:t>ToBe</a:t>
            </a:r>
            <a:r>
              <a:rPr lang="es-ES_tradnl" sz="1000">
                <a:solidFill>
                  <a:schemeClr val="tx1"/>
                </a:solidFill>
                <a:latin typeface="Arial Nova" panose="020B0504020202020204" pitchFamily="34" charset="0"/>
              </a:rPr>
              <a:t> Tesorería</a:t>
            </a:r>
          </a:p>
          <a:p>
            <a:pPr algn="ctr"/>
            <a:r>
              <a:rPr lang="es-ES_tradnl" sz="1000">
                <a:solidFill>
                  <a:schemeClr val="tx1"/>
                </a:solidFill>
                <a:latin typeface="Arial Nova" panose="020B0504020202020204" pitchFamily="34" charset="0"/>
              </a:rPr>
              <a:t>(Ext. Bancario)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D0C66DA-94E3-7492-BC56-165992314011}"/>
              </a:ext>
            </a:extLst>
          </p:cNvPr>
          <p:cNvCxnSpPr>
            <a:cxnSpLocks/>
            <a:stCxn id="37" idx="2"/>
            <a:endCxn id="7" idx="0"/>
          </p:cNvCxnSpPr>
          <p:nvPr/>
        </p:nvCxnSpPr>
        <p:spPr>
          <a:xfrm flipH="1">
            <a:off x="3316474" y="3659160"/>
            <a:ext cx="555" cy="350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ector fuera de página 79">
            <a:extLst>
              <a:ext uri="{FF2B5EF4-FFF2-40B4-BE49-F238E27FC236}">
                <a16:creationId xmlns:a16="http://schemas.microsoft.com/office/drawing/2014/main" id="{667967E6-8EED-1F1C-E14F-C6925527EB93}"/>
              </a:ext>
            </a:extLst>
          </p:cNvPr>
          <p:cNvSpPr/>
          <p:nvPr/>
        </p:nvSpPr>
        <p:spPr>
          <a:xfrm>
            <a:off x="2725566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B</a:t>
            </a: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20A5F440-D599-6D45-AF10-29E4E37801EF}"/>
              </a:ext>
            </a:extLst>
          </p:cNvPr>
          <p:cNvSpPr/>
          <p:nvPr/>
        </p:nvSpPr>
        <p:spPr>
          <a:xfrm>
            <a:off x="10384672" y="3499648"/>
            <a:ext cx="1430378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ZFI_EXTRACTOBANC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2FC1065-B8D8-F331-DA5F-4666ADEA3ADA}"/>
              </a:ext>
            </a:extLst>
          </p:cNvPr>
          <p:cNvSpPr txBox="1"/>
          <p:nvPr/>
        </p:nvSpPr>
        <p:spPr>
          <a:xfrm>
            <a:off x="7700462" y="3538954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N-TZ-13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78EE2E-801C-25E9-0380-1C97E0AE13AE}"/>
              </a:ext>
            </a:extLst>
          </p:cNvPr>
          <p:cNvSpPr/>
          <p:nvPr/>
        </p:nvSpPr>
        <p:spPr>
          <a:xfrm>
            <a:off x="2596104" y="4009347"/>
            <a:ext cx="144074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Reversar Cobro</a:t>
            </a:r>
          </a:p>
        </p:txBody>
      </p:sp>
      <p:sp>
        <p:nvSpPr>
          <p:cNvPr id="9" name="Conector fuera de página 8">
            <a:extLst>
              <a:ext uri="{FF2B5EF4-FFF2-40B4-BE49-F238E27FC236}">
                <a16:creationId xmlns:a16="http://schemas.microsoft.com/office/drawing/2014/main" id="{31866CBA-510E-3E27-30A2-06EC4579134C}"/>
              </a:ext>
            </a:extLst>
          </p:cNvPr>
          <p:cNvSpPr/>
          <p:nvPr/>
        </p:nvSpPr>
        <p:spPr>
          <a:xfrm>
            <a:off x="2188856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</a:t>
            </a:r>
          </a:p>
        </p:txBody>
      </p:sp>
      <p:sp>
        <p:nvSpPr>
          <p:cNvPr id="10" name="Conector fuera de página 9">
            <a:extLst>
              <a:ext uri="{FF2B5EF4-FFF2-40B4-BE49-F238E27FC236}">
                <a16:creationId xmlns:a16="http://schemas.microsoft.com/office/drawing/2014/main" id="{4AB4321A-50D2-DD43-4BEB-D7BD45FA4560}"/>
              </a:ext>
            </a:extLst>
          </p:cNvPr>
          <p:cNvSpPr/>
          <p:nvPr/>
        </p:nvSpPr>
        <p:spPr>
          <a:xfrm>
            <a:off x="3288101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</a:t>
            </a:r>
          </a:p>
        </p:txBody>
      </p:sp>
      <p:cxnSp>
        <p:nvCxnSpPr>
          <p:cNvPr id="12" name="Conector: angular 12">
            <a:extLst>
              <a:ext uri="{FF2B5EF4-FFF2-40B4-BE49-F238E27FC236}">
                <a16:creationId xmlns:a16="http://schemas.microsoft.com/office/drawing/2014/main" id="{DA92DBDF-23CC-ACB7-A04A-8155F4A566F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2295203" y="4666562"/>
            <a:ext cx="1112924" cy="9296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2">
            <a:extLst>
              <a:ext uri="{FF2B5EF4-FFF2-40B4-BE49-F238E27FC236}">
                <a16:creationId xmlns:a16="http://schemas.microsoft.com/office/drawing/2014/main" id="{20CF5FCF-F987-531D-75A2-55183E839AC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2844825" y="5046557"/>
            <a:ext cx="1112924" cy="1696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12">
            <a:extLst>
              <a:ext uri="{FF2B5EF4-FFF2-40B4-BE49-F238E27FC236}">
                <a16:creationId xmlns:a16="http://schemas.microsoft.com/office/drawing/2014/main" id="{6506BC9C-1898-5C17-F1DD-437D70000146}"/>
              </a:ext>
            </a:extLst>
          </p:cNvPr>
          <p:cNvCxnSpPr>
            <a:cxnSpLocks/>
            <a:stCxn id="7" idx="2"/>
            <a:endCxn id="80" idx="0"/>
          </p:cNvCxnSpPr>
          <p:nvPr/>
        </p:nvCxnSpPr>
        <p:spPr>
          <a:xfrm rot="5400000">
            <a:off x="2563558" y="4934917"/>
            <a:ext cx="1112924" cy="3929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30F6F1-49B4-B189-615C-040581C31174}"/>
              </a:ext>
            </a:extLst>
          </p:cNvPr>
          <p:cNvSpPr txBox="1"/>
          <p:nvPr/>
        </p:nvSpPr>
        <p:spPr>
          <a:xfrm>
            <a:off x="1924288" y="1278084"/>
            <a:ext cx="3004748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280F94-BF2E-4225-FC8B-920D2F10929C}"/>
              </a:ext>
            </a:extLst>
          </p:cNvPr>
          <p:cNvSpPr/>
          <p:nvPr/>
        </p:nvSpPr>
        <p:spPr>
          <a:xfrm>
            <a:off x="5038294" y="1625940"/>
            <a:ext cx="16713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247C5C-062B-EFB8-967C-E66BDFDFBC5B}"/>
              </a:ext>
            </a:extLst>
          </p:cNvPr>
          <p:cNvSpPr txBox="1"/>
          <p:nvPr/>
        </p:nvSpPr>
        <p:spPr>
          <a:xfrm>
            <a:off x="5037179" y="1283795"/>
            <a:ext cx="1671965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8EED5A7-6059-7EF7-0484-7BDF172EFA81}"/>
              </a:ext>
            </a:extLst>
          </p:cNvPr>
          <p:cNvSpPr txBox="1"/>
          <p:nvPr/>
        </p:nvSpPr>
        <p:spPr>
          <a:xfrm>
            <a:off x="152962" y="1265760"/>
            <a:ext cx="1649206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APP</a:t>
            </a:r>
          </a:p>
        </p:txBody>
      </p: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7F80596B-E233-D4A5-F479-94FC2F6BF64A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4037399" y="3036251"/>
            <a:ext cx="3663063" cy="340128"/>
          </a:xfrm>
          <a:prstGeom prst="bentConnector3">
            <a:avLst>
              <a:gd name="adj1" fmla="val 9192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C49F4DDE-EC53-828F-749C-1AC0C13F8660}"/>
              </a:ext>
            </a:extLst>
          </p:cNvPr>
          <p:cNvCxnSpPr>
            <a:cxnSpLocks/>
            <a:stCxn id="37" idx="3"/>
            <a:endCxn id="90" idx="1"/>
          </p:cNvCxnSpPr>
          <p:nvPr/>
        </p:nvCxnSpPr>
        <p:spPr>
          <a:xfrm>
            <a:off x="4037399" y="3376379"/>
            <a:ext cx="3663063" cy="328175"/>
          </a:xfrm>
          <a:prstGeom prst="bentConnector3">
            <a:avLst>
              <a:gd name="adj1" fmla="val 916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8F177BDC-52DC-53FA-78C9-FC2CDF460374}"/>
              </a:ext>
            </a:extLst>
          </p:cNvPr>
          <p:cNvCxnSpPr>
            <a:cxnSpLocks/>
            <a:stCxn id="38" idx="3"/>
            <a:endCxn id="33" idx="4"/>
          </p:cNvCxnSpPr>
          <p:nvPr/>
        </p:nvCxnSpPr>
        <p:spPr>
          <a:xfrm flipV="1">
            <a:off x="8780462" y="2684639"/>
            <a:ext cx="2331896" cy="3516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1228C4C-816A-EF12-E2EB-38575AD5D4B3}"/>
              </a:ext>
            </a:extLst>
          </p:cNvPr>
          <p:cNvSpPr txBox="1"/>
          <p:nvPr/>
        </p:nvSpPr>
        <p:spPr>
          <a:xfrm>
            <a:off x="7700462" y="439886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D-CRED-14</a:t>
            </a:r>
          </a:p>
        </p:txBody>
      </p:sp>
      <p:cxnSp>
        <p:nvCxnSpPr>
          <p:cNvPr id="20" name="Conector angular 19">
            <a:extLst>
              <a:ext uri="{FF2B5EF4-FFF2-40B4-BE49-F238E27FC236}">
                <a16:creationId xmlns:a16="http://schemas.microsoft.com/office/drawing/2014/main" id="{33574775-A287-5D26-B3B0-D949A318B05E}"/>
              </a:ext>
            </a:extLst>
          </p:cNvPr>
          <p:cNvCxnSpPr>
            <a:cxnSpLocks/>
            <a:stCxn id="4" idx="3"/>
            <a:endCxn id="83" idx="4"/>
          </p:cNvCxnSpPr>
          <p:nvPr/>
        </p:nvCxnSpPr>
        <p:spPr>
          <a:xfrm flipV="1">
            <a:off x="8780462" y="3920022"/>
            <a:ext cx="2319399" cy="644442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ector fuera de página 14">
            <a:extLst>
              <a:ext uri="{FF2B5EF4-FFF2-40B4-BE49-F238E27FC236}">
                <a16:creationId xmlns:a16="http://schemas.microsoft.com/office/drawing/2014/main" id="{2235F6A5-B2E5-040F-0541-7DD807A18166}"/>
              </a:ext>
            </a:extLst>
          </p:cNvPr>
          <p:cNvSpPr/>
          <p:nvPr/>
        </p:nvSpPr>
        <p:spPr>
          <a:xfrm>
            <a:off x="3832707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cxnSp>
        <p:nvCxnSpPr>
          <p:cNvPr id="23" name="Conector angular 22">
            <a:extLst>
              <a:ext uri="{FF2B5EF4-FFF2-40B4-BE49-F238E27FC236}">
                <a16:creationId xmlns:a16="http://schemas.microsoft.com/office/drawing/2014/main" id="{FA711D18-E74B-F767-3496-72D3A79A6C05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3117128" y="4774254"/>
            <a:ext cx="1112924" cy="714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F853353-BC89-7492-53E9-BCACA13678DB}"/>
              </a:ext>
            </a:extLst>
          </p:cNvPr>
          <p:cNvCxnSpPr>
            <a:cxnSpLocks/>
            <a:stCxn id="90" idx="3"/>
            <a:endCxn id="83" idx="5"/>
          </p:cNvCxnSpPr>
          <p:nvPr/>
        </p:nvCxnSpPr>
        <p:spPr>
          <a:xfrm>
            <a:off x="8780462" y="3704554"/>
            <a:ext cx="1656757" cy="5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r 76">
            <a:extLst>
              <a:ext uri="{FF2B5EF4-FFF2-40B4-BE49-F238E27FC236}">
                <a16:creationId xmlns:a16="http://schemas.microsoft.com/office/drawing/2014/main" id="{0B28082F-CF99-9C33-B153-472CB4F8D2AF}"/>
              </a:ext>
            </a:extLst>
          </p:cNvPr>
          <p:cNvCxnSpPr>
            <a:cxnSpLocks/>
            <a:stCxn id="71" idx="0"/>
            <a:endCxn id="83" idx="4"/>
          </p:cNvCxnSpPr>
          <p:nvPr/>
        </p:nvCxnSpPr>
        <p:spPr>
          <a:xfrm rot="5400000" flipH="1" flipV="1">
            <a:off x="9889660" y="3726119"/>
            <a:ext cx="1016298" cy="1404104"/>
          </a:xfrm>
          <a:prstGeom prst="bentConnector3">
            <a:avLst>
              <a:gd name="adj1" fmla="val 368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ector fuera de página 4">
            <a:extLst>
              <a:ext uri="{FF2B5EF4-FFF2-40B4-BE49-F238E27FC236}">
                <a16:creationId xmlns:a16="http://schemas.microsoft.com/office/drawing/2014/main" id="{02D0F7C9-45F7-0D0A-415B-17BB2BF361E8}"/>
              </a:ext>
            </a:extLst>
          </p:cNvPr>
          <p:cNvSpPr/>
          <p:nvPr/>
        </p:nvSpPr>
        <p:spPr>
          <a:xfrm>
            <a:off x="4364612" y="5687833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</a:t>
            </a:r>
          </a:p>
        </p:txBody>
      </p:sp>
      <p:cxnSp>
        <p:nvCxnSpPr>
          <p:cNvPr id="25" name="Conector angular 24">
            <a:extLst>
              <a:ext uri="{FF2B5EF4-FFF2-40B4-BE49-F238E27FC236}">
                <a16:creationId xmlns:a16="http://schemas.microsoft.com/office/drawing/2014/main" id="{0C0B18FE-DE32-C181-8FE0-D8BA2D0B6E94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16200000" flipH="1">
            <a:off x="3383081" y="4508302"/>
            <a:ext cx="1112924" cy="12461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>
            <a:extLst>
              <a:ext uri="{FF2B5EF4-FFF2-40B4-BE49-F238E27FC236}">
                <a16:creationId xmlns:a16="http://schemas.microsoft.com/office/drawing/2014/main" id="{9619DEE5-937D-4D10-4FAD-805C7A2551E5}"/>
              </a:ext>
            </a:extLst>
          </p:cNvPr>
          <p:cNvCxnSpPr>
            <a:stCxn id="8" idx="2"/>
            <a:endCxn id="37" idx="1"/>
          </p:cNvCxnSpPr>
          <p:nvPr/>
        </p:nvCxnSpPr>
        <p:spPr>
          <a:xfrm rot="16200000" flipH="1">
            <a:off x="1475121" y="2254841"/>
            <a:ext cx="614896" cy="16281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31056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54FB8-4C3D-6EE8-50CB-FD4DBDCC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ADC6AE5-ACA4-CBDD-D6F6-2956BFB622E1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9D96572-E83E-9941-F520-6779B73EA9A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A2AD569-CECD-2F37-67ED-F4842730903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DC03B2C-16A1-4F1D-2137-1C1E2E6BE0E1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C516FD2-E85D-E70B-519B-4578FF57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51D19D7D-8741-8001-C47E-3AB1F33A9EF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65032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B9D8-0BE8-256E-CA4C-91D61B7A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790E94B-EDF1-62BC-0BD7-980794653F88}"/>
              </a:ext>
            </a:extLst>
          </p:cNvPr>
          <p:cNvSpPr/>
          <p:nvPr/>
        </p:nvSpPr>
        <p:spPr>
          <a:xfrm>
            <a:off x="909000" y="438480"/>
            <a:ext cx="9941880" cy="5894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"/>
              </a:rPr>
              <a:t>Arquitectura – Reversa Cobros Referenciados – Moratorios: </a:t>
            </a:r>
            <a:r>
              <a:rPr lang="es-MX" b="1" spc="-1" err="1">
                <a:solidFill>
                  <a:srgbClr val="ED7D30"/>
                </a:solidFill>
                <a:latin typeface="Arial"/>
              </a:rPr>
              <a:t>Credilanas</a:t>
            </a:r>
            <a:r>
              <a:rPr lang="es-MX" b="1" spc="-1">
                <a:latin typeface="Arial"/>
              </a:rPr>
              <a:t>, Mercaderías, Débitos </a:t>
            </a:r>
            <a:endParaRPr lang="es-MX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C95C2C74-917E-B9EC-47E6-87220756FAB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7E892AC-1359-DD86-6DCB-F4E11D6ABDD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84AB1CE-4E16-33A9-994C-EFF645D1A90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A72E337-58F8-F2C2-A545-5DA6B810B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F0D1E41-00B6-AC26-2B52-B34CC6870DAE}"/>
              </a:ext>
            </a:extLst>
          </p:cNvPr>
          <p:cNvSpPr/>
          <p:nvPr/>
        </p:nvSpPr>
        <p:spPr>
          <a:xfrm>
            <a:off x="293168" y="2063685"/>
            <a:ext cx="1690763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4583F7-F0AF-7FF1-CCFD-12BA6B7DFC51}"/>
              </a:ext>
            </a:extLst>
          </p:cNvPr>
          <p:cNvSpPr/>
          <p:nvPr/>
        </p:nvSpPr>
        <p:spPr>
          <a:xfrm>
            <a:off x="142801" y="1615680"/>
            <a:ext cx="198009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05A32D-5DA4-3F0B-0E1F-A7E20F269CA6}"/>
              </a:ext>
            </a:extLst>
          </p:cNvPr>
          <p:cNvSpPr/>
          <p:nvPr/>
        </p:nvSpPr>
        <p:spPr>
          <a:xfrm>
            <a:off x="4022369" y="1615680"/>
            <a:ext cx="19346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A69057-48BF-5078-2A82-787F3CE6A939}"/>
              </a:ext>
            </a:extLst>
          </p:cNvPr>
          <p:cNvSpPr/>
          <p:nvPr/>
        </p:nvSpPr>
        <p:spPr>
          <a:xfrm>
            <a:off x="6095999" y="1590323"/>
            <a:ext cx="593771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4FFBA8E-DE5C-175B-FA00-F8E27498D59B}"/>
              </a:ext>
            </a:extLst>
          </p:cNvPr>
          <p:cNvSpPr/>
          <p:nvPr/>
        </p:nvSpPr>
        <p:spPr>
          <a:xfrm>
            <a:off x="2246048" y="1615680"/>
            <a:ext cx="164233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CEAB77-3656-9443-C345-5038FD05B917}"/>
              </a:ext>
            </a:extLst>
          </p:cNvPr>
          <p:cNvSpPr txBox="1"/>
          <p:nvPr/>
        </p:nvSpPr>
        <p:spPr>
          <a:xfrm>
            <a:off x="4021547" y="1189306"/>
            <a:ext cx="8017494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87E0EA5-77AE-8B01-8F6B-A644C9A4A395}"/>
              </a:ext>
            </a:extLst>
          </p:cNvPr>
          <p:cNvSpPr txBox="1"/>
          <p:nvPr/>
        </p:nvSpPr>
        <p:spPr>
          <a:xfrm>
            <a:off x="2246048" y="1189306"/>
            <a:ext cx="1642335" cy="24622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4898E4-6158-D546-4E59-CCE6D08A2682}"/>
              </a:ext>
            </a:extLst>
          </p:cNvPr>
          <p:cNvSpPr/>
          <p:nvPr/>
        </p:nvSpPr>
        <p:spPr>
          <a:xfrm>
            <a:off x="426940" y="3011151"/>
            <a:ext cx="1382509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Moratorios</a:t>
            </a:r>
          </a:p>
        </p:txBody>
      </p:sp>
      <p:sp>
        <p:nvSpPr>
          <p:cNvPr id="13" name="CuadroTexto 56">
            <a:extLst>
              <a:ext uri="{FF2B5EF4-FFF2-40B4-BE49-F238E27FC236}">
                <a16:creationId xmlns:a16="http://schemas.microsoft.com/office/drawing/2014/main" id="{D4203B4C-11C8-D638-A684-6156DCFEF88C}"/>
              </a:ext>
            </a:extLst>
          </p:cNvPr>
          <p:cNvSpPr txBox="1"/>
          <p:nvPr/>
        </p:nvSpPr>
        <p:spPr>
          <a:xfrm>
            <a:off x="4463071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14" name="Diagrama de flujo: documento 13">
            <a:extLst>
              <a:ext uri="{FF2B5EF4-FFF2-40B4-BE49-F238E27FC236}">
                <a16:creationId xmlns:a16="http://schemas.microsoft.com/office/drawing/2014/main" id="{C97AE719-BB85-5453-5213-CD23849EC019}"/>
              </a:ext>
            </a:extLst>
          </p:cNvPr>
          <p:cNvSpPr/>
          <p:nvPr/>
        </p:nvSpPr>
        <p:spPr>
          <a:xfrm>
            <a:off x="8497088" y="3508192"/>
            <a:ext cx="1187472" cy="60256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cxnSp>
        <p:nvCxnSpPr>
          <p:cNvPr id="15" name="Conector: angular 12">
            <a:extLst>
              <a:ext uri="{FF2B5EF4-FFF2-40B4-BE49-F238E27FC236}">
                <a16:creationId xmlns:a16="http://schemas.microsoft.com/office/drawing/2014/main" id="{13D83D44-221E-A52B-AB10-9B56A4DFB7C9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809449" y="3293932"/>
            <a:ext cx="2653622" cy="517442"/>
          </a:xfrm>
          <a:prstGeom prst="bentConnector3">
            <a:avLst>
              <a:gd name="adj1" fmla="val 88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D9BCA90-E593-F86B-1BA3-C3DEEB22E691}"/>
              </a:ext>
            </a:extLst>
          </p:cNvPr>
          <p:cNvSpPr txBox="1"/>
          <p:nvPr/>
        </p:nvSpPr>
        <p:spPr>
          <a:xfrm>
            <a:off x="6756127" y="4428647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BBF602-2EA2-8B0C-D896-00A93EAAD14D}"/>
              </a:ext>
            </a:extLst>
          </p:cNvPr>
          <p:cNvSpPr/>
          <p:nvPr/>
        </p:nvSpPr>
        <p:spPr>
          <a:xfrm>
            <a:off x="8469294" y="4288247"/>
            <a:ext cx="1235152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8" name="Conector: angular 12">
            <a:extLst>
              <a:ext uri="{FF2B5EF4-FFF2-40B4-BE49-F238E27FC236}">
                <a16:creationId xmlns:a16="http://schemas.microsoft.com/office/drawing/2014/main" id="{755DB680-5489-B8B4-9622-BFDD9735A4EC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1809449" y="3293932"/>
            <a:ext cx="2653622" cy="1300315"/>
          </a:xfrm>
          <a:prstGeom prst="bentConnector3">
            <a:avLst>
              <a:gd name="adj1" fmla="val 87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9B199C6-177D-D4AC-A83C-4A9C8C3D73F3}"/>
              </a:ext>
            </a:extLst>
          </p:cNvPr>
          <p:cNvSpPr txBox="1"/>
          <p:nvPr/>
        </p:nvSpPr>
        <p:spPr>
          <a:xfrm>
            <a:off x="4463071" y="442864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PV01_CM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3EB05AC-18A2-6A8E-92B5-7F94EF505E4F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>
            <a:off x="5543071" y="4594247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7A77B82-661A-FEB2-8EC8-0387A1310A4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836127" y="4594247"/>
            <a:ext cx="633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392EE6D-FCA0-D41F-01FF-EE83DB0A9245}"/>
              </a:ext>
            </a:extLst>
          </p:cNvPr>
          <p:cNvSpPr txBox="1"/>
          <p:nvPr/>
        </p:nvSpPr>
        <p:spPr>
          <a:xfrm>
            <a:off x="152960" y="1639594"/>
            <a:ext cx="154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23" name="Paralelogramo 22">
            <a:extLst>
              <a:ext uri="{FF2B5EF4-FFF2-40B4-BE49-F238E27FC236}">
                <a16:creationId xmlns:a16="http://schemas.microsoft.com/office/drawing/2014/main" id="{837D37EE-50D2-BCF5-AA3C-9FA171F90E17}"/>
              </a:ext>
            </a:extLst>
          </p:cNvPr>
          <p:cNvSpPr/>
          <p:nvPr/>
        </p:nvSpPr>
        <p:spPr>
          <a:xfrm>
            <a:off x="10356861" y="5718742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 ZSPLIT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8E4733C-6F34-91A5-4821-F06FF5DD20EA}"/>
              </a:ext>
            </a:extLst>
          </p:cNvPr>
          <p:cNvSpPr txBox="1"/>
          <p:nvPr/>
        </p:nvSpPr>
        <p:spPr>
          <a:xfrm>
            <a:off x="6756127" y="576332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25" name="Conector angular 56">
            <a:extLst>
              <a:ext uri="{FF2B5EF4-FFF2-40B4-BE49-F238E27FC236}">
                <a16:creationId xmlns:a16="http://schemas.microsoft.com/office/drawing/2014/main" id="{9F338501-E0FC-D41E-F12E-4D40E0E343CD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1809449" y="3293932"/>
            <a:ext cx="4946678" cy="2634997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66BF56-67AE-8E3D-F90E-8991C3838319}"/>
              </a:ext>
            </a:extLst>
          </p:cNvPr>
          <p:cNvSpPr txBox="1"/>
          <p:nvPr/>
        </p:nvSpPr>
        <p:spPr>
          <a:xfrm>
            <a:off x="7974772" y="5594052"/>
            <a:ext cx="243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de moratorios, remanente, fecha de pago</a:t>
            </a:r>
          </a:p>
        </p:txBody>
      </p:sp>
      <p:sp>
        <p:nvSpPr>
          <p:cNvPr id="27" name="CuadroTexto 56">
            <a:extLst>
              <a:ext uri="{FF2B5EF4-FFF2-40B4-BE49-F238E27FC236}">
                <a16:creationId xmlns:a16="http://schemas.microsoft.com/office/drawing/2014/main" id="{BADF502A-A957-C8BE-6661-3ECD2BB3D33E}"/>
              </a:ext>
            </a:extLst>
          </p:cNvPr>
          <p:cNvSpPr txBox="1"/>
          <p:nvPr/>
        </p:nvSpPr>
        <p:spPr>
          <a:xfrm>
            <a:off x="6756127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C228825-F23B-6C91-9C4C-3EEC907A517D}"/>
              </a:ext>
            </a:extLst>
          </p:cNvPr>
          <p:cNvCxnSpPr>
            <a:cxnSpLocks/>
            <a:stCxn id="13" idx="3"/>
            <a:endCxn id="27" idx="1"/>
          </p:cNvCxnSpPr>
          <p:nvPr/>
        </p:nvCxnSpPr>
        <p:spPr>
          <a:xfrm>
            <a:off x="5543071" y="3811374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00D30C-8D9E-0EEE-632F-4B03BAEA7DEE}"/>
              </a:ext>
            </a:extLst>
          </p:cNvPr>
          <p:cNvSpPr txBox="1"/>
          <p:nvPr/>
        </p:nvSpPr>
        <p:spPr>
          <a:xfrm>
            <a:off x="142801" y="1205060"/>
            <a:ext cx="197008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5CD3006-F8F6-A53B-ABF1-E8C056CCC989}"/>
              </a:ext>
            </a:extLst>
          </p:cNvPr>
          <p:cNvSpPr/>
          <p:nvPr/>
        </p:nvSpPr>
        <p:spPr>
          <a:xfrm>
            <a:off x="925913" y="2141534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F5A4B99A-1E08-D4FF-B7A4-90240C6F5AD5}"/>
              </a:ext>
            </a:extLst>
          </p:cNvPr>
          <p:cNvSpPr/>
          <p:nvPr/>
        </p:nvSpPr>
        <p:spPr>
          <a:xfrm>
            <a:off x="10356861" y="2522299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</a:t>
            </a:r>
          </a:p>
        </p:txBody>
      </p:sp>
      <p:cxnSp>
        <p:nvCxnSpPr>
          <p:cNvPr id="32" name="Conector angular 16">
            <a:extLst>
              <a:ext uri="{FF2B5EF4-FFF2-40B4-BE49-F238E27FC236}">
                <a16:creationId xmlns:a16="http://schemas.microsoft.com/office/drawing/2014/main" id="{F8BD07B5-6873-1983-CF5E-8C96F3E23518}"/>
              </a:ext>
            </a:extLst>
          </p:cNvPr>
          <p:cNvCxnSpPr>
            <a:cxnSpLocks/>
            <a:stCxn id="12" idx="3"/>
            <a:endCxn id="33" idx="1"/>
          </p:cNvCxnSpPr>
          <p:nvPr/>
        </p:nvCxnSpPr>
        <p:spPr>
          <a:xfrm flipV="1">
            <a:off x="1809449" y="2731601"/>
            <a:ext cx="4946678" cy="562331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56">
            <a:extLst>
              <a:ext uri="{FF2B5EF4-FFF2-40B4-BE49-F238E27FC236}">
                <a16:creationId xmlns:a16="http://schemas.microsoft.com/office/drawing/2014/main" id="{589E46DA-CD8A-4CAD-7D08-1D4CA9A41F6B}"/>
              </a:ext>
            </a:extLst>
          </p:cNvPr>
          <p:cNvSpPr txBox="1"/>
          <p:nvPr/>
        </p:nvSpPr>
        <p:spPr>
          <a:xfrm>
            <a:off x="6756127" y="2551601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N-CXC-01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65D561C-09F8-B407-EC8C-A1B5878E4A65}"/>
              </a:ext>
            </a:extLst>
          </p:cNvPr>
          <p:cNvCxnSpPr>
            <a:stCxn id="33" idx="3"/>
            <a:endCxn id="31" idx="5"/>
          </p:cNvCxnSpPr>
          <p:nvPr/>
        </p:nvCxnSpPr>
        <p:spPr>
          <a:xfrm>
            <a:off x="7836127" y="2731601"/>
            <a:ext cx="2573281" cy="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7358556A-2E0B-38C6-D81B-D731FD6F7A57}"/>
              </a:ext>
            </a:extLst>
          </p:cNvPr>
          <p:cNvCxnSpPr>
            <a:stCxn id="27" idx="3"/>
            <a:endCxn id="14" idx="1"/>
          </p:cNvCxnSpPr>
          <p:nvPr/>
        </p:nvCxnSpPr>
        <p:spPr>
          <a:xfrm flipV="1">
            <a:off x="7836127" y="3809476"/>
            <a:ext cx="660961" cy="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EA79948-754C-0DAF-5ECD-46C81B053DE6}"/>
              </a:ext>
            </a:extLst>
          </p:cNvPr>
          <p:cNvCxnSpPr>
            <a:cxnSpLocks/>
            <a:stCxn id="24" idx="3"/>
            <a:endCxn id="23" idx="5"/>
          </p:cNvCxnSpPr>
          <p:nvPr/>
        </p:nvCxnSpPr>
        <p:spPr>
          <a:xfrm>
            <a:off x="7836127" y="5928929"/>
            <a:ext cx="2573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AC0E4B4-C112-7B31-60A0-A304BF1DE61E}"/>
              </a:ext>
            </a:extLst>
          </p:cNvPr>
          <p:cNvCxnSpPr>
            <a:cxnSpLocks/>
            <a:stCxn id="30" idx="4"/>
            <a:endCxn id="12" idx="0"/>
          </p:cNvCxnSpPr>
          <p:nvPr/>
        </p:nvCxnSpPr>
        <p:spPr>
          <a:xfrm flipH="1">
            <a:off x="1118195" y="2501534"/>
            <a:ext cx="5718" cy="509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16301E6-76B1-23AA-68AB-B44EE34A9B0A}"/>
              </a:ext>
            </a:extLst>
          </p:cNvPr>
          <p:cNvSpPr txBox="1"/>
          <p:nvPr/>
        </p:nvSpPr>
        <p:spPr>
          <a:xfrm>
            <a:off x="8138635" y="2551328"/>
            <a:ext cx="2218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Actualizar el folio de Reversa del cobro emitido en S4H</a:t>
            </a:r>
          </a:p>
        </p:txBody>
      </p:sp>
      <p:sp>
        <p:nvSpPr>
          <p:cNvPr id="39" name="Paralelogramo 38">
            <a:extLst>
              <a:ext uri="{FF2B5EF4-FFF2-40B4-BE49-F238E27FC236}">
                <a16:creationId xmlns:a16="http://schemas.microsoft.com/office/drawing/2014/main" id="{971C605C-6D54-7456-F8DA-AF6575FBE249}"/>
              </a:ext>
            </a:extLst>
          </p:cNvPr>
          <p:cNvSpPr/>
          <p:nvPr/>
        </p:nvSpPr>
        <p:spPr>
          <a:xfrm>
            <a:off x="2675186" y="2387017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41" name="Conector angular 13">
            <a:extLst>
              <a:ext uri="{FF2B5EF4-FFF2-40B4-BE49-F238E27FC236}">
                <a16:creationId xmlns:a16="http://schemas.microsoft.com/office/drawing/2014/main" id="{EB8E277A-737C-9925-EBA1-7347A4A2EF3F}"/>
              </a:ext>
            </a:extLst>
          </p:cNvPr>
          <p:cNvCxnSpPr>
            <a:endCxn id="39" idx="5"/>
          </p:cNvCxnSpPr>
          <p:nvPr/>
        </p:nvCxnSpPr>
        <p:spPr>
          <a:xfrm flipV="1">
            <a:off x="1821281" y="2537207"/>
            <a:ext cx="891453" cy="747926"/>
          </a:xfrm>
          <a:prstGeom prst="bentConnector3">
            <a:avLst>
              <a:gd name="adj1" fmla="val 699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CuadroTexto 111">
            <a:extLst>
              <a:ext uri="{FF2B5EF4-FFF2-40B4-BE49-F238E27FC236}">
                <a16:creationId xmlns:a16="http://schemas.microsoft.com/office/drawing/2014/main" id="{4B289FEB-7D2F-2162-B318-5453CE5102BC}"/>
              </a:ext>
            </a:extLst>
          </p:cNvPr>
          <p:cNvSpPr txBox="1"/>
          <p:nvPr/>
        </p:nvSpPr>
        <p:spPr>
          <a:xfrm>
            <a:off x="10419113" y="3582065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3" name="CuadroTexto 55">
            <a:extLst>
              <a:ext uri="{FF2B5EF4-FFF2-40B4-BE49-F238E27FC236}">
                <a16:creationId xmlns:a16="http://schemas.microsoft.com/office/drawing/2014/main" id="{E043C5A1-B6C2-E08C-09C8-6ADCC55A33B6}"/>
              </a:ext>
            </a:extLst>
          </p:cNvPr>
          <p:cNvSpPr txBox="1"/>
          <p:nvPr/>
        </p:nvSpPr>
        <p:spPr>
          <a:xfrm>
            <a:off x="10374734" y="4036281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Crédito creado en S4</a:t>
            </a:r>
          </a:p>
        </p:txBody>
      </p:sp>
      <p:cxnSp>
        <p:nvCxnSpPr>
          <p:cNvPr id="44" name="50 Conector recto de flecha">
            <a:extLst>
              <a:ext uri="{FF2B5EF4-FFF2-40B4-BE49-F238E27FC236}">
                <a16:creationId xmlns:a16="http://schemas.microsoft.com/office/drawing/2014/main" id="{E3E278A1-A017-6BEF-B4BA-43A61EAA7085}"/>
              </a:ext>
            </a:extLst>
          </p:cNvPr>
          <p:cNvCxnSpPr>
            <a:stCxn id="14" idx="3"/>
            <a:endCxn id="42" idx="1"/>
          </p:cNvCxnSpPr>
          <p:nvPr/>
        </p:nvCxnSpPr>
        <p:spPr>
          <a:xfrm>
            <a:off x="9684560" y="3809476"/>
            <a:ext cx="734553" cy="1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118">
            <a:extLst>
              <a:ext uri="{FF2B5EF4-FFF2-40B4-BE49-F238E27FC236}">
                <a16:creationId xmlns:a16="http://schemas.microsoft.com/office/drawing/2014/main" id="{54960C48-DB49-B838-5EBE-4A02A7F8CD4F}"/>
              </a:ext>
            </a:extLst>
          </p:cNvPr>
          <p:cNvSpPr txBox="1"/>
          <p:nvPr/>
        </p:nvSpPr>
        <p:spPr>
          <a:xfrm>
            <a:off x="10750414" y="556069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69521B1-EBFF-AF5F-7828-C311194A1B40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52" name="CuadroTexto 3">
            <a:extLst>
              <a:ext uri="{FF2B5EF4-FFF2-40B4-BE49-F238E27FC236}">
                <a16:creationId xmlns:a16="http://schemas.microsoft.com/office/drawing/2014/main" id="{A3F0D44E-092D-9260-DF70-8DE9345B6DD0}"/>
              </a:ext>
            </a:extLst>
          </p:cNvPr>
          <p:cNvSpPr txBox="1"/>
          <p:nvPr/>
        </p:nvSpPr>
        <p:spPr>
          <a:xfrm>
            <a:off x="9639498" y="4472662"/>
            <a:ext cx="7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</a:t>
            </a:r>
          </a:p>
        </p:txBody>
      </p:sp>
    </p:spTree>
    <p:extLst>
      <p:ext uri="{BB962C8B-B14F-4D97-AF65-F5344CB8AC3E}">
        <p14:creationId xmlns:p14="http://schemas.microsoft.com/office/powerpoint/2010/main" val="28661469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3323-48EC-5CDB-6BC4-40BB0CC4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3CFCF425-9813-B97B-A537-7EAE0F398B31}"/>
              </a:ext>
            </a:extLst>
          </p:cNvPr>
          <p:cNvSpPr/>
          <p:nvPr/>
        </p:nvSpPr>
        <p:spPr>
          <a:xfrm>
            <a:off x="909000" y="438480"/>
            <a:ext cx="9941880" cy="5894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b="1" spc="-1">
                <a:latin typeface="Arial"/>
              </a:rPr>
              <a:t>Arquitectura – Reversa Cobros Referenciados – Moratorios: </a:t>
            </a:r>
            <a:r>
              <a:rPr lang="es-MX" b="1" spc="-1" err="1">
                <a:latin typeface="Arial"/>
              </a:rPr>
              <a:t>Credilanas</a:t>
            </a:r>
            <a:r>
              <a:rPr lang="es-MX" b="1" spc="-1">
                <a:latin typeface="Arial"/>
              </a:rPr>
              <a:t>, </a:t>
            </a:r>
            <a:r>
              <a:rPr lang="es-MX" b="1" spc="-1">
                <a:solidFill>
                  <a:srgbClr val="ED7D30"/>
                </a:solidFill>
                <a:latin typeface="Arial"/>
              </a:rPr>
              <a:t>Mercaderías</a:t>
            </a:r>
            <a:r>
              <a:rPr lang="es-MX" b="1" spc="-1">
                <a:latin typeface="Arial"/>
              </a:rPr>
              <a:t>, Débitos </a:t>
            </a:r>
            <a:endParaRPr lang="es-MX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A53A5F07-8080-2273-D58E-89BF0FF88C4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EF9A8BB-EBA4-29F3-8718-B1ECD26CC2E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9A7813F2-7E5D-D0CD-6F98-77C4A314FC4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A46AFB0-C4D9-693E-6493-010D630B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8BD2248-DAC9-709A-ECA4-AF3E91C8C03A}"/>
              </a:ext>
            </a:extLst>
          </p:cNvPr>
          <p:cNvSpPr/>
          <p:nvPr/>
        </p:nvSpPr>
        <p:spPr>
          <a:xfrm>
            <a:off x="293168" y="2063685"/>
            <a:ext cx="1690763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22268FE-C4C3-7254-C7BB-EA2B9464D36D}"/>
              </a:ext>
            </a:extLst>
          </p:cNvPr>
          <p:cNvSpPr/>
          <p:nvPr/>
        </p:nvSpPr>
        <p:spPr>
          <a:xfrm>
            <a:off x="142801" y="1615680"/>
            <a:ext cx="198009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7A3986-1996-B011-3306-60100A3B8C6A}"/>
              </a:ext>
            </a:extLst>
          </p:cNvPr>
          <p:cNvSpPr/>
          <p:nvPr/>
        </p:nvSpPr>
        <p:spPr>
          <a:xfrm>
            <a:off x="4022369" y="1615680"/>
            <a:ext cx="19346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C09BF1-12A3-4FB2-253A-7768FD9935E8}"/>
              </a:ext>
            </a:extLst>
          </p:cNvPr>
          <p:cNvSpPr/>
          <p:nvPr/>
        </p:nvSpPr>
        <p:spPr>
          <a:xfrm>
            <a:off x="6095999" y="1590323"/>
            <a:ext cx="593771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6C83F4D-841C-58B2-A404-E5FDBCF1318B}"/>
              </a:ext>
            </a:extLst>
          </p:cNvPr>
          <p:cNvSpPr/>
          <p:nvPr/>
        </p:nvSpPr>
        <p:spPr>
          <a:xfrm>
            <a:off x="2246048" y="1615680"/>
            <a:ext cx="164233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8AE869-347D-0494-044A-8CF13D5FF7A7}"/>
              </a:ext>
            </a:extLst>
          </p:cNvPr>
          <p:cNvSpPr txBox="1"/>
          <p:nvPr/>
        </p:nvSpPr>
        <p:spPr>
          <a:xfrm>
            <a:off x="4021547" y="1189306"/>
            <a:ext cx="8017494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701DA7-A61D-4E63-9317-6D7F2CE40840}"/>
              </a:ext>
            </a:extLst>
          </p:cNvPr>
          <p:cNvSpPr txBox="1"/>
          <p:nvPr/>
        </p:nvSpPr>
        <p:spPr>
          <a:xfrm>
            <a:off x="2246048" y="1189306"/>
            <a:ext cx="1642335" cy="24622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B0C1D7-70E7-63AD-73D1-F2A5D72D3F6A}"/>
              </a:ext>
            </a:extLst>
          </p:cNvPr>
          <p:cNvSpPr/>
          <p:nvPr/>
        </p:nvSpPr>
        <p:spPr>
          <a:xfrm>
            <a:off x="426940" y="3011151"/>
            <a:ext cx="1382509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Moratorios</a:t>
            </a:r>
          </a:p>
        </p:txBody>
      </p:sp>
      <p:sp>
        <p:nvSpPr>
          <p:cNvPr id="13" name="CuadroTexto 56">
            <a:extLst>
              <a:ext uri="{FF2B5EF4-FFF2-40B4-BE49-F238E27FC236}">
                <a16:creationId xmlns:a16="http://schemas.microsoft.com/office/drawing/2014/main" id="{DE7E30F5-93CE-1F57-8F54-0B791B61D79F}"/>
              </a:ext>
            </a:extLst>
          </p:cNvPr>
          <p:cNvSpPr txBox="1"/>
          <p:nvPr/>
        </p:nvSpPr>
        <p:spPr>
          <a:xfrm>
            <a:off x="4463071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14" name="Diagrama de flujo: documento 13">
            <a:extLst>
              <a:ext uri="{FF2B5EF4-FFF2-40B4-BE49-F238E27FC236}">
                <a16:creationId xmlns:a16="http://schemas.microsoft.com/office/drawing/2014/main" id="{B47B7FF3-E86B-EC50-16EA-97EC85E46730}"/>
              </a:ext>
            </a:extLst>
          </p:cNvPr>
          <p:cNvSpPr/>
          <p:nvPr/>
        </p:nvSpPr>
        <p:spPr>
          <a:xfrm>
            <a:off x="8497088" y="3508192"/>
            <a:ext cx="1187472" cy="60256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cxnSp>
        <p:nvCxnSpPr>
          <p:cNvPr id="15" name="Conector: angular 12">
            <a:extLst>
              <a:ext uri="{FF2B5EF4-FFF2-40B4-BE49-F238E27FC236}">
                <a16:creationId xmlns:a16="http://schemas.microsoft.com/office/drawing/2014/main" id="{3B8349D8-C9B4-8332-BE57-B3661FC6B85A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809449" y="3293932"/>
            <a:ext cx="2653622" cy="517442"/>
          </a:xfrm>
          <a:prstGeom prst="bentConnector3">
            <a:avLst>
              <a:gd name="adj1" fmla="val 88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5655AEF-A400-7890-0337-2FB5C0EE0A82}"/>
              </a:ext>
            </a:extLst>
          </p:cNvPr>
          <p:cNvSpPr txBox="1"/>
          <p:nvPr/>
        </p:nvSpPr>
        <p:spPr>
          <a:xfrm>
            <a:off x="6756127" y="4428647"/>
            <a:ext cx="1080000" cy="331200"/>
          </a:xfrm>
          <a:prstGeom prst="rect">
            <a:avLst/>
          </a:prstGeom>
          <a:solidFill>
            <a:srgbClr val="ED7D30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B47F693-0E45-6FBD-9A62-280C8A19B97B}"/>
              </a:ext>
            </a:extLst>
          </p:cNvPr>
          <p:cNvSpPr/>
          <p:nvPr/>
        </p:nvSpPr>
        <p:spPr>
          <a:xfrm>
            <a:off x="8469294" y="4288247"/>
            <a:ext cx="1235152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8" name="Conector: angular 12">
            <a:extLst>
              <a:ext uri="{FF2B5EF4-FFF2-40B4-BE49-F238E27FC236}">
                <a16:creationId xmlns:a16="http://schemas.microsoft.com/office/drawing/2014/main" id="{4FFEE652-DF60-64F7-FF9E-8A5C1D376E0C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1809449" y="3293932"/>
            <a:ext cx="2653622" cy="1300315"/>
          </a:xfrm>
          <a:prstGeom prst="bentConnector3">
            <a:avLst>
              <a:gd name="adj1" fmla="val 878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4B81BA9-0A25-3B65-239B-3998DB45C009}"/>
              </a:ext>
            </a:extLst>
          </p:cNvPr>
          <p:cNvSpPr txBox="1"/>
          <p:nvPr/>
        </p:nvSpPr>
        <p:spPr>
          <a:xfrm>
            <a:off x="4463071" y="442864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PV01_CM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EF24237-3485-9D6B-2774-656D2EEB3AF7}"/>
              </a:ext>
            </a:extLst>
          </p:cNvPr>
          <p:cNvCxnSpPr>
            <a:cxnSpLocks/>
            <a:stCxn id="19" idx="3"/>
            <a:endCxn id="16" idx="1"/>
          </p:cNvCxnSpPr>
          <p:nvPr/>
        </p:nvCxnSpPr>
        <p:spPr>
          <a:xfrm>
            <a:off x="5543071" y="4594247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A644941-796A-9107-A58C-657C6303A88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836127" y="4594247"/>
            <a:ext cx="633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F95266E-A405-B626-6A90-9DAF2CAD504D}"/>
              </a:ext>
            </a:extLst>
          </p:cNvPr>
          <p:cNvSpPr txBox="1"/>
          <p:nvPr/>
        </p:nvSpPr>
        <p:spPr>
          <a:xfrm>
            <a:off x="152960" y="1639594"/>
            <a:ext cx="1545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23" name="Paralelogramo 22">
            <a:extLst>
              <a:ext uri="{FF2B5EF4-FFF2-40B4-BE49-F238E27FC236}">
                <a16:creationId xmlns:a16="http://schemas.microsoft.com/office/drawing/2014/main" id="{11072805-38C2-E57D-18CB-8D9EA9362E8D}"/>
              </a:ext>
            </a:extLst>
          </p:cNvPr>
          <p:cNvSpPr/>
          <p:nvPr/>
        </p:nvSpPr>
        <p:spPr>
          <a:xfrm>
            <a:off x="10356861" y="5718742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ZME_ ZSPLIT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7035C69-81A5-1A1E-D38F-F25CA0C777AA}"/>
              </a:ext>
            </a:extLst>
          </p:cNvPr>
          <p:cNvSpPr txBox="1"/>
          <p:nvPr/>
        </p:nvSpPr>
        <p:spPr>
          <a:xfrm>
            <a:off x="6756127" y="576332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TZ01-Mercaderias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25" name="Conector angular 56">
            <a:extLst>
              <a:ext uri="{FF2B5EF4-FFF2-40B4-BE49-F238E27FC236}">
                <a16:creationId xmlns:a16="http://schemas.microsoft.com/office/drawing/2014/main" id="{4EE05BEE-E428-2320-468E-1B4CA2CAD047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1809449" y="3293932"/>
            <a:ext cx="4946678" cy="2634997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1025232-6CC9-122E-D8F5-8832709B063F}"/>
              </a:ext>
            </a:extLst>
          </p:cNvPr>
          <p:cNvSpPr txBox="1"/>
          <p:nvPr/>
        </p:nvSpPr>
        <p:spPr>
          <a:xfrm>
            <a:off x="7974772" y="5594052"/>
            <a:ext cx="243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de moratorios, remanente, fecha de pago</a:t>
            </a:r>
          </a:p>
        </p:txBody>
      </p:sp>
      <p:sp>
        <p:nvSpPr>
          <p:cNvPr id="27" name="CuadroTexto 56">
            <a:extLst>
              <a:ext uri="{FF2B5EF4-FFF2-40B4-BE49-F238E27FC236}">
                <a16:creationId xmlns:a16="http://schemas.microsoft.com/office/drawing/2014/main" id="{938AE8CE-2A7E-36C9-C4F6-1694E1E6AD92}"/>
              </a:ext>
            </a:extLst>
          </p:cNvPr>
          <p:cNvSpPr txBox="1"/>
          <p:nvPr/>
        </p:nvSpPr>
        <p:spPr>
          <a:xfrm>
            <a:off x="6756127" y="3631374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0DC01AE-8DC0-7080-0FCE-620419049911}"/>
              </a:ext>
            </a:extLst>
          </p:cNvPr>
          <p:cNvCxnSpPr>
            <a:cxnSpLocks/>
            <a:stCxn id="13" idx="3"/>
            <a:endCxn id="27" idx="1"/>
          </p:cNvCxnSpPr>
          <p:nvPr/>
        </p:nvCxnSpPr>
        <p:spPr>
          <a:xfrm>
            <a:off x="5543071" y="3811374"/>
            <a:ext cx="1213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7B4A382-A065-51AD-D4F0-6742ED7C71B6}"/>
              </a:ext>
            </a:extLst>
          </p:cNvPr>
          <p:cNvSpPr txBox="1"/>
          <p:nvPr/>
        </p:nvSpPr>
        <p:spPr>
          <a:xfrm>
            <a:off x="142801" y="1205060"/>
            <a:ext cx="197008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AAC0A06-DF14-F452-6413-12D751D73375}"/>
              </a:ext>
            </a:extLst>
          </p:cNvPr>
          <p:cNvSpPr/>
          <p:nvPr/>
        </p:nvSpPr>
        <p:spPr>
          <a:xfrm>
            <a:off x="925913" y="2141534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D</a:t>
            </a:r>
          </a:p>
        </p:txBody>
      </p: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A3089F6B-BE8B-575C-1329-B69815020DED}"/>
              </a:ext>
            </a:extLst>
          </p:cNvPr>
          <p:cNvSpPr/>
          <p:nvPr/>
        </p:nvSpPr>
        <p:spPr>
          <a:xfrm>
            <a:off x="10356861" y="2522299"/>
            <a:ext cx="124615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ZREFERENCIA</a:t>
            </a:r>
          </a:p>
        </p:txBody>
      </p:sp>
      <p:cxnSp>
        <p:nvCxnSpPr>
          <p:cNvPr id="32" name="Conector angular 16">
            <a:extLst>
              <a:ext uri="{FF2B5EF4-FFF2-40B4-BE49-F238E27FC236}">
                <a16:creationId xmlns:a16="http://schemas.microsoft.com/office/drawing/2014/main" id="{6D5CE81D-50C3-A675-032D-D5DFAE9C7C6A}"/>
              </a:ext>
            </a:extLst>
          </p:cNvPr>
          <p:cNvCxnSpPr>
            <a:cxnSpLocks/>
            <a:stCxn id="12" idx="3"/>
            <a:endCxn id="33" idx="1"/>
          </p:cNvCxnSpPr>
          <p:nvPr/>
        </p:nvCxnSpPr>
        <p:spPr>
          <a:xfrm flipV="1">
            <a:off x="1809449" y="2731601"/>
            <a:ext cx="4946678" cy="562331"/>
          </a:xfrm>
          <a:prstGeom prst="bentConnector3">
            <a:avLst>
              <a:gd name="adj1" fmla="val 92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56">
            <a:extLst>
              <a:ext uri="{FF2B5EF4-FFF2-40B4-BE49-F238E27FC236}">
                <a16:creationId xmlns:a16="http://schemas.microsoft.com/office/drawing/2014/main" id="{2F7CFA5A-5DE6-BADD-294F-4A997DDFD359}"/>
              </a:ext>
            </a:extLst>
          </p:cNvPr>
          <p:cNvSpPr txBox="1"/>
          <p:nvPr/>
        </p:nvSpPr>
        <p:spPr>
          <a:xfrm>
            <a:off x="6756127" y="2551601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N-CXC-01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278BC07-1CD7-F745-BC2C-1DFDFA35C8D3}"/>
              </a:ext>
            </a:extLst>
          </p:cNvPr>
          <p:cNvCxnSpPr>
            <a:stCxn id="33" idx="3"/>
            <a:endCxn id="31" idx="5"/>
          </p:cNvCxnSpPr>
          <p:nvPr/>
        </p:nvCxnSpPr>
        <p:spPr>
          <a:xfrm>
            <a:off x="7836127" y="2731601"/>
            <a:ext cx="2573281" cy="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D06D2520-8976-F454-5BD8-969AFB4D206A}"/>
              </a:ext>
            </a:extLst>
          </p:cNvPr>
          <p:cNvCxnSpPr>
            <a:stCxn id="27" idx="3"/>
            <a:endCxn id="14" idx="1"/>
          </p:cNvCxnSpPr>
          <p:nvPr/>
        </p:nvCxnSpPr>
        <p:spPr>
          <a:xfrm flipV="1">
            <a:off x="7836127" y="3809476"/>
            <a:ext cx="660961" cy="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2A90551E-8BA2-0A10-9AB3-7783AE93C3EF}"/>
              </a:ext>
            </a:extLst>
          </p:cNvPr>
          <p:cNvCxnSpPr>
            <a:cxnSpLocks/>
            <a:stCxn id="24" idx="3"/>
            <a:endCxn id="23" idx="5"/>
          </p:cNvCxnSpPr>
          <p:nvPr/>
        </p:nvCxnSpPr>
        <p:spPr>
          <a:xfrm>
            <a:off x="7836127" y="5928929"/>
            <a:ext cx="2573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544EFC2-2F8C-EF92-05CA-BE79BF904536}"/>
              </a:ext>
            </a:extLst>
          </p:cNvPr>
          <p:cNvCxnSpPr>
            <a:cxnSpLocks/>
            <a:stCxn id="30" idx="4"/>
            <a:endCxn id="12" idx="0"/>
          </p:cNvCxnSpPr>
          <p:nvPr/>
        </p:nvCxnSpPr>
        <p:spPr>
          <a:xfrm flipH="1">
            <a:off x="1118195" y="2501534"/>
            <a:ext cx="5718" cy="509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E207996-179C-60D7-AF89-E5F3CC282737}"/>
              </a:ext>
            </a:extLst>
          </p:cNvPr>
          <p:cNvSpPr txBox="1"/>
          <p:nvPr/>
        </p:nvSpPr>
        <p:spPr>
          <a:xfrm>
            <a:off x="8138635" y="2551328"/>
            <a:ext cx="2218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Actualizar el folio de Reversa del cobro emitido en S4H</a:t>
            </a:r>
          </a:p>
        </p:txBody>
      </p:sp>
      <p:sp>
        <p:nvSpPr>
          <p:cNvPr id="39" name="Paralelogramo 38">
            <a:extLst>
              <a:ext uri="{FF2B5EF4-FFF2-40B4-BE49-F238E27FC236}">
                <a16:creationId xmlns:a16="http://schemas.microsoft.com/office/drawing/2014/main" id="{39B717FE-C830-0262-5274-4F21157FF788}"/>
              </a:ext>
            </a:extLst>
          </p:cNvPr>
          <p:cNvSpPr/>
          <p:nvPr/>
        </p:nvSpPr>
        <p:spPr>
          <a:xfrm>
            <a:off x="2675186" y="2387017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41" name="Conector angular 13">
            <a:extLst>
              <a:ext uri="{FF2B5EF4-FFF2-40B4-BE49-F238E27FC236}">
                <a16:creationId xmlns:a16="http://schemas.microsoft.com/office/drawing/2014/main" id="{61B15E87-125F-DDA5-7A90-EC463F771AA8}"/>
              </a:ext>
            </a:extLst>
          </p:cNvPr>
          <p:cNvCxnSpPr>
            <a:endCxn id="39" idx="5"/>
          </p:cNvCxnSpPr>
          <p:nvPr/>
        </p:nvCxnSpPr>
        <p:spPr>
          <a:xfrm flipV="1">
            <a:off x="1821281" y="2537207"/>
            <a:ext cx="891453" cy="747926"/>
          </a:xfrm>
          <a:prstGeom prst="bentConnector3">
            <a:avLst>
              <a:gd name="adj1" fmla="val 699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CuadroTexto 111">
            <a:extLst>
              <a:ext uri="{FF2B5EF4-FFF2-40B4-BE49-F238E27FC236}">
                <a16:creationId xmlns:a16="http://schemas.microsoft.com/office/drawing/2014/main" id="{E11CF2F9-F485-A2B9-D4FF-BB949EC75C90}"/>
              </a:ext>
            </a:extLst>
          </p:cNvPr>
          <p:cNvSpPr txBox="1"/>
          <p:nvPr/>
        </p:nvSpPr>
        <p:spPr>
          <a:xfrm>
            <a:off x="10419113" y="3582065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3" name="CuadroTexto 55">
            <a:extLst>
              <a:ext uri="{FF2B5EF4-FFF2-40B4-BE49-F238E27FC236}">
                <a16:creationId xmlns:a16="http://schemas.microsoft.com/office/drawing/2014/main" id="{C0B1A214-89E3-077F-9E59-5E627123C283}"/>
              </a:ext>
            </a:extLst>
          </p:cNvPr>
          <p:cNvSpPr txBox="1"/>
          <p:nvPr/>
        </p:nvSpPr>
        <p:spPr>
          <a:xfrm>
            <a:off x="10374734" y="4036281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Crédito creado en S4</a:t>
            </a:r>
          </a:p>
        </p:txBody>
      </p:sp>
      <p:cxnSp>
        <p:nvCxnSpPr>
          <p:cNvPr id="44" name="50 Conector recto de flecha">
            <a:extLst>
              <a:ext uri="{FF2B5EF4-FFF2-40B4-BE49-F238E27FC236}">
                <a16:creationId xmlns:a16="http://schemas.microsoft.com/office/drawing/2014/main" id="{CB3750E2-5A74-3CD1-CB0A-A21DB383C73A}"/>
              </a:ext>
            </a:extLst>
          </p:cNvPr>
          <p:cNvCxnSpPr>
            <a:stCxn id="14" idx="3"/>
            <a:endCxn id="42" idx="1"/>
          </p:cNvCxnSpPr>
          <p:nvPr/>
        </p:nvCxnSpPr>
        <p:spPr>
          <a:xfrm>
            <a:off x="9684560" y="3809476"/>
            <a:ext cx="734553" cy="1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118">
            <a:extLst>
              <a:ext uri="{FF2B5EF4-FFF2-40B4-BE49-F238E27FC236}">
                <a16:creationId xmlns:a16="http://schemas.microsoft.com/office/drawing/2014/main" id="{5BB567C6-D115-FDBD-E86A-DA36B517EC30}"/>
              </a:ext>
            </a:extLst>
          </p:cNvPr>
          <p:cNvSpPr txBox="1"/>
          <p:nvPr/>
        </p:nvSpPr>
        <p:spPr>
          <a:xfrm>
            <a:off x="10750414" y="556069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4FCD68F-3F89-A57B-55AA-2C224C028440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52" name="CuadroTexto 3">
            <a:extLst>
              <a:ext uri="{FF2B5EF4-FFF2-40B4-BE49-F238E27FC236}">
                <a16:creationId xmlns:a16="http://schemas.microsoft.com/office/drawing/2014/main" id="{EDDC9DD2-D312-8FC6-9AA5-B8C2755DBFE3}"/>
              </a:ext>
            </a:extLst>
          </p:cNvPr>
          <p:cNvSpPr txBox="1"/>
          <p:nvPr/>
        </p:nvSpPr>
        <p:spPr>
          <a:xfrm>
            <a:off x="9639498" y="4472662"/>
            <a:ext cx="7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</a:t>
            </a:r>
          </a:p>
        </p:txBody>
      </p:sp>
    </p:spTree>
    <p:extLst>
      <p:ext uri="{BB962C8B-B14F-4D97-AF65-F5344CB8AC3E}">
        <p14:creationId xmlns:p14="http://schemas.microsoft.com/office/powerpoint/2010/main" val="264994388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7DA6-BD99-52F0-CCA2-970E2E88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E5642361-C171-8D0E-36AF-45EC352364CE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33DA8E75-28F8-EEF5-C765-E6C6586C3D0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1832A08-9CD0-D037-0282-0CCA7F4988D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2AD4D83-100D-5619-0CF2-150E05D1E38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8E5E10D-E408-9C3B-3327-2EF29755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3B9A1D8B-E60F-DD9F-2890-A29890E3F1C4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414934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E039-092C-3765-01F4-6F1E042F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9B684CE0-F179-AF7C-E7F1-5D21910A66E4}"/>
              </a:ext>
            </a:extLst>
          </p:cNvPr>
          <p:cNvSpPr/>
          <p:nvPr/>
        </p:nvSpPr>
        <p:spPr>
          <a:xfrm>
            <a:off x="2499536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AE3283B-CB8F-2032-971B-DC131B70E3B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91197BA-A630-BD4F-4579-EBB56DE97753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FA3C878-AEEC-C164-E499-EA76F6228FD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2F8FCE0-37C2-1036-92D4-2DEDDC51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2C508BB-BEEB-29A1-1D72-8395E582B438}"/>
              </a:ext>
            </a:extLst>
          </p:cNvPr>
          <p:cNvSpPr/>
          <p:nvPr/>
        </p:nvSpPr>
        <p:spPr>
          <a:xfrm>
            <a:off x="6648172" y="1587661"/>
            <a:ext cx="542418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7A57AB-96F5-D522-557F-E2D14970178F}"/>
              </a:ext>
            </a:extLst>
          </p:cNvPr>
          <p:cNvSpPr/>
          <p:nvPr/>
        </p:nvSpPr>
        <p:spPr>
          <a:xfrm>
            <a:off x="4541615" y="1587661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3FE1FEB-5878-7DD7-159E-788AEA1F44F2}"/>
              </a:ext>
            </a:extLst>
          </p:cNvPr>
          <p:cNvSpPr txBox="1"/>
          <p:nvPr/>
        </p:nvSpPr>
        <p:spPr>
          <a:xfrm>
            <a:off x="4553414" y="1263736"/>
            <a:ext cx="751894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4237F5B-629F-AD1F-F561-4ECBE76B9B3A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07137B6-CB2D-D8F8-293D-BB4ED13926BD}"/>
              </a:ext>
            </a:extLst>
          </p:cNvPr>
          <p:cNvSpPr txBox="1"/>
          <p:nvPr/>
        </p:nvSpPr>
        <p:spPr>
          <a:xfrm>
            <a:off x="7103481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752FCD-F77E-4389-BE30-98601495BAA2}"/>
              </a:ext>
            </a:extLst>
          </p:cNvPr>
          <p:cNvSpPr/>
          <p:nvPr/>
        </p:nvSpPr>
        <p:spPr>
          <a:xfrm>
            <a:off x="10105777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BE782359-96B5-BCD5-31A7-CE47AB5F21B7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2A46A83-B2C3-FB04-4DC8-A372798D2816}"/>
              </a:ext>
            </a:extLst>
          </p:cNvPr>
          <p:cNvSpPr txBox="1"/>
          <p:nvPr/>
        </p:nvSpPr>
        <p:spPr>
          <a:xfrm>
            <a:off x="7103481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        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DA94A491-3E63-AB28-F3A1-B3719B2280B5}"/>
              </a:ext>
            </a:extLst>
          </p:cNvPr>
          <p:cNvSpPr/>
          <p:nvPr/>
        </p:nvSpPr>
        <p:spPr>
          <a:xfrm>
            <a:off x="2767227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Distribución</a:t>
            </a:r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 Cobros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84888425-54D1-0816-654D-CE6FA6E3C4EA}"/>
              </a:ext>
            </a:extLst>
          </p:cNvPr>
          <p:cNvSpPr/>
          <p:nvPr/>
        </p:nvSpPr>
        <p:spPr>
          <a:xfrm>
            <a:off x="3194044" y="536493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2F3DE0D9-A7D1-A21E-1CE9-D22EA48179B4}"/>
              </a:ext>
            </a:extLst>
          </p:cNvPr>
          <p:cNvCxnSpPr>
            <a:cxnSpLocks/>
            <a:stCxn id="64" idx="3"/>
            <a:endCxn id="12" idx="1"/>
          </p:cNvCxnSpPr>
          <p:nvPr/>
        </p:nvCxnSpPr>
        <p:spPr>
          <a:xfrm flipV="1">
            <a:off x="4002229" y="2441873"/>
            <a:ext cx="3101252" cy="604259"/>
          </a:xfrm>
          <a:prstGeom prst="bentConnector3">
            <a:avLst>
              <a:gd name="adj1" fmla="val 8993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C983FFBF-8626-91FB-289B-552F9C1EE14E}"/>
              </a:ext>
            </a:extLst>
          </p:cNvPr>
          <p:cNvCxnSpPr>
            <a:cxnSpLocks/>
            <a:stCxn id="64" idx="3"/>
            <a:endCxn id="50" idx="1"/>
          </p:cNvCxnSpPr>
          <p:nvPr/>
        </p:nvCxnSpPr>
        <p:spPr>
          <a:xfrm flipV="1">
            <a:off x="4002229" y="3045425"/>
            <a:ext cx="3101252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796722D-E6AB-87E3-0379-4066AB2FB754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8183481" y="2430127"/>
            <a:ext cx="1922296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CDE0AD6-E58E-5EC8-432C-00BD627E3181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8183481" y="3045425"/>
            <a:ext cx="323767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B681861-F465-2A82-0536-B1775BDF6D04}"/>
              </a:ext>
            </a:extLst>
          </p:cNvPr>
          <p:cNvSpPr/>
          <p:nvPr/>
        </p:nvSpPr>
        <p:spPr>
          <a:xfrm>
            <a:off x="2421717" y="1587661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3C13A09-8D33-4A43-B077-BE0908E78ED9}"/>
              </a:ext>
            </a:extLst>
          </p:cNvPr>
          <p:cNvSpPr txBox="1"/>
          <p:nvPr/>
        </p:nvSpPr>
        <p:spPr>
          <a:xfrm>
            <a:off x="2421717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5D48FF1-A8EF-867C-9EF0-8954DD8E00D9}"/>
              </a:ext>
            </a:extLst>
          </p:cNvPr>
          <p:cNvSpPr/>
          <p:nvPr/>
        </p:nvSpPr>
        <p:spPr>
          <a:xfrm>
            <a:off x="640375" y="158766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B378B3C-0A76-C581-3124-1029394626EC}"/>
              </a:ext>
            </a:extLst>
          </p:cNvPr>
          <p:cNvSpPr txBox="1"/>
          <p:nvPr/>
        </p:nvSpPr>
        <p:spPr>
          <a:xfrm>
            <a:off x="640374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4F239E0E-A04A-81A1-F3C3-F435081E254E}"/>
              </a:ext>
            </a:extLst>
          </p:cNvPr>
          <p:cNvSpPr/>
          <p:nvPr/>
        </p:nvSpPr>
        <p:spPr>
          <a:xfrm>
            <a:off x="900798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597391B8-C08E-2C3F-BF36-DE6A18DFBE77}"/>
              </a:ext>
            </a:extLst>
          </p:cNvPr>
          <p:cNvCxnSpPr>
            <a:cxnSpLocks/>
            <a:stCxn id="64" idx="1"/>
            <a:endCxn id="7" idx="2"/>
          </p:cNvCxnSpPr>
          <p:nvPr/>
        </p:nvCxnSpPr>
        <p:spPr>
          <a:xfrm rot="10800000" flipV="1">
            <a:off x="1850569" y="3046131"/>
            <a:ext cx="91665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Paralelogramo 41">
            <a:extLst>
              <a:ext uri="{FF2B5EF4-FFF2-40B4-BE49-F238E27FC236}">
                <a16:creationId xmlns:a16="http://schemas.microsoft.com/office/drawing/2014/main" id="{0194F2ED-6BC9-16D5-AFB9-20E2D23B0556}"/>
              </a:ext>
            </a:extLst>
          </p:cNvPr>
          <p:cNvSpPr/>
          <p:nvPr/>
        </p:nvSpPr>
        <p:spPr>
          <a:xfrm>
            <a:off x="8469700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9AD2AB8-5634-3B7D-1E54-48B097C4367A}"/>
              </a:ext>
            </a:extLst>
          </p:cNvPr>
          <p:cNvSpPr txBox="1"/>
          <p:nvPr/>
        </p:nvSpPr>
        <p:spPr>
          <a:xfrm>
            <a:off x="7103481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 </a:t>
            </a:r>
          </a:p>
        </p:txBody>
      </p:sp>
      <p:cxnSp>
        <p:nvCxnSpPr>
          <p:cNvPr id="59" name="Conector angular 58">
            <a:extLst>
              <a:ext uri="{FF2B5EF4-FFF2-40B4-BE49-F238E27FC236}">
                <a16:creationId xmlns:a16="http://schemas.microsoft.com/office/drawing/2014/main" id="{091EFFFF-2005-B87F-46A7-50872C1DA0D3}"/>
              </a:ext>
            </a:extLst>
          </p:cNvPr>
          <p:cNvCxnSpPr>
            <a:stCxn id="54" idx="3"/>
            <a:endCxn id="42" idx="5"/>
          </p:cNvCxnSpPr>
          <p:nvPr/>
        </p:nvCxnSpPr>
        <p:spPr>
          <a:xfrm>
            <a:off x="8183481" y="3520169"/>
            <a:ext cx="323767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ector angular 60">
            <a:extLst>
              <a:ext uri="{FF2B5EF4-FFF2-40B4-BE49-F238E27FC236}">
                <a16:creationId xmlns:a16="http://schemas.microsoft.com/office/drawing/2014/main" id="{C2EED3D2-766C-0169-9E28-7041B8848876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>
            <a:off x="4002229" y="3046132"/>
            <a:ext cx="3101252" cy="474037"/>
          </a:xfrm>
          <a:prstGeom prst="bentConnector3">
            <a:avLst>
              <a:gd name="adj1" fmla="val 8993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A56359F5-9626-77F8-384D-60F61F543AA9}"/>
              </a:ext>
            </a:extLst>
          </p:cNvPr>
          <p:cNvCxnSpPr>
            <a:cxnSpLocks/>
            <a:stCxn id="64" idx="2"/>
            <a:endCxn id="35" idx="0"/>
          </p:cNvCxnSpPr>
          <p:nvPr/>
        </p:nvCxnSpPr>
        <p:spPr>
          <a:xfrm>
            <a:off x="3384728" y="3262132"/>
            <a:ext cx="0" cy="56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1053FA8-10C2-A260-AB67-3D37CC377672}"/>
              </a:ext>
            </a:extLst>
          </p:cNvPr>
          <p:cNvSpPr/>
          <p:nvPr/>
        </p:nvSpPr>
        <p:spPr>
          <a:xfrm>
            <a:off x="2767227" y="38316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FD6A76F-BC4F-6B41-8F79-2264294CA36E}"/>
              </a:ext>
            </a:extLst>
          </p:cNvPr>
          <p:cNvSpPr txBox="1"/>
          <p:nvPr/>
        </p:nvSpPr>
        <p:spPr>
          <a:xfrm>
            <a:off x="4849027" y="38855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7D92A28-3EA0-CFD7-BD92-0EF9A461B609}"/>
              </a:ext>
            </a:extLst>
          </p:cNvPr>
          <p:cNvSpPr txBox="1"/>
          <p:nvPr/>
        </p:nvSpPr>
        <p:spPr>
          <a:xfrm>
            <a:off x="7103481" y="38855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6D4CC55-A595-638C-1BE9-6A12DCBE31AE}"/>
              </a:ext>
            </a:extLst>
          </p:cNvPr>
          <p:cNvSpPr/>
          <p:nvPr/>
        </p:nvSpPr>
        <p:spPr>
          <a:xfrm>
            <a:off x="10105166" y="38345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E02ED121-355A-7163-E15B-70F766E09E2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4002229" y="4047565"/>
            <a:ext cx="846798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9E96DE8A-A56E-CA0E-DA28-59A84979CF31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5929027" y="4047565"/>
            <a:ext cx="1174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246AE756-CF1E-02EE-8C91-CFC24A040595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183481" y="4047565"/>
            <a:ext cx="192168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122C5E8E-4069-AC44-88F4-8198DC667EAA}"/>
              </a:ext>
            </a:extLst>
          </p:cNvPr>
          <p:cNvSpPr txBox="1"/>
          <p:nvPr/>
        </p:nvSpPr>
        <p:spPr>
          <a:xfrm>
            <a:off x="11179185" y="3820304"/>
            <a:ext cx="818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*Afecta cuenta de banco, BP</a:t>
            </a:r>
          </a:p>
        </p:txBody>
      </p:sp>
      <p:sp>
        <p:nvSpPr>
          <p:cNvPr id="71" name="CuadroTexto 56">
            <a:extLst>
              <a:ext uri="{FF2B5EF4-FFF2-40B4-BE49-F238E27FC236}">
                <a16:creationId xmlns:a16="http://schemas.microsoft.com/office/drawing/2014/main" id="{2F2283FE-ACE8-E1CC-C8A1-B1DCD1081258}"/>
              </a:ext>
            </a:extLst>
          </p:cNvPr>
          <p:cNvSpPr txBox="1"/>
          <p:nvPr/>
        </p:nvSpPr>
        <p:spPr>
          <a:xfrm>
            <a:off x="4849027" y="46610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</a:t>
            </a:r>
          </a:p>
        </p:txBody>
      </p:sp>
      <p:sp>
        <p:nvSpPr>
          <p:cNvPr id="72" name="Diagrama de flujo: documento 84">
            <a:extLst>
              <a:ext uri="{FF2B5EF4-FFF2-40B4-BE49-F238E27FC236}">
                <a16:creationId xmlns:a16="http://schemas.microsoft.com/office/drawing/2014/main" id="{E73F7F06-F008-14CD-7EF3-37145971CBC9}"/>
              </a:ext>
            </a:extLst>
          </p:cNvPr>
          <p:cNvSpPr/>
          <p:nvPr/>
        </p:nvSpPr>
        <p:spPr>
          <a:xfrm>
            <a:off x="10105777" y="4516284"/>
            <a:ext cx="1080000" cy="61422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Crédito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</a:rPr>
              <a:t>CFDI - PUE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898FBAF9-031D-E442-B688-42941426AA5C}"/>
              </a:ext>
            </a:extLst>
          </p:cNvPr>
          <p:cNvSpPr txBox="1"/>
          <p:nvPr/>
        </p:nvSpPr>
        <p:spPr>
          <a:xfrm>
            <a:off x="7103481" y="465987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PV02_CI-FI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466F1463-C018-3B76-6D1C-EDB67156B992}"/>
              </a:ext>
            </a:extLst>
          </p:cNvPr>
          <p:cNvCxnSpPr>
            <a:cxnSpLocks/>
            <a:stCxn id="73" idx="3"/>
            <a:endCxn id="72" idx="1"/>
          </p:cNvCxnSpPr>
          <p:nvPr/>
        </p:nvCxnSpPr>
        <p:spPr>
          <a:xfrm>
            <a:off x="8183481" y="4821871"/>
            <a:ext cx="1922296" cy="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2D5984ED-33D1-8238-8F33-9C3E6105A778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 flipV="1">
            <a:off x="5929027" y="4821871"/>
            <a:ext cx="1174454" cy="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0B9A4A1-3289-5023-4259-D6D00B7F1B43}"/>
              </a:ext>
            </a:extLst>
          </p:cNvPr>
          <p:cNvSpPr txBox="1"/>
          <p:nvPr/>
        </p:nvSpPr>
        <p:spPr>
          <a:xfrm>
            <a:off x="10105777" y="543969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5802594E-65A8-9D2D-4428-085925000E5D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>
            <a:off x="10645777" y="5089898"/>
            <a:ext cx="0" cy="34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7B9530A-D223-EC70-2AE7-5BEE44E94F4D}"/>
              </a:ext>
            </a:extLst>
          </p:cNvPr>
          <p:cNvSpPr txBox="1"/>
          <p:nvPr/>
        </p:nvSpPr>
        <p:spPr>
          <a:xfrm>
            <a:off x="10005047" y="5770898"/>
            <a:ext cx="176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DAB2F272-3F3B-B84C-2EF3-F5C753B8D648}"/>
              </a:ext>
            </a:extLst>
          </p:cNvPr>
          <p:cNvSpPr/>
          <p:nvPr/>
        </p:nvSpPr>
        <p:spPr>
          <a:xfrm>
            <a:off x="2767226" y="4603709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Importe 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(Dentro del Mes)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6D85387-5687-4AC3-41D2-7F203004CA2D}"/>
              </a:ext>
            </a:extLst>
          </p:cNvPr>
          <p:cNvCxnSpPr>
            <a:stCxn id="86" idx="3"/>
            <a:endCxn id="71" idx="1"/>
          </p:cNvCxnSpPr>
          <p:nvPr/>
        </p:nvCxnSpPr>
        <p:spPr>
          <a:xfrm>
            <a:off x="4002228" y="4819709"/>
            <a:ext cx="846799" cy="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D4B3E2D7-C22F-1E48-31D7-DB7D041223FC}"/>
              </a:ext>
            </a:extLst>
          </p:cNvPr>
          <p:cNvCxnSpPr>
            <a:endCxn id="86" idx="0"/>
          </p:cNvCxnSpPr>
          <p:nvPr/>
        </p:nvCxnSpPr>
        <p:spPr>
          <a:xfrm flipH="1">
            <a:off x="3384727" y="4263687"/>
            <a:ext cx="1" cy="340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ector fuera de página 92">
            <a:extLst>
              <a:ext uri="{FF2B5EF4-FFF2-40B4-BE49-F238E27FC236}">
                <a16:creationId xmlns:a16="http://schemas.microsoft.com/office/drawing/2014/main" id="{1F6DE2A2-CA29-EDA1-4E10-D6CCC422F03D}"/>
              </a:ext>
            </a:extLst>
          </p:cNvPr>
          <p:cNvSpPr/>
          <p:nvPr/>
        </p:nvSpPr>
        <p:spPr>
          <a:xfrm>
            <a:off x="3181903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A</a:t>
            </a: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D7C39C44-0AC6-2535-8459-232F06941D2D}"/>
              </a:ext>
            </a:extLst>
          </p:cNvPr>
          <p:cNvCxnSpPr>
            <a:cxnSpLocks/>
            <a:stCxn id="93" idx="2"/>
            <a:endCxn id="64" idx="0"/>
          </p:cNvCxnSpPr>
          <p:nvPr/>
        </p:nvCxnSpPr>
        <p:spPr>
          <a:xfrm>
            <a:off x="3379903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F5248C9B-9340-6087-206C-4D164121E114}"/>
              </a:ext>
            </a:extLst>
          </p:cNvPr>
          <p:cNvCxnSpPr>
            <a:stCxn id="86" idx="2"/>
            <a:endCxn id="121" idx="0"/>
          </p:cNvCxnSpPr>
          <p:nvPr/>
        </p:nvCxnSpPr>
        <p:spPr>
          <a:xfrm>
            <a:off x="3384727" y="5035709"/>
            <a:ext cx="7317" cy="329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CE040A45-FDF6-E181-2589-0FADA076820D}"/>
              </a:ext>
            </a:extLst>
          </p:cNvPr>
          <p:cNvSpPr txBox="1"/>
          <p:nvPr/>
        </p:nvSpPr>
        <p:spPr>
          <a:xfrm>
            <a:off x="11185777" y="4463271"/>
            <a:ext cx="886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861BB3-1563-FECD-2F5C-999A81FAB5B7}"/>
              </a:ext>
            </a:extLst>
          </p:cNvPr>
          <p:cNvSpPr txBox="1"/>
          <p:nvPr/>
        </p:nvSpPr>
        <p:spPr>
          <a:xfrm>
            <a:off x="9976220" y="2691445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" name="CuadroTexto 118">
            <a:extLst>
              <a:ext uri="{FF2B5EF4-FFF2-40B4-BE49-F238E27FC236}">
                <a16:creationId xmlns:a16="http://schemas.microsoft.com/office/drawing/2014/main" id="{16B5F794-5B27-7C36-7CC9-B205B992DB39}"/>
              </a:ext>
            </a:extLst>
          </p:cNvPr>
          <p:cNvSpPr txBox="1"/>
          <p:nvPr/>
        </p:nvSpPr>
        <p:spPr>
          <a:xfrm>
            <a:off x="8780603" y="272213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A243BE4A-0FF7-6D54-6205-882582937667}"/>
              </a:ext>
            </a:extLst>
          </p:cNvPr>
          <p:cNvSpPr/>
          <p:nvPr/>
        </p:nvSpPr>
        <p:spPr>
          <a:xfrm>
            <a:off x="909000" y="438480"/>
            <a:ext cx="8732840" cy="6725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Reversa Cobros Referenciados </a:t>
            </a:r>
            <a:r>
              <a:rPr lang="es-MX" sz="2400" b="1" spc="-1" err="1">
                <a:latin typeface="Arial"/>
              </a:rPr>
              <a:t>Credilanas</a:t>
            </a:r>
            <a:r>
              <a:rPr lang="es-MX" sz="2000" b="1" spc="-1">
                <a:latin typeface="Arial"/>
              </a:rPr>
              <a:t> </a:t>
            </a:r>
            <a:r>
              <a:rPr lang="es-MX" b="1" spc="-1">
                <a:latin typeface="Arial"/>
              </a:rPr>
              <a:t>(</a:t>
            </a:r>
            <a:r>
              <a:rPr lang="es-MX" sz="1600" b="1" spc="-1">
                <a:latin typeface="Arial"/>
              </a:rPr>
              <a:t>En este escenario no se requiere N-CXC-01</a:t>
            </a:r>
            <a:r>
              <a:rPr lang="es-MX" b="1" spc="-1">
                <a:latin typeface="Arial"/>
              </a:rPr>
              <a:t>)</a:t>
            </a:r>
            <a:endParaRPr lang="es-MX" b="1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4682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E76F-0EC6-983C-47CD-15F8F5A7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6FCE2745-7378-A726-5D2E-F1913FD6CAB0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88CDB190-CAF5-3078-A766-601A8D69F42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2F7FE81-F0A3-214A-6426-11D749EA7E0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91795FE-7A0E-C658-D0F7-381511DA302E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140B7A2-CA24-9059-FF69-176FAE95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1261AF7-D458-02B6-F715-7DBAFB15401A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5B212FE-2F86-3399-1BD5-060E21012668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9109935-12BE-8DBF-CEC5-3AB307430B23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86B78B-2085-0D91-0A5A-DD52ED233CC0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DCF110C-98F1-D22D-04AA-49FF2A52CF5B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86FB5C9D-CF88-DA24-67DC-466117399A07}"/>
              </a:ext>
            </a:extLst>
          </p:cNvPr>
          <p:cNvSpPr/>
          <p:nvPr/>
        </p:nvSpPr>
        <p:spPr>
          <a:xfrm>
            <a:off x="1144564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A20AFAC-753C-46EE-2A12-50ABC4292F61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2E5C2D3-1663-376E-5E46-BE0944C72164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CA5CA008-387C-6C8E-6721-3E366F38DB81}"/>
              </a:ext>
            </a:extLst>
          </p:cNvPr>
          <p:cNvCxnSpPr>
            <a:cxnSpLocks/>
            <a:stCxn id="121" idx="4"/>
            <a:endCxn id="106" idx="0"/>
          </p:cNvCxnSpPr>
          <p:nvPr/>
        </p:nvCxnSpPr>
        <p:spPr>
          <a:xfrm>
            <a:off x="1342564" y="2333800"/>
            <a:ext cx="0" cy="787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B08797A-C35F-C4BA-9296-1FBD1384CBFC}"/>
              </a:ext>
            </a:extLst>
          </p:cNvPr>
          <p:cNvSpPr/>
          <p:nvPr/>
        </p:nvSpPr>
        <p:spPr>
          <a:xfrm>
            <a:off x="4434773" y="1464578"/>
            <a:ext cx="21884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C8C7C84-2ADF-AB36-5D05-D361B6AC739E}"/>
              </a:ext>
            </a:extLst>
          </p:cNvPr>
          <p:cNvSpPr txBox="1"/>
          <p:nvPr/>
        </p:nvSpPr>
        <p:spPr>
          <a:xfrm>
            <a:off x="9948838" y="2707576"/>
            <a:ext cx="2090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MX" sz="800">
                <a:solidFill>
                  <a:srgbClr val="0070C0"/>
                </a:solidFill>
              </a:rPr>
              <a:t>*No afectan estado de cuenta del cliente</a:t>
            </a:r>
            <a:endParaRPr lang="es-ES_tradnl" sz="800">
              <a:solidFill>
                <a:srgbClr val="0070C0"/>
              </a:solidFill>
            </a:endParaRP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092E8136-7EBC-00AA-F942-2D9BC9DD91AD}"/>
              </a:ext>
            </a:extLst>
          </p:cNvPr>
          <p:cNvSpPr/>
          <p:nvPr/>
        </p:nvSpPr>
        <p:spPr>
          <a:xfrm>
            <a:off x="802564" y="3121083"/>
            <a:ext cx="108000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BD63B5C-041D-375A-E725-C9C796493CE1}"/>
              </a:ext>
            </a:extLst>
          </p:cNvPr>
          <p:cNvSpPr txBox="1"/>
          <p:nvPr/>
        </p:nvSpPr>
        <p:spPr>
          <a:xfrm>
            <a:off x="5190199" y="283438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1048AB60-557E-830C-D0CE-6568B33918B9}"/>
              </a:ext>
            </a:extLst>
          </p:cNvPr>
          <p:cNvSpPr txBox="1"/>
          <p:nvPr/>
        </p:nvSpPr>
        <p:spPr>
          <a:xfrm>
            <a:off x="7098294" y="283438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F9B1BF6E-81DB-0652-4780-6FAFB5C7902E}"/>
              </a:ext>
            </a:extLst>
          </p:cNvPr>
          <p:cNvSpPr/>
          <p:nvPr/>
        </p:nvSpPr>
        <p:spPr>
          <a:xfrm>
            <a:off x="8868839" y="278340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BB0CC93D-CF43-DAF1-3F22-9FC8FB78F2DC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 flipV="1">
            <a:off x="1882564" y="2996386"/>
            <a:ext cx="3307635" cy="3406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690D5848-6BFF-D0F3-6DFE-98BAA4B3A88B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2996386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82AFC09E-2022-BA4D-A2FE-708958788A42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>
            <a:off x="8178294" y="2996386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Elipse 121">
            <a:extLst>
              <a:ext uri="{FF2B5EF4-FFF2-40B4-BE49-F238E27FC236}">
                <a16:creationId xmlns:a16="http://schemas.microsoft.com/office/drawing/2014/main" id="{58E122B1-8DB0-4DCB-202B-7F8427012820}"/>
              </a:ext>
            </a:extLst>
          </p:cNvPr>
          <p:cNvSpPr/>
          <p:nvPr/>
        </p:nvSpPr>
        <p:spPr>
          <a:xfrm>
            <a:off x="1144564" y="55876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32387410-9CA3-C33F-9D97-50B63B7BED51}"/>
              </a:ext>
            </a:extLst>
          </p:cNvPr>
          <p:cNvCxnSpPr>
            <a:cxnSpLocks/>
            <a:stCxn id="106" idx="2"/>
            <a:endCxn id="29" idx="0"/>
          </p:cNvCxnSpPr>
          <p:nvPr/>
        </p:nvCxnSpPr>
        <p:spPr>
          <a:xfrm>
            <a:off x="1342564" y="3553083"/>
            <a:ext cx="0" cy="86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CA71BF6-F769-4253-740C-C88CD1ACD5C5}"/>
              </a:ext>
            </a:extLst>
          </p:cNvPr>
          <p:cNvSpPr txBox="1"/>
          <p:nvPr/>
        </p:nvSpPr>
        <p:spPr>
          <a:xfrm>
            <a:off x="5190199" y="353813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6173AF-0CA2-E227-A91D-BF7B74803AC8}"/>
              </a:ext>
            </a:extLst>
          </p:cNvPr>
          <p:cNvSpPr txBox="1"/>
          <p:nvPr/>
        </p:nvSpPr>
        <p:spPr>
          <a:xfrm>
            <a:off x="7098294" y="353813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B3CB6F8-C5AE-5CE9-998D-968217D38BE0}"/>
              </a:ext>
            </a:extLst>
          </p:cNvPr>
          <p:cNvSpPr/>
          <p:nvPr/>
        </p:nvSpPr>
        <p:spPr>
          <a:xfrm>
            <a:off x="8868839" y="348715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73696B-4D7D-20EF-92DA-D3A885EF6F5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70199" y="3700136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C4EEC1E-0350-1AE2-2E90-E090AEF53E1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178294" y="3700136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2FDDE35A-3795-6C47-2294-7F6DC2C61441}"/>
              </a:ext>
            </a:extLst>
          </p:cNvPr>
          <p:cNvCxnSpPr>
            <a:stCxn id="106" idx="3"/>
            <a:endCxn id="9" idx="1"/>
          </p:cNvCxnSpPr>
          <p:nvPr/>
        </p:nvCxnSpPr>
        <p:spPr>
          <a:xfrm>
            <a:off x="1882564" y="3337083"/>
            <a:ext cx="3307635" cy="363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91AE1F0-989C-4480-9DB2-C2658DBA53E7}"/>
              </a:ext>
            </a:extLst>
          </p:cNvPr>
          <p:cNvSpPr txBox="1"/>
          <p:nvPr/>
        </p:nvSpPr>
        <p:spPr>
          <a:xfrm>
            <a:off x="4470276" y="2755257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AB990F3-D736-FB98-4EA2-0F00D190EB32}"/>
              </a:ext>
            </a:extLst>
          </p:cNvPr>
          <p:cNvSpPr txBox="1"/>
          <p:nvPr/>
        </p:nvSpPr>
        <p:spPr>
          <a:xfrm>
            <a:off x="4449010" y="3711596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BBF7408-5DAB-34FC-3383-8A66E532C48A}"/>
              </a:ext>
            </a:extLst>
          </p:cNvPr>
          <p:cNvSpPr/>
          <p:nvPr/>
        </p:nvSpPr>
        <p:spPr>
          <a:xfrm>
            <a:off x="802564" y="4418120"/>
            <a:ext cx="108000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(Mes Vencido)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87FEFA2-996D-1A0E-4100-83ABAC65B745}"/>
              </a:ext>
            </a:extLst>
          </p:cNvPr>
          <p:cNvCxnSpPr>
            <a:cxnSpLocks/>
            <a:stCxn id="29" idx="2"/>
            <a:endCxn id="122" idx="0"/>
          </p:cNvCxnSpPr>
          <p:nvPr/>
        </p:nvCxnSpPr>
        <p:spPr>
          <a:xfrm>
            <a:off x="1342564" y="4850120"/>
            <a:ext cx="0" cy="737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C99AB68-1B86-22F0-C764-8D8B69CC7095}"/>
              </a:ext>
            </a:extLst>
          </p:cNvPr>
          <p:cNvSpPr txBox="1"/>
          <p:nvPr/>
        </p:nvSpPr>
        <p:spPr>
          <a:xfrm>
            <a:off x="5190199" y="446771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PV02_CICMV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BB4F0076-CF6A-8FBE-CDB7-FFA60FEDB7AC}"/>
              </a:ext>
            </a:extLst>
          </p:cNvPr>
          <p:cNvSpPr/>
          <p:nvPr/>
        </p:nvSpPr>
        <p:spPr>
          <a:xfrm>
            <a:off x="8868839" y="4315536"/>
            <a:ext cx="1080000" cy="62178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Fact. Nota de Crédito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9DF0A58-0EE4-EABF-07B8-81BD81672803}"/>
              </a:ext>
            </a:extLst>
          </p:cNvPr>
          <p:cNvSpPr txBox="1"/>
          <p:nvPr/>
        </p:nvSpPr>
        <p:spPr>
          <a:xfrm>
            <a:off x="7119849" y="446464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PV02_CICMV-NCR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0314303-21E3-20C5-C3AD-9DE874662150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270199" y="4629714"/>
            <a:ext cx="849650" cy="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69FEAEEF-E564-105F-6746-BD53BD30C185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 flipV="1">
            <a:off x="8199849" y="4626427"/>
            <a:ext cx="668990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F76EE55-3B42-76B8-4583-C25BD32C43AA}"/>
              </a:ext>
            </a:extLst>
          </p:cNvPr>
          <p:cNvSpPr txBox="1"/>
          <p:nvPr/>
        </p:nvSpPr>
        <p:spPr>
          <a:xfrm>
            <a:off x="9942046" y="4316177"/>
            <a:ext cx="2019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2DC153F-3BA6-EDD5-1BD1-2DC6ED56AE2F}"/>
              </a:ext>
            </a:extLst>
          </p:cNvPr>
          <p:cNvSpPr txBox="1"/>
          <p:nvPr/>
        </p:nvSpPr>
        <p:spPr>
          <a:xfrm>
            <a:off x="9948837" y="3394983"/>
            <a:ext cx="2123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cobro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afectan estado de cuenta del cliente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FDDBEE9-9130-F9C3-B3A1-1E57AB0722A0}"/>
              </a:ext>
            </a:extLst>
          </p:cNvPr>
          <p:cNvSpPr txBox="1"/>
          <p:nvPr/>
        </p:nvSpPr>
        <p:spPr>
          <a:xfrm>
            <a:off x="8871783" y="5458526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6EECC70-0E24-1B8B-00BC-4565CFF932DF}"/>
              </a:ext>
            </a:extLst>
          </p:cNvPr>
          <p:cNvCxnSpPr>
            <a:cxnSpLocks/>
            <a:stCxn id="37" idx="2"/>
            <a:endCxn id="20" idx="0"/>
          </p:cNvCxnSpPr>
          <p:nvPr/>
        </p:nvCxnSpPr>
        <p:spPr>
          <a:xfrm>
            <a:off x="9408839" y="4896210"/>
            <a:ext cx="2944" cy="562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055439B-A049-9269-E184-A48191A3EE3A}"/>
              </a:ext>
            </a:extLst>
          </p:cNvPr>
          <p:cNvSpPr txBox="1"/>
          <p:nvPr/>
        </p:nvSpPr>
        <p:spPr>
          <a:xfrm>
            <a:off x="9995212" y="5251900"/>
            <a:ext cx="1939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</a:t>
            </a:r>
            <a:r>
              <a:rPr lang="es-ES_tradnl" sz="800" err="1">
                <a:latin typeface="Arial Nova" panose="020B0504020202020204" pitchFamily="34" charset="0"/>
              </a:rPr>
              <a:t>Credilana</a:t>
            </a:r>
            <a:r>
              <a:rPr lang="es-ES_tradnl" sz="800">
                <a:latin typeface="Arial Nova" panose="020B0504020202020204" pitchFamily="34" charset="0"/>
              </a:rPr>
              <a:t> involucrado como del Cobro operativo que la detona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35C0BF-7999-9D03-8919-11F83B9D5B75}"/>
              </a:ext>
            </a:extLst>
          </p:cNvPr>
          <p:cNvSpPr txBox="1"/>
          <p:nvPr/>
        </p:nvSpPr>
        <p:spPr>
          <a:xfrm>
            <a:off x="5104258" y="3148765"/>
            <a:ext cx="1418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E575FE4-D0B7-C12A-129D-F502EC3CC1FD}"/>
              </a:ext>
            </a:extLst>
          </p:cNvPr>
          <p:cNvSpPr txBox="1"/>
          <p:nvPr/>
        </p:nvSpPr>
        <p:spPr>
          <a:xfrm>
            <a:off x="5093625" y="3863749"/>
            <a:ext cx="1418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5CCD1CE-ED22-699A-BE64-4682B1ED049B}"/>
              </a:ext>
            </a:extLst>
          </p:cNvPr>
          <p:cNvCxnSpPr>
            <a:stCxn id="29" idx="3"/>
            <a:endCxn id="34" idx="1"/>
          </p:cNvCxnSpPr>
          <p:nvPr/>
        </p:nvCxnSpPr>
        <p:spPr>
          <a:xfrm flipV="1">
            <a:off x="1882564" y="4629714"/>
            <a:ext cx="3307635" cy="4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15">
            <a:extLst>
              <a:ext uri="{FF2B5EF4-FFF2-40B4-BE49-F238E27FC236}">
                <a16:creationId xmlns:a16="http://schemas.microsoft.com/office/drawing/2014/main" id="{70C39351-D1FD-90A8-9FE8-D93137CA02BE}"/>
              </a:ext>
            </a:extLst>
          </p:cNvPr>
          <p:cNvSpPr/>
          <p:nvPr/>
        </p:nvSpPr>
        <p:spPr>
          <a:xfrm>
            <a:off x="909000" y="438480"/>
            <a:ext cx="8732840" cy="6725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Reversa Cobros Referenciados </a:t>
            </a:r>
            <a:r>
              <a:rPr lang="es-MX" sz="2400" b="1" spc="-1" err="1">
                <a:latin typeface="Arial"/>
              </a:rPr>
              <a:t>Credilanas</a:t>
            </a:r>
            <a:r>
              <a:rPr lang="es-MX" sz="2000" b="1" spc="-1">
                <a:latin typeface="Arial"/>
              </a:rPr>
              <a:t> </a:t>
            </a:r>
            <a:r>
              <a:rPr lang="es-MX" b="1" spc="-1">
                <a:latin typeface="Arial"/>
              </a:rPr>
              <a:t>(</a:t>
            </a:r>
            <a:r>
              <a:rPr lang="es-MX" sz="1600" b="1" spc="-1">
                <a:latin typeface="Arial"/>
              </a:rPr>
              <a:t>En este escenario no se requiere N-CXC-01</a:t>
            </a:r>
            <a:r>
              <a:rPr lang="es-MX" b="1" spc="-1">
                <a:latin typeface="Arial"/>
              </a:rPr>
              <a:t>)</a:t>
            </a:r>
            <a:endParaRPr lang="es-MX" b="1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64056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4DD6-8F38-6C5E-3425-588638B2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5678949-6D58-9C04-632C-82EF999EF855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24CFA85-6353-121D-B5DF-86362B1001E9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FD053FE-BF9F-0E47-906C-B54B6F48D68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3B135E2F-B151-ED33-2578-271DC0F3384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B5FFDF6-B5D6-AE69-9CC3-A7E85C616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24BC37C-E578-8BC3-1C0B-28A09688C91F}"/>
              </a:ext>
            </a:extLst>
          </p:cNvPr>
          <p:cNvSpPr/>
          <p:nvPr/>
        </p:nvSpPr>
        <p:spPr>
          <a:xfrm>
            <a:off x="6238178" y="1464578"/>
            <a:ext cx="583418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92B3F6-7103-4D12-A052-BF609DE051B6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DD80360-6BC5-D49F-8DEC-8EBAA6A9D359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60D97A-D219-34AB-E424-5ADE254542D3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9890EFB-A872-5704-826F-96405FB607E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2504497-3B9A-7AE1-277B-EAC6A599CBD7}"/>
              </a:ext>
            </a:extLst>
          </p:cNvPr>
          <p:cNvSpPr/>
          <p:nvPr/>
        </p:nvSpPr>
        <p:spPr>
          <a:xfrm>
            <a:off x="826139" y="3470014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Bonificaciones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869D9318-00B7-B091-6F90-312FD57F3749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A542951-8CA6-D079-1F8B-02600B956655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A6A6166-166A-C141-DF12-62329D48FBFE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B316BC2-2A59-50ED-F995-74C4BE671E14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>
            <a:off x="1325049" y="2333800"/>
            <a:ext cx="111" cy="1136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B85097F-37B6-509B-ACE8-34FEA4C7A8ED}"/>
              </a:ext>
            </a:extLst>
          </p:cNvPr>
          <p:cNvSpPr/>
          <p:nvPr/>
        </p:nvSpPr>
        <p:spPr>
          <a:xfrm>
            <a:off x="4434773" y="1464578"/>
            <a:ext cx="166122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35" name="CuadroTexto 56">
            <a:extLst>
              <a:ext uri="{FF2B5EF4-FFF2-40B4-BE49-F238E27FC236}">
                <a16:creationId xmlns:a16="http://schemas.microsoft.com/office/drawing/2014/main" id="{36C2DB1A-ACDF-D49D-7D77-6038D9E8B5A7}"/>
              </a:ext>
            </a:extLst>
          </p:cNvPr>
          <p:cNvSpPr txBox="1"/>
          <p:nvPr/>
        </p:nvSpPr>
        <p:spPr>
          <a:xfrm>
            <a:off x="4687684" y="350228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PV02_CB</a:t>
            </a:r>
          </a:p>
        </p:txBody>
      </p:sp>
      <p:sp>
        <p:nvSpPr>
          <p:cNvPr id="36" name="Diagrama de flujo: documento 84">
            <a:extLst>
              <a:ext uri="{FF2B5EF4-FFF2-40B4-BE49-F238E27FC236}">
                <a16:creationId xmlns:a16="http://schemas.microsoft.com/office/drawing/2014/main" id="{C0F02114-7584-8DB3-D51C-5958E94D4D4D}"/>
              </a:ext>
            </a:extLst>
          </p:cNvPr>
          <p:cNvSpPr/>
          <p:nvPr/>
        </p:nvSpPr>
        <p:spPr>
          <a:xfrm>
            <a:off x="8868839" y="2197479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 Capital)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CuadroTexto 56">
            <a:extLst>
              <a:ext uri="{FF2B5EF4-FFF2-40B4-BE49-F238E27FC236}">
                <a16:creationId xmlns:a16="http://schemas.microsoft.com/office/drawing/2014/main" id="{7FC0F7B5-32C0-4735-F9F8-2A7AAAC54263}"/>
              </a:ext>
            </a:extLst>
          </p:cNvPr>
          <p:cNvSpPr txBox="1"/>
          <p:nvPr/>
        </p:nvSpPr>
        <p:spPr>
          <a:xfrm>
            <a:off x="7144936" y="236085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00" b="1">
                <a:solidFill>
                  <a:schemeClr val="bg1"/>
                </a:solidFill>
              </a:rPr>
              <a:t>PV02_CB-NCR-C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25B7ADDC-E2D0-02A6-1950-A6870A07A061}"/>
              </a:ext>
            </a:extLst>
          </p:cNvPr>
          <p:cNvCxnSpPr>
            <a:cxnSpLocks/>
            <a:stCxn id="60" idx="3"/>
            <a:endCxn id="36" idx="1"/>
          </p:cNvCxnSpPr>
          <p:nvPr/>
        </p:nvCxnSpPr>
        <p:spPr>
          <a:xfrm flipV="1">
            <a:off x="8224936" y="2521479"/>
            <a:ext cx="643903" cy="1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215F008-34FB-EDFB-E12B-023087F9E929}"/>
              </a:ext>
            </a:extLst>
          </p:cNvPr>
          <p:cNvSpPr txBox="1"/>
          <p:nvPr/>
        </p:nvSpPr>
        <p:spPr>
          <a:xfrm>
            <a:off x="9915847" y="3862462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20" name="Diagrama de flujo: documento 84">
            <a:extLst>
              <a:ext uri="{FF2B5EF4-FFF2-40B4-BE49-F238E27FC236}">
                <a16:creationId xmlns:a16="http://schemas.microsoft.com/office/drawing/2014/main" id="{A60847E3-803F-2763-8645-A1BEF87BB087}"/>
              </a:ext>
            </a:extLst>
          </p:cNvPr>
          <p:cNvSpPr/>
          <p:nvPr/>
        </p:nvSpPr>
        <p:spPr>
          <a:xfrm>
            <a:off x="8868837" y="3036594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Nota de Cargo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2" name="Diagrama de flujo: documento 3">
            <a:extLst>
              <a:ext uri="{FF2B5EF4-FFF2-40B4-BE49-F238E27FC236}">
                <a16:creationId xmlns:a16="http://schemas.microsoft.com/office/drawing/2014/main" id="{EB320EC9-74D8-5315-2664-CCBE28761687}"/>
              </a:ext>
            </a:extLst>
          </p:cNvPr>
          <p:cNvSpPr/>
          <p:nvPr/>
        </p:nvSpPr>
        <p:spPr>
          <a:xfrm>
            <a:off x="8868837" y="3862462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700" b="1">
                <a:solidFill>
                  <a:schemeClr val="tx1"/>
                </a:solidFill>
              </a:rPr>
              <a:t>Nota de Crédito (Bonificación Financiamiento)</a:t>
            </a:r>
          </a:p>
          <a:p>
            <a:pPr algn="ctr"/>
            <a:r>
              <a:rPr lang="es-MX" sz="700" b="1">
                <a:solidFill>
                  <a:schemeClr val="tx1"/>
                </a:solidFill>
              </a:rPr>
              <a:t>No CFDI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620675F-D64C-EB8E-9518-52236079AF5B}"/>
              </a:ext>
            </a:extLst>
          </p:cNvPr>
          <p:cNvSpPr txBox="1"/>
          <p:nvPr/>
        </p:nvSpPr>
        <p:spPr>
          <a:xfrm>
            <a:off x="7109161" y="319219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</a:rPr>
              <a:t>PV02_CB-NCR-B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1E0B0FC-0784-B331-915F-C98088E541EA}"/>
              </a:ext>
            </a:extLst>
          </p:cNvPr>
          <p:cNvSpPr txBox="1"/>
          <p:nvPr/>
        </p:nvSpPr>
        <p:spPr>
          <a:xfrm>
            <a:off x="7107064" y="4016710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PV02_CB-NC-B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2EFA1C6-B961-11FF-5E33-09C3565BB21F}"/>
              </a:ext>
            </a:extLst>
          </p:cNvPr>
          <p:cNvCxnSpPr>
            <a:stCxn id="27" idx="3"/>
            <a:endCxn id="20" idx="1"/>
          </p:cNvCxnSpPr>
          <p:nvPr/>
        </p:nvCxnSpPr>
        <p:spPr>
          <a:xfrm>
            <a:off x="8189161" y="3357790"/>
            <a:ext cx="679676" cy="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345D238E-26C9-A385-00AF-32E039D4ACB8}"/>
              </a:ext>
            </a:extLst>
          </p:cNvPr>
          <p:cNvCxnSpPr>
            <a:stCxn id="28" idx="3"/>
            <a:endCxn id="22" idx="1"/>
          </p:cNvCxnSpPr>
          <p:nvPr/>
        </p:nvCxnSpPr>
        <p:spPr>
          <a:xfrm>
            <a:off x="8187064" y="4182310"/>
            <a:ext cx="681773" cy="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7A4EBEB7-640C-BAF8-38A3-6777CA18BE90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 flipV="1">
            <a:off x="5767684" y="2522854"/>
            <a:ext cx="1377252" cy="11414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4B6FD3EF-7FAC-C4FF-0893-03CD7A835AD5}"/>
              </a:ext>
            </a:extLst>
          </p:cNvPr>
          <p:cNvCxnSpPr>
            <a:stCxn id="35" idx="3"/>
            <a:endCxn id="27" idx="1"/>
          </p:cNvCxnSpPr>
          <p:nvPr/>
        </p:nvCxnSpPr>
        <p:spPr>
          <a:xfrm flipV="1">
            <a:off x="5767684" y="3357790"/>
            <a:ext cx="1341477" cy="306492"/>
          </a:xfrm>
          <a:prstGeom prst="bentConnector3">
            <a:avLst>
              <a:gd name="adj1" fmla="val 513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1C7313BD-1417-05D3-C99D-55953F9143E6}"/>
              </a:ext>
            </a:extLst>
          </p:cNvPr>
          <p:cNvCxnSpPr>
            <a:stCxn id="35" idx="3"/>
            <a:endCxn id="28" idx="1"/>
          </p:cNvCxnSpPr>
          <p:nvPr/>
        </p:nvCxnSpPr>
        <p:spPr>
          <a:xfrm>
            <a:off x="5767684" y="3664282"/>
            <a:ext cx="1339380" cy="518028"/>
          </a:xfrm>
          <a:prstGeom prst="bentConnector3">
            <a:avLst>
              <a:gd name="adj1" fmla="val 513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118">
            <a:extLst>
              <a:ext uri="{FF2B5EF4-FFF2-40B4-BE49-F238E27FC236}">
                <a16:creationId xmlns:a16="http://schemas.microsoft.com/office/drawing/2014/main" id="{9913A247-8808-4B49-2282-504371B795B8}"/>
              </a:ext>
            </a:extLst>
          </p:cNvPr>
          <p:cNvSpPr txBox="1"/>
          <p:nvPr/>
        </p:nvSpPr>
        <p:spPr>
          <a:xfrm>
            <a:off x="7107064" y="5621795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74" name="Paralelogramo 73">
            <a:extLst>
              <a:ext uri="{FF2B5EF4-FFF2-40B4-BE49-F238E27FC236}">
                <a16:creationId xmlns:a16="http://schemas.microsoft.com/office/drawing/2014/main" id="{C3E97DF9-4A88-9C1C-0614-30A892632AEF}"/>
              </a:ext>
            </a:extLst>
          </p:cNvPr>
          <p:cNvSpPr/>
          <p:nvPr/>
        </p:nvSpPr>
        <p:spPr>
          <a:xfrm>
            <a:off x="10075583" y="563955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</a:t>
            </a:r>
          </a:p>
          <a:p>
            <a:pPr algn="ctr"/>
            <a:r>
              <a:rPr lang="es-ES_tradnl" sz="800" b="1">
                <a:latin typeface="Arial Nova" panose="020B0504020202020204" pitchFamily="34" charset="0"/>
              </a:rPr>
              <a:t>ZPR_SPLIT</a:t>
            </a:r>
          </a:p>
        </p:txBody>
      </p:sp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D18CB124-EAFC-BDA5-7F7B-C5D3012DF94F}"/>
              </a:ext>
            </a:extLst>
          </p:cNvPr>
          <p:cNvCxnSpPr>
            <a:stCxn id="64" idx="2"/>
            <a:endCxn id="71" idx="1"/>
          </p:cNvCxnSpPr>
          <p:nvPr/>
        </p:nvCxnSpPr>
        <p:spPr>
          <a:xfrm rot="16200000" flipH="1">
            <a:off x="3257222" y="1951952"/>
            <a:ext cx="1917781" cy="57819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71A157B4-2DA2-A93D-63DE-8B9AB1FB0D90}"/>
              </a:ext>
            </a:extLst>
          </p:cNvPr>
          <p:cNvCxnSpPr>
            <a:stCxn id="71" idx="3"/>
            <a:endCxn id="74" idx="5"/>
          </p:cNvCxnSpPr>
          <p:nvPr/>
        </p:nvCxnSpPr>
        <p:spPr>
          <a:xfrm flipV="1">
            <a:off x="8187064" y="5789741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E235F0D-5DCA-3E92-55F3-99658DFD0AF2}"/>
              </a:ext>
            </a:extLst>
          </p:cNvPr>
          <p:cNvCxnSpPr>
            <a:stCxn id="64" idx="3"/>
            <a:endCxn id="35" idx="1"/>
          </p:cNvCxnSpPr>
          <p:nvPr/>
        </p:nvCxnSpPr>
        <p:spPr>
          <a:xfrm flipV="1">
            <a:off x="1824181" y="3664282"/>
            <a:ext cx="2863503" cy="12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4FB8645-E77E-FDEA-E910-F3A19076CD60}"/>
              </a:ext>
            </a:extLst>
          </p:cNvPr>
          <p:cNvSpPr txBox="1"/>
          <p:nvPr/>
        </p:nvSpPr>
        <p:spPr>
          <a:xfrm>
            <a:off x="8868837" y="4901694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ACE454-006B-17ED-32DA-D791D19F8A4D}"/>
              </a:ext>
            </a:extLst>
          </p:cNvPr>
          <p:cNvSpPr txBox="1"/>
          <p:nvPr/>
        </p:nvSpPr>
        <p:spPr>
          <a:xfrm>
            <a:off x="9980301" y="4771229"/>
            <a:ext cx="176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la detona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3FCEACA-A432-A2E5-8BA6-C582FA032DF6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9408837" y="4467622"/>
            <a:ext cx="0" cy="434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87DAD57-AB4D-0236-796B-823752E4BB2E}"/>
              </a:ext>
            </a:extLst>
          </p:cNvPr>
          <p:cNvSpPr txBox="1"/>
          <p:nvPr/>
        </p:nvSpPr>
        <p:spPr>
          <a:xfrm>
            <a:off x="4700736" y="3873876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3 transacciones en 1 mensaje</a:t>
            </a:r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8D8622FB-70EB-1E12-74CA-355A7F775EEA}"/>
              </a:ext>
            </a:extLst>
          </p:cNvPr>
          <p:cNvSpPr txBox="1"/>
          <p:nvPr/>
        </p:nvSpPr>
        <p:spPr>
          <a:xfrm>
            <a:off x="10386486" y="546487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9B6C9703-3D34-410D-7462-94C2A79380AF}"/>
              </a:ext>
            </a:extLst>
          </p:cNvPr>
          <p:cNvSpPr/>
          <p:nvPr/>
        </p:nvSpPr>
        <p:spPr>
          <a:xfrm>
            <a:off x="909000" y="438480"/>
            <a:ext cx="8732840" cy="6725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Reversa Cobros Referenciados </a:t>
            </a:r>
            <a:r>
              <a:rPr lang="es-MX" sz="2400" b="1" spc="-1" err="1">
                <a:latin typeface="Arial"/>
              </a:rPr>
              <a:t>Credilanas</a:t>
            </a:r>
            <a:r>
              <a:rPr lang="es-MX" sz="2000" b="1" spc="-1">
                <a:latin typeface="Arial"/>
              </a:rPr>
              <a:t> </a:t>
            </a:r>
            <a:r>
              <a:rPr lang="es-MX" b="1" spc="-1">
                <a:latin typeface="Arial"/>
              </a:rPr>
              <a:t>(</a:t>
            </a:r>
            <a:r>
              <a:rPr lang="es-MX" sz="1600" b="1" spc="-1">
                <a:latin typeface="Arial"/>
              </a:rPr>
              <a:t>En este escenario no se requiere N-CXC-01</a:t>
            </a:r>
            <a:r>
              <a:rPr lang="es-MX" b="1" spc="-1">
                <a:latin typeface="Arial"/>
              </a:rPr>
              <a:t>)</a:t>
            </a:r>
            <a:endParaRPr lang="es-MX" b="1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436829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8D4-64F2-054E-AC1A-6DAB94A1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C8587208-34ED-2EB9-6930-2F75CC9297F9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E1FF997-63FE-A186-4F89-68DD301F5A8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6DD026E-B72D-FD35-ABAF-5401F3B6199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E6CFAA0-14EC-B984-7991-61C86EBFBEC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EECE3EA-24CA-A614-DE2B-D608B3F5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679D684F-3813-DD6D-7C52-5DC4CBD1EAB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850935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90DB-5688-41C9-D60F-1DC498E3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62CBC028-E714-6EB9-3BEE-DA96048E1DB8}"/>
              </a:ext>
            </a:extLst>
          </p:cNvPr>
          <p:cNvSpPr/>
          <p:nvPr/>
        </p:nvSpPr>
        <p:spPr>
          <a:xfrm>
            <a:off x="909000" y="438480"/>
            <a:ext cx="985044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Reversa Cobros Referenciados Mercaderías/Débito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F0E1B48-BBE3-BFC8-E7AA-59420853960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743C228-929A-1BD9-B592-98A6CAC8B69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40F8B609-6E83-2EA9-BB66-D0704D0E377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2DB6FE1-A969-C36B-0192-3A2A18B48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27B794A-2558-B760-6E4C-82C603C288AB}"/>
              </a:ext>
            </a:extLst>
          </p:cNvPr>
          <p:cNvSpPr/>
          <p:nvPr/>
        </p:nvSpPr>
        <p:spPr>
          <a:xfrm>
            <a:off x="2325823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DBF51B-54F3-FEA4-B209-D59CB2D62972}"/>
              </a:ext>
            </a:extLst>
          </p:cNvPr>
          <p:cNvSpPr/>
          <p:nvPr/>
        </p:nvSpPr>
        <p:spPr>
          <a:xfrm>
            <a:off x="6502649" y="1587661"/>
            <a:ext cx="518681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756B0D6-3EDD-6A54-9926-D11D3C2AEDE6}"/>
              </a:ext>
            </a:extLst>
          </p:cNvPr>
          <p:cNvSpPr/>
          <p:nvPr/>
        </p:nvSpPr>
        <p:spPr>
          <a:xfrm>
            <a:off x="4368516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76BB6F-54AB-4BEC-B2FE-0210712237C1}"/>
              </a:ext>
            </a:extLst>
          </p:cNvPr>
          <p:cNvSpPr txBox="1"/>
          <p:nvPr/>
        </p:nvSpPr>
        <p:spPr>
          <a:xfrm>
            <a:off x="4368516" y="1263736"/>
            <a:ext cx="732095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8D8BC1-2B26-FA82-D20B-E0B1691C03EB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563F5C-37BB-8C84-BED2-C033C5FE5B41}"/>
              </a:ext>
            </a:extLst>
          </p:cNvPr>
          <p:cNvSpPr txBox="1"/>
          <p:nvPr/>
        </p:nvSpPr>
        <p:spPr>
          <a:xfrm>
            <a:off x="6785696" y="22762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AC28DA6-E077-A5A6-9DE9-90845713B9EA}"/>
              </a:ext>
            </a:extLst>
          </p:cNvPr>
          <p:cNvSpPr/>
          <p:nvPr/>
        </p:nvSpPr>
        <p:spPr>
          <a:xfrm>
            <a:off x="9784935" y="221412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10" name="Paralelogramo 9">
            <a:extLst>
              <a:ext uri="{FF2B5EF4-FFF2-40B4-BE49-F238E27FC236}">
                <a16:creationId xmlns:a16="http://schemas.microsoft.com/office/drawing/2014/main" id="{1C409A62-25BF-273C-E238-C072A85D9048}"/>
              </a:ext>
            </a:extLst>
          </p:cNvPr>
          <p:cNvSpPr/>
          <p:nvPr/>
        </p:nvSpPr>
        <p:spPr>
          <a:xfrm>
            <a:off x="8148858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 dirty="0">
                <a:latin typeface="Arial Nova" panose="020B0504020202020204" pitchFamily="34" charset="0"/>
              </a:rPr>
              <a:t>Tabla ZSPLITS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FE4E31-D4A2-CB87-F928-41942A4EEC18}"/>
              </a:ext>
            </a:extLst>
          </p:cNvPr>
          <p:cNvSpPr txBox="1"/>
          <p:nvPr/>
        </p:nvSpPr>
        <p:spPr>
          <a:xfrm>
            <a:off x="6785696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1000" b="1" dirty="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05232E-2DED-AC3D-8352-69714A339CF5}"/>
              </a:ext>
            </a:extLst>
          </p:cNvPr>
          <p:cNvSpPr/>
          <p:nvPr/>
        </p:nvSpPr>
        <p:spPr>
          <a:xfrm>
            <a:off x="2593514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cxnSp>
        <p:nvCxnSpPr>
          <p:cNvPr id="13" name="Conector angular 7">
            <a:extLst>
              <a:ext uri="{FF2B5EF4-FFF2-40B4-BE49-F238E27FC236}">
                <a16:creationId xmlns:a16="http://schemas.microsoft.com/office/drawing/2014/main" id="{5962EDD3-0353-64CB-46F5-32B525D73686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3828516" y="2441873"/>
            <a:ext cx="2957180" cy="604259"/>
          </a:xfrm>
          <a:prstGeom prst="bentConnector3">
            <a:avLst>
              <a:gd name="adj1" fmla="val 9411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angular 23">
            <a:extLst>
              <a:ext uri="{FF2B5EF4-FFF2-40B4-BE49-F238E27FC236}">
                <a16:creationId xmlns:a16="http://schemas.microsoft.com/office/drawing/2014/main" id="{FCB58EE4-2BD2-9862-1995-88D458F6DE24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3828516" y="3045425"/>
            <a:ext cx="2957180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4B6AD25-E7A3-DEF9-94F6-6E46A1A0FF12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7865696" y="2430127"/>
            <a:ext cx="1919239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9DB7FC1-B3C6-44F2-69C7-8C3212583C68}"/>
              </a:ext>
            </a:extLst>
          </p:cNvPr>
          <p:cNvCxnSpPr>
            <a:cxnSpLocks/>
            <a:stCxn id="11" idx="3"/>
            <a:endCxn id="10" idx="5"/>
          </p:cNvCxnSpPr>
          <p:nvPr/>
        </p:nvCxnSpPr>
        <p:spPr>
          <a:xfrm>
            <a:off x="7865696" y="3045425"/>
            <a:ext cx="320710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2F11154-7A26-FE56-0E49-AEEC041D6779}"/>
              </a:ext>
            </a:extLst>
          </p:cNvPr>
          <p:cNvSpPr/>
          <p:nvPr/>
        </p:nvSpPr>
        <p:spPr>
          <a:xfrm>
            <a:off x="2248004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09DB94-E8B2-8CEC-4C74-7156A80D5202}"/>
              </a:ext>
            </a:extLst>
          </p:cNvPr>
          <p:cNvSpPr txBox="1"/>
          <p:nvPr/>
        </p:nvSpPr>
        <p:spPr>
          <a:xfrm>
            <a:off x="2248004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5F9B90C-F0ED-5161-98C9-4D864024786E}"/>
              </a:ext>
            </a:extLst>
          </p:cNvPr>
          <p:cNvSpPr/>
          <p:nvPr/>
        </p:nvSpPr>
        <p:spPr>
          <a:xfrm>
            <a:off x="502532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AA78FD6-1EA9-F88D-E1DB-5FBF9DB0E9E5}"/>
              </a:ext>
            </a:extLst>
          </p:cNvPr>
          <p:cNvSpPr txBox="1"/>
          <p:nvPr/>
        </p:nvSpPr>
        <p:spPr>
          <a:xfrm>
            <a:off x="502531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127EFD75-91E5-D50B-1160-2629A4BF6F31}"/>
              </a:ext>
            </a:extLst>
          </p:cNvPr>
          <p:cNvSpPr/>
          <p:nvPr/>
        </p:nvSpPr>
        <p:spPr>
          <a:xfrm>
            <a:off x="762955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22" name="Conector angular 9">
            <a:extLst>
              <a:ext uri="{FF2B5EF4-FFF2-40B4-BE49-F238E27FC236}">
                <a16:creationId xmlns:a16="http://schemas.microsoft.com/office/drawing/2014/main" id="{B407E8E8-A7C1-6AB7-CBBC-D18A02A4913D}"/>
              </a:ext>
            </a:extLst>
          </p:cNvPr>
          <p:cNvCxnSpPr>
            <a:cxnSpLocks/>
            <a:stCxn id="12" idx="1"/>
            <a:endCxn id="21" idx="2"/>
          </p:cNvCxnSpPr>
          <p:nvPr/>
        </p:nvCxnSpPr>
        <p:spPr>
          <a:xfrm rot="10800000" flipV="1">
            <a:off x="1712726" y="3046131"/>
            <a:ext cx="88078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Paralelogramo 22">
            <a:extLst>
              <a:ext uri="{FF2B5EF4-FFF2-40B4-BE49-F238E27FC236}">
                <a16:creationId xmlns:a16="http://schemas.microsoft.com/office/drawing/2014/main" id="{8BD41665-6B76-CE12-F475-514D172B3439}"/>
              </a:ext>
            </a:extLst>
          </p:cNvPr>
          <p:cNvSpPr/>
          <p:nvPr/>
        </p:nvSpPr>
        <p:spPr>
          <a:xfrm>
            <a:off x="8148858" y="3372927"/>
            <a:ext cx="1175864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/>
              <a:t>ZBonificaciones</a:t>
            </a:r>
            <a:endParaRPr lang="es-ES_tradnl" sz="900" b="1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2ADF80D-3E4F-57C5-BCD2-F628E10C9869}"/>
              </a:ext>
            </a:extLst>
          </p:cNvPr>
          <p:cNvSpPr txBox="1"/>
          <p:nvPr/>
        </p:nvSpPr>
        <p:spPr>
          <a:xfrm>
            <a:off x="6785696" y="335456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SD33</a:t>
            </a:r>
          </a:p>
        </p:txBody>
      </p:sp>
      <p:cxnSp>
        <p:nvCxnSpPr>
          <p:cNvPr id="25" name="Conector angular 58">
            <a:extLst>
              <a:ext uri="{FF2B5EF4-FFF2-40B4-BE49-F238E27FC236}">
                <a16:creationId xmlns:a16="http://schemas.microsoft.com/office/drawing/2014/main" id="{2C295005-2E98-18F9-F016-28E7F8775CF7}"/>
              </a:ext>
            </a:extLst>
          </p:cNvPr>
          <p:cNvCxnSpPr>
            <a:stCxn id="24" idx="3"/>
            <a:endCxn id="23" idx="5"/>
          </p:cNvCxnSpPr>
          <p:nvPr/>
        </p:nvCxnSpPr>
        <p:spPr>
          <a:xfrm>
            <a:off x="7865696" y="3520169"/>
            <a:ext cx="320710" cy="2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ctor angular 60">
            <a:extLst>
              <a:ext uri="{FF2B5EF4-FFF2-40B4-BE49-F238E27FC236}">
                <a16:creationId xmlns:a16="http://schemas.microsoft.com/office/drawing/2014/main" id="{4CD86A31-3101-DFE3-F3C9-15A86E0271E3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3828516" y="3046132"/>
            <a:ext cx="2957180" cy="474037"/>
          </a:xfrm>
          <a:prstGeom prst="bentConnector3">
            <a:avLst>
              <a:gd name="adj1" fmla="val 9411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B282B1A-1E10-050D-C00D-7D329E62CDD2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>
            <a:off x="3211015" y="3262132"/>
            <a:ext cx="0" cy="56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73B202C-DA1A-F836-6378-36FB2109477B}"/>
              </a:ext>
            </a:extLst>
          </p:cNvPr>
          <p:cNvSpPr/>
          <p:nvPr/>
        </p:nvSpPr>
        <p:spPr>
          <a:xfrm>
            <a:off x="2593514" y="38316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B7E28A4-A438-5F55-55EC-3008A0D4E962}"/>
              </a:ext>
            </a:extLst>
          </p:cNvPr>
          <p:cNvSpPr txBox="1"/>
          <p:nvPr/>
        </p:nvSpPr>
        <p:spPr>
          <a:xfrm>
            <a:off x="5088819" y="38855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PV01_MCP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2483432-49CC-937D-78A6-3A7531BCB6F6}"/>
              </a:ext>
            </a:extLst>
          </p:cNvPr>
          <p:cNvSpPr txBox="1"/>
          <p:nvPr/>
        </p:nvSpPr>
        <p:spPr>
          <a:xfrm>
            <a:off x="6785696" y="38855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CO01_MCP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45265B3-F374-AC37-DF40-982E5933D408}"/>
              </a:ext>
            </a:extLst>
          </p:cNvPr>
          <p:cNvSpPr/>
          <p:nvPr/>
        </p:nvSpPr>
        <p:spPr>
          <a:xfrm>
            <a:off x="9254938" y="38345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32" name="Conector angular 54">
            <a:extLst>
              <a:ext uri="{FF2B5EF4-FFF2-40B4-BE49-F238E27FC236}">
                <a16:creationId xmlns:a16="http://schemas.microsoft.com/office/drawing/2014/main" id="{AF207AB4-0BB6-F323-97DF-9E7ADD8506C1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3828516" y="4047565"/>
            <a:ext cx="1260303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5FAD3AE-993F-E589-AD09-26532F201704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6168819" y="4047565"/>
            <a:ext cx="616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3BCA235-3383-046B-4859-0B9192CC1D52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7865696" y="4047565"/>
            <a:ext cx="1389242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5C03144-1EF2-F709-14FF-9A24E13A13C0}"/>
              </a:ext>
            </a:extLst>
          </p:cNvPr>
          <p:cNvSpPr txBox="1"/>
          <p:nvPr/>
        </p:nvSpPr>
        <p:spPr>
          <a:xfrm>
            <a:off x="10334938" y="3820304"/>
            <a:ext cx="13421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*Afecta cuenta de banco, BP</a:t>
            </a:r>
          </a:p>
        </p:txBody>
      </p:sp>
      <p:sp>
        <p:nvSpPr>
          <p:cNvPr id="36" name="CuadroTexto 56">
            <a:extLst>
              <a:ext uri="{FF2B5EF4-FFF2-40B4-BE49-F238E27FC236}">
                <a16:creationId xmlns:a16="http://schemas.microsoft.com/office/drawing/2014/main" id="{1F5C9E75-0DDE-C3CC-0936-CFB7A187DD6F}"/>
              </a:ext>
            </a:extLst>
          </p:cNvPr>
          <p:cNvSpPr txBox="1"/>
          <p:nvPr/>
        </p:nvSpPr>
        <p:spPr>
          <a:xfrm>
            <a:off x="5085232" y="520938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PV02_MB</a:t>
            </a:r>
          </a:p>
        </p:txBody>
      </p:sp>
      <p:sp>
        <p:nvSpPr>
          <p:cNvPr id="37" name="Diagrama de flujo: documento 84">
            <a:extLst>
              <a:ext uri="{FF2B5EF4-FFF2-40B4-BE49-F238E27FC236}">
                <a16:creationId xmlns:a16="http://schemas.microsoft.com/office/drawing/2014/main" id="{869FDB31-1740-4C02-D583-096FF82C49A5}"/>
              </a:ext>
            </a:extLst>
          </p:cNvPr>
          <p:cNvSpPr/>
          <p:nvPr/>
        </p:nvSpPr>
        <p:spPr>
          <a:xfrm>
            <a:off x="9784935" y="5157484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</a:t>
            </a:r>
            <a:r>
              <a:rPr lang="es-MX" sz="700" b="1" err="1">
                <a:solidFill>
                  <a:schemeClr val="tx1"/>
                </a:solidFill>
                <a:latin typeface="Arial Nova" panose="020B0504020202020204" pitchFamily="34" charset="0"/>
              </a:rPr>
              <a:t>Bonificacion</a:t>
            </a:r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)</a:t>
            </a: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38" name="CuadroTexto 56">
            <a:extLst>
              <a:ext uri="{FF2B5EF4-FFF2-40B4-BE49-F238E27FC236}">
                <a16:creationId xmlns:a16="http://schemas.microsoft.com/office/drawing/2014/main" id="{577BE8A4-063A-6CF2-0495-5ACAFA41359A}"/>
              </a:ext>
            </a:extLst>
          </p:cNvPr>
          <p:cNvSpPr txBox="1"/>
          <p:nvPr/>
        </p:nvSpPr>
        <p:spPr>
          <a:xfrm>
            <a:off x="6785696" y="521029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00" b="1">
                <a:solidFill>
                  <a:schemeClr val="bg1"/>
                </a:solidFill>
              </a:rPr>
              <a:t>PV02_MB-NCR-B</a:t>
            </a:r>
            <a:endParaRPr lang="es-MX" sz="800" b="1">
              <a:solidFill>
                <a:schemeClr val="bg1"/>
              </a:solidFill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DD2DA8D-24D7-281A-9916-FD428CD6A997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7865696" y="5372290"/>
            <a:ext cx="1919239" cy="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64290D06-BF8B-8C4E-3869-C327C0733A38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6165232" y="5371385"/>
            <a:ext cx="620464" cy="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E58D8DB-86AC-C1DF-0A2B-399897FFC0B6}"/>
              </a:ext>
            </a:extLst>
          </p:cNvPr>
          <p:cNvSpPr/>
          <p:nvPr/>
        </p:nvSpPr>
        <p:spPr>
          <a:xfrm>
            <a:off x="2593513" y="515412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Bonificaciones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F41D0A6-B450-24DF-2F40-548AE9820972}"/>
              </a:ext>
            </a:extLst>
          </p:cNvPr>
          <p:cNvCxnSpPr>
            <a:stCxn id="42" idx="3"/>
            <a:endCxn id="36" idx="1"/>
          </p:cNvCxnSpPr>
          <p:nvPr/>
        </p:nvCxnSpPr>
        <p:spPr>
          <a:xfrm>
            <a:off x="3828515" y="5370128"/>
            <a:ext cx="1256717" cy="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3C5E7BCC-E713-F518-1336-14881715B121}"/>
              </a:ext>
            </a:extLst>
          </p:cNvPr>
          <p:cNvCxnSpPr>
            <a:cxnSpLocks/>
            <a:stCxn id="54" idx="2"/>
            <a:endCxn id="42" idx="0"/>
          </p:cNvCxnSpPr>
          <p:nvPr/>
        </p:nvCxnSpPr>
        <p:spPr>
          <a:xfrm>
            <a:off x="3211014" y="4876112"/>
            <a:ext cx="0" cy="27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ector fuera de página 92">
            <a:extLst>
              <a:ext uri="{FF2B5EF4-FFF2-40B4-BE49-F238E27FC236}">
                <a16:creationId xmlns:a16="http://schemas.microsoft.com/office/drawing/2014/main" id="{E3F376DB-FB01-AE31-8E53-1AB5E36339FB}"/>
              </a:ext>
            </a:extLst>
          </p:cNvPr>
          <p:cNvSpPr/>
          <p:nvPr/>
        </p:nvSpPr>
        <p:spPr>
          <a:xfrm>
            <a:off x="3008190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B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398BBA29-CEE3-E093-E0B2-C4ABC930A76C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>
            <a:off x="3206190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118">
            <a:extLst>
              <a:ext uri="{FF2B5EF4-FFF2-40B4-BE49-F238E27FC236}">
                <a16:creationId xmlns:a16="http://schemas.microsoft.com/office/drawing/2014/main" id="{0CE471F2-6D40-D2BF-A9BB-4623AA8B22BF}"/>
              </a:ext>
            </a:extLst>
          </p:cNvPr>
          <p:cNvSpPr txBox="1"/>
          <p:nvPr/>
        </p:nvSpPr>
        <p:spPr>
          <a:xfrm>
            <a:off x="6785696" y="5843556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51" name="Paralelogramo 50">
            <a:extLst>
              <a:ext uri="{FF2B5EF4-FFF2-40B4-BE49-F238E27FC236}">
                <a16:creationId xmlns:a16="http://schemas.microsoft.com/office/drawing/2014/main" id="{25AE0467-07F0-4D00-8E3B-C21A5D51B8AF}"/>
              </a:ext>
            </a:extLst>
          </p:cNvPr>
          <p:cNvSpPr/>
          <p:nvPr/>
        </p:nvSpPr>
        <p:spPr>
          <a:xfrm>
            <a:off x="8148858" y="5861312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BF70F26A-7E0A-C0E6-68A4-38E06ABC47EB}"/>
              </a:ext>
            </a:extLst>
          </p:cNvPr>
          <p:cNvCxnSpPr>
            <a:stCxn id="50" idx="3"/>
            <a:endCxn id="51" idx="5"/>
          </p:cNvCxnSpPr>
          <p:nvPr/>
        </p:nvCxnSpPr>
        <p:spPr>
          <a:xfrm>
            <a:off x="7865696" y="6005556"/>
            <a:ext cx="320710" cy="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27">
            <a:extLst>
              <a:ext uri="{FF2B5EF4-FFF2-40B4-BE49-F238E27FC236}">
                <a16:creationId xmlns:a16="http://schemas.microsoft.com/office/drawing/2014/main" id="{ABACF3F6-FB8F-1D39-7CCD-FD887DE6EE84}"/>
              </a:ext>
            </a:extLst>
          </p:cNvPr>
          <p:cNvCxnSpPr>
            <a:cxnSpLocks/>
            <a:stCxn id="42" idx="2"/>
            <a:endCxn id="50" idx="1"/>
          </p:cNvCxnSpPr>
          <p:nvPr/>
        </p:nvCxnSpPr>
        <p:spPr>
          <a:xfrm rot="16200000" flipH="1">
            <a:off x="4788641" y="4008501"/>
            <a:ext cx="419428" cy="35746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BD2FA174-4820-90B7-C4BF-F1F1F95C0360}"/>
              </a:ext>
            </a:extLst>
          </p:cNvPr>
          <p:cNvSpPr/>
          <p:nvPr/>
        </p:nvSpPr>
        <p:spPr>
          <a:xfrm>
            <a:off x="2593513" y="4462112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de  reversa cobro</a:t>
            </a:r>
          </a:p>
        </p:txBody>
      </p:sp>
      <p:sp>
        <p:nvSpPr>
          <p:cNvPr id="55" name="CuadroTexto 56">
            <a:extLst>
              <a:ext uri="{FF2B5EF4-FFF2-40B4-BE49-F238E27FC236}">
                <a16:creationId xmlns:a16="http://schemas.microsoft.com/office/drawing/2014/main" id="{48FC5453-FB10-239E-577D-CBF81058D0E2}"/>
              </a:ext>
            </a:extLst>
          </p:cNvPr>
          <p:cNvSpPr txBox="1"/>
          <p:nvPr/>
        </p:nvSpPr>
        <p:spPr>
          <a:xfrm>
            <a:off x="6785696" y="4509466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56" name="Conector angular 36">
            <a:extLst>
              <a:ext uri="{FF2B5EF4-FFF2-40B4-BE49-F238E27FC236}">
                <a16:creationId xmlns:a16="http://schemas.microsoft.com/office/drawing/2014/main" id="{870D4A18-1920-7C89-F1C2-977A78803F60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828515" y="4669112"/>
            <a:ext cx="2957181" cy="23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aralelogramo 56">
            <a:extLst>
              <a:ext uri="{FF2B5EF4-FFF2-40B4-BE49-F238E27FC236}">
                <a16:creationId xmlns:a16="http://schemas.microsoft.com/office/drawing/2014/main" id="{E55DB5BC-E1B3-B164-2FBC-58185769F8DB}"/>
              </a:ext>
            </a:extLst>
          </p:cNvPr>
          <p:cNvSpPr/>
          <p:nvPr/>
        </p:nvSpPr>
        <p:spPr>
          <a:xfrm>
            <a:off x="8148858" y="4465729"/>
            <a:ext cx="1232976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D15AC2A7-6E0B-1430-4A6F-8BE45B366470}"/>
              </a:ext>
            </a:extLst>
          </p:cNvPr>
          <p:cNvCxnSpPr>
            <a:stCxn id="55" idx="3"/>
            <a:endCxn id="57" idx="5"/>
          </p:cNvCxnSpPr>
          <p:nvPr/>
        </p:nvCxnSpPr>
        <p:spPr>
          <a:xfrm>
            <a:off x="7865696" y="4671466"/>
            <a:ext cx="334743" cy="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4645BFA-3E84-DEF1-A4C3-F79144B49AD5}"/>
              </a:ext>
            </a:extLst>
          </p:cNvPr>
          <p:cNvSpPr txBox="1"/>
          <p:nvPr/>
        </p:nvSpPr>
        <p:spPr>
          <a:xfrm>
            <a:off x="9322614" y="4514571"/>
            <a:ext cx="1705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folio de la reversa del cobro en POS, fecha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B110B3FF-2D9C-C386-E4E7-0F47CD368ECF}"/>
              </a:ext>
            </a:extLst>
          </p:cNvPr>
          <p:cNvCxnSpPr>
            <a:cxnSpLocks/>
            <a:stCxn id="28" idx="2"/>
            <a:endCxn id="54" idx="0"/>
          </p:cNvCxnSpPr>
          <p:nvPr/>
        </p:nvCxnSpPr>
        <p:spPr>
          <a:xfrm flipH="1">
            <a:off x="3211014" y="4263687"/>
            <a:ext cx="1" cy="198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5A11ADD-471A-FE43-EE55-135054FFC2B8}"/>
              </a:ext>
            </a:extLst>
          </p:cNvPr>
          <p:cNvSpPr txBox="1"/>
          <p:nvPr/>
        </p:nvSpPr>
        <p:spPr>
          <a:xfrm>
            <a:off x="9657388" y="2643515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62" name="CuadroTexto 118">
            <a:extLst>
              <a:ext uri="{FF2B5EF4-FFF2-40B4-BE49-F238E27FC236}">
                <a16:creationId xmlns:a16="http://schemas.microsoft.com/office/drawing/2014/main" id="{7918FF3A-13B5-3964-44FF-0D74F06B6082}"/>
              </a:ext>
            </a:extLst>
          </p:cNvPr>
          <p:cNvSpPr txBox="1"/>
          <p:nvPr/>
        </p:nvSpPr>
        <p:spPr>
          <a:xfrm>
            <a:off x="8539795" y="566649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29518508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30E1-8707-CE55-905D-11AA8449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C8599D11-6694-56F9-3C57-C81710269E2A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1CE8CC6-6215-0D3D-8F3E-746E6DC0A4E0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332D9DB-E93C-D4B0-DBF9-1403C694139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3E196F97-B158-48EE-5B1D-2BB87E15937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FC487F2-FDD9-2B8D-1BF7-0277F2752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EB9322FC-D518-BD77-ED02-FFFC169FD098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16659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1652-2D89-9215-0EB8-55170CB9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524A097C-BE5E-CB6D-C3DD-F3B2D8CED47B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D4B30F8F-D873-DC33-BB5F-D12CEB56560F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D7A5786-8827-32F0-4F56-92F827D2232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2F73EB0-50F0-7DD1-C596-45D6ECBC577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6AB0AB5-D5B1-A194-1DFB-67AE9C640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B951C5C-954B-739A-FFBB-4BE85AFAB5CC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F4950C-DE2E-FC95-523C-8A17DD41198B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3A25272-6B48-2F41-5D8F-79712AE3C72C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3AE5790-CD09-7922-974F-EDE7939F2892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D94E03-3284-0224-ADDC-F1C2A40A7816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C6A5674-62D0-C65A-536E-AB21BF06BE04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56FE93D6-816F-1E97-7D2F-B34D04991910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Referenciados Seguros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8756369-095D-89A4-FE44-925974A4B684}"/>
              </a:ext>
            </a:extLst>
          </p:cNvPr>
          <p:cNvSpPr txBox="1"/>
          <p:nvPr/>
        </p:nvSpPr>
        <p:spPr>
          <a:xfrm>
            <a:off x="8374933" y="228484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1E54EFB-0E07-064F-5A9E-708CFD289452}"/>
              </a:ext>
            </a:extLst>
          </p:cNvPr>
          <p:cNvSpPr/>
          <p:nvPr/>
        </p:nvSpPr>
        <p:spPr>
          <a:xfrm>
            <a:off x="10105777" y="223444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B0608D02-36B7-560C-9340-E5C502EC16FD}"/>
              </a:ext>
            </a:extLst>
          </p:cNvPr>
          <p:cNvSpPr/>
          <p:nvPr/>
        </p:nvSpPr>
        <p:spPr>
          <a:xfrm>
            <a:off x="10139029" y="4186948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618C5C2-8843-1DE1-171E-DDAD1D8D8CC1}"/>
              </a:ext>
            </a:extLst>
          </p:cNvPr>
          <p:cNvSpPr txBox="1"/>
          <p:nvPr/>
        </p:nvSpPr>
        <p:spPr>
          <a:xfrm>
            <a:off x="8374933" y="416568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N-TZ01-Seguros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EBCD3BCB-47A5-0C24-DB31-1249D58B6304}"/>
              </a:ext>
            </a:extLst>
          </p:cNvPr>
          <p:cNvSpPr/>
          <p:nvPr/>
        </p:nvSpPr>
        <p:spPr>
          <a:xfrm>
            <a:off x="4741208" y="5108303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56315A9-F81E-E941-8DCB-1E886E0F06C9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CD91C82-AEF3-834B-66CA-4CAC0AE2078A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E429E29B-69F6-755B-699A-2DECF1780057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450447"/>
            <a:ext cx="2733270" cy="603250"/>
          </a:xfrm>
          <a:prstGeom prst="bentConnector3">
            <a:avLst>
              <a:gd name="adj1" fmla="val 8454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81030902-03F7-88D6-52D6-1B18F9C647A9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3053697"/>
            <a:ext cx="2733270" cy="1277585"/>
          </a:xfrm>
          <a:prstGeom prst="bentConnector3">
            <a:avLst>
              <a:gd name="adj1" fmla="val 8427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876BEA8-D9FB-F8DE-3BA7-357879E7BC7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454933" y="2450447"/>
            <a:ext cx="650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72DC988-75C2-D577-2674-EAB595CD5328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454933" y="4331282"/>
            <a:ext cx="721644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048B919-A8CD-E408-2CEF-E664E2EB082A}"/>
              </a:ext>
            </a:extLst>
          </p:cNvPr>
          <p:cNvSpPr txBox="1"/>
          <p:nvPr/>
        </p:nvSpPr>
        <p:spPr>
          <a:xfrm>
            <a:off x="8374933" y="556283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N-TZ-15</a:t>
            </a: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186FD394-CAF6-5C8C-08EE-908B17ACDBAD}"/>
              </a:ext>
            </a:extLst>
          </p:cNvPr>
          <p:cNvSpPr/>
          <p:nvPr/>
        </p:nvSpPr>
        <p:spPr>
          <a:xfrm>
            <a:off x="9960127" y="5524440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ZFactores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5BF81C7-0DBB-CA25-2298-2F3672400AF8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9454933" y="5728436"/>
            <a:ext cx="557741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62FA85FC-B1EB-6091-B2DC-0ACED2F7893D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>
            <a:off x="5641663" y="3053697"/>
            <a:ext cx="2733270" cy="2674739"/>
          </a:xfrm>
          <a:prstGeom prst="bentConnector3">
            <a:avLst>
              <a:gd name="adj1" fmla="val 8417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FB2F67E-432A-6A28-8B5E-74CA3D92A86A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50EE94D-B06C-A841-9E8A-E8F5672B9DD7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FCFBC4D-B58E-6F5C-9EB5-89931053231D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47F30A8-1ED9-7875-4DCF-9CBF55025CC9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7C6628B8-6BDC-4929-4878-9F182EEA3523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BDB2D230-B92B-6528-6F20-AF11C0BEF86F}"/>
              </a:ext>
            </a:extLst>
          </p:cNvPr>
          <p:cNvCxnSpPr>
            <a:cxnSpLocks/>
            <a:stCxn id="5" idx="1"/>
            <a:endCxn id="7" idx="4"/>
          </p:cNvCxnSpPr>
          <p:nvPr/>
        </p:nvCxnSpPr>
        <p:spPr>
          <a:xfrm rot="10800000">
            <a:off x="3001217" y="2478203"/>
            <a:ext cx="1199707" cy="5754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7423491E-C827-CCB0-4B43-452B4BA05696}"/>
              </a:ext>
            </a:extLst>
          </p:cNvPr>
          <p:cNvCxnSpPr>
            <a:cxnSpLocks/>
            <a:stCxn id="5" idx="2"/>
            <a:endCxn id="121" idx="0"/>
          </p:cNvCxnSpPr>
          <p:nvPr/>
        </p:nvCxnSpPr>
        <p:spPr>
          <a:xfrm>
            <a:off x="4921293" y="3269697"/>
            <a:ext cx="17915" cy="18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35F5C69B-FA8B-2D76-E4E4-DFB9905074DD}"/>
              </a:ext>
            </a:extLst>
          </p:cNvPr>
          <p:cNvSpPr/>
          <p:nvPr/>
        </p:nvSpPr>
        <p:spPr>
          <a:xfrm>
            <a:off x="4200923" y="2837697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47D3C9-9A45-2E3C-3F01-D83220F0B734}"/>
              </a:ext>
            </a:extLst>
          </p:cNvPr>
          <p:cNvSpPr txBox="1"/>
          <p:nvPr/>
        </p:nvSpPr>
        <p:spPr>
          <a:xfrm>
            <a:off x="9836829" y="2666447"/>
            <a:ext cx="1980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F13672A0-B859-A5BF-43B2-16B8CE144DAF}"/>
              </a:ext>
            </a:extLst>
          </p:cNvPr>
          <p:cNvSpPr txBox="1"/>
          <p:nvPr/>
        </p:nvSpPr>
        <p:spPr>
          <a:xfrm>
            <a:off x="10519458" y="4001578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DBEA4E3D-BAAC-8FC0-EA0D-E70BB7B12A8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641663" y="3053697"/>
            <a:ext cx="2703833" cy="1883520"/>
          </a:xfrm>
          <a:prstGeom prst="bentConnector3">
            <a:avLst>
              <a:gd name="adj1" fmla="val 8491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AF7C373-FC85-E1CB-1D05-D017BC29E99B}"/>
              </a:ext>
            </a:extLst>
          </p:cNvPr>
          <p:cNvSpPr txBox="1"/>
          <p:nvPr/>
        </p:nvSpPr>
        <p:spPr>
          <a:xfrm>
            <a:off x="8367195" y="484721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/>
              <a:t>N-TZ-14</a:t>
            </a:r>
          </a:p>
        </p:txBody>
      </p:sp>
      <p:sp>
        <p:nvSpPr>
          <p:cNvPr id="26" name="Paralelogramo 25">
            <a:extLst>
              <a:ext uri="{FF2B5EF4-FFF2-40B4-BE49-F238E27FC236}">
                <a16:creationId xmlns:a16="http://schemas.microsoft.com/office/drawing/2014/main" id="{2E333F9F-4F1F-30B8-A372-03292F5290A4}"/>
              </a:ext>
            </a:extLst>
          </p:cNvPr>
          <p:cNvSpPr/>
          <p:nvPr/>
        </p:nvSpPr>
        <p:spPr>
          <a:xfrm>
            <a:off x="10095617" y="4804575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/>
              <a:t>Tabla ZTipoSeguros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A58B3FE-23DA-778F-19F0-4D1E76867B63}"/>
              </a:ext>
            </a:extLst>
          </p:cNvPr>
          <p:cNvCxnSpPr>
            <a:stCxn id="22" idx="3"/>
            <a:endCxn id="26" idx="5"/>
          </p:cNvCxnSpPr>
          <p:nvPr/>
        </p:nvCxnSpPr>
        <p:spPr>
          <a:xfrm>
            <a:off x="9447195" y="5012811"/>
            <a:ext cx="700969" cy="1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71A1123-C540-3CAE-029E-46228327251D}"/>
              </a:ext>
            </a:extLst>
          </p:cNvPr>
          <p:cNvSpPr/>
          <p:nvPr/>
        </p:nvSpPr>
        <p:spPr>
          <a:xfrm>
            <a:off x="4726929" y="2088928"/>
            <a:ext cx="396000" cy="360000"/>
          </a:xfrm>
          <a:prstGeom prst="ellipse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2AD2D777-9C2A-E2EC-5A27-B1580369B193}"/>
              </a:ext>
            </a:extLst>
          </p:cNvPr>
          <p:cNvCxnSpPr>
            <a:cxnSpLocks/>
            <a:stCxn id="21" idx="4"/>
            <a:endCxn id="5" idx="0"/>
          </p:cNvCxnSpPr>
          <p:nvPr/>
        </p:nvCxnSpPr>
        <p:spPr>
          <a:xfrm flipH="1">
            <a:off x="4921293" y="2448928"/>
            <a:ext cx="3636" cy="38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55310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22C4-413D-D173-0D12-DCEFE47E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B0998D54-7BC1-F969-B979-2E90403E91CC}"/>
              </a:ext>
            </a:extLst>
          </p:cNvPr>
          <p:cNvSpPr/>
          <p:nvPr/>
        </p:nvSpPr>
        <p:spPr>
          <a:xfrm>
            <a:off x="476931" y="1787857"/>
            <a:ext cx="1815859" cy="4424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5C48705-EF84-5217-DF0C-916F43CDCDB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AA622AF-40D0-A955-87B3-F2B5462874D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C842E63-7CC6-6771-44BC-D349B4AB3F1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EC277FC-1E91-A67D-8B36-883690E4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E55FF1F-92A1-A323-D7E8-AB182062A322}"/>
              </a:ext>
            </a:extLst>
          </p:cNvPr>
          <p:cNvSpPr/>
          <p:nvPr/>
        </p:nvSpPr>
        <p:spPr>
          <a:xfrm>
            <a:off x="6745319" y="1464578"/>
            <a:ext cx="529372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C5775F4-390B-CF89-EFE6-1971A2F03944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2BAED70-7A73-F735-EA52-B5F75D8EBAF1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E24372-7E72-0157-0157-F20980CAEC10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2D98789-543E-BC77-A8E2-714A08CE99C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06CBBFF9-8AC2-C536-D1FD-CA9123EAB733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Referenciados Seguros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6FD6F474-2638-D759-7BC3-9241DCF2FDE8}"/>
              </a:ext>
            </a:extLst>
          </p:cNvPr>
          <p:cNvSpPr/>
          <p:nvPr/>
        </p:nvSpPr>
        <p:spPr>
          <a:xfrm>
            <a:off x="1127049" y="183732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4DA9BA1-CFC8-1555-2561-D3E515E082A2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0DDD401-3742-9DA0-6EEC-C149442D059D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2FD61880-EF66-E16B-F008-DD1D8B05CF16}"/>
              </a:ext>
            </a:extLst>
          </p:cNvPr>
          <p:cNvCxnSpPr>
            <a:cxnSpLocks/>
            <a:stCxn id="121" idx="4"/>
            <a:endCxn id="106" idx="0"/>
          </p:cNvCxnSpPr>
          <p:nvPr/>
        </p:nvCxnSpPr>
        <p:spPr>
          <a:xfrm flipH="1">
            <a:off x="1322244" y="2197320"/>
            <a:ext cx="2805" cy="314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D81A2C8-220C-3CF1-B46D-5A4B53CB3480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F8F22DBC-AEEE-BC69-A1EF-3AACB97F0999}"/>
              </a:ext>
            </a:extLst>
          </p:cNvPr>
          <p:cNvSpPr/>
          <p:nvPr/>
        </p:nvSpPr>
        <p:spPr>
          <a:xfrm>
            <a:off x="823223" y="2512046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2B61D89E-C1D0-2A62-6818-CF9107CF8D5A}"/>
              </a:ext>
            </a:extLst>
          </p:cNvPr>
          <p:cNvSpPr txBox="1"/>
          <p:nvPr/>
        </p:nvSpPr>
        <p:spPr>
          <a:xfrm>
            <a:off x="5190199" y="256407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PV01_SCP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6EE8F08-F12A-D9BD-9B33-9976C62359D2}"/>
              </a:ext>
            </a:extLst>
          </p:cNvPr>
          <p:cNvSpPr txBox="1"/>
          <p:nvPr/>
        </p:nvSpPr>
        <p:spPr>
          <a:xfrm>
            <a:off x="7098294" y="256407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CO04_SCP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EBEF0EF2-4646-0348-ACFF-FF6FBD4EE1BA}"/>
              </a:ext>
            </a:extLst>
          </p:cNvPr>
          <p:cNvSpPr/>
          <p:nvPr/>
        </p:nvSpPr>
        <p:spPr>
          <a:xfrm>
            <a:off x="8842127" y="251310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3ADocumento Contable(cta divergente vs caja) 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9B8C3FB8-E1C6-AE6A-5A54-3B31C684B2E7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2726079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8CA83727-B30F-E51E-E986-DC7C143C4625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2726079"/>
            <a:ext cx="663833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EB15884-B124-2F91-E3AD-56DC6B1BC2A9}"/>
              </a:ext>
            </a:extLst>
          </p:cNvPr>
          <p:cNvSpPr txBox="1"/>
          <p:nvPr/>
        </p:nvSpPr>
        <p:spPr>
          <a:xfrm>
            <a:off x="9858935" y="2589993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cxnSp>
        <p:nvCxnSpPr>
          <p:cNvPr id="92" name="Conector recto de flecha 123">
            <a:extLst>
              <a:ext uri="{FF2B5EF4-FFF2-40B4-BE49-F238E27FC236}">
                <a16:creationId xmlns:a16="http://schemas.microsoft.com/office/drawing/2014/main" id="{99A78809-15AD-E01D-8A01-29D2CDBFF143}"/>
              </a:ext>
            </a:extLst>
          </p:cNvPr>
          <p:cNvCxnSpPr>
            <a:cxnSpLocks/>
            <a:stCxn id="106" idx="2"/>
            <a:endCxn id="2" idx="0"/>
          </p:cNvCxnSpPr>
          <p:nvPr/>
        </p:nvCxnSpPr>
        <p:spPr>
          <a:xfrm>
            <a:off x="1322244" y="2926046"/>
            <a:ext cx="0" cy="733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D339AF8-FE47-5E21-1121-DFD079D0FF55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>
            <a:off x="1821265" y="2719046"/>
            <a:ext cx="3368934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410185DC-5FB2-CF20-A186-A9B906C12390}"/>
              </a:ext>
            </a:extLst>
          </p:cNvPr>
          <p:cNvSpPr/>
          <p:nvPr/>
        </p:nvSpPr>
        <p:spPr>
          <a:xfrm>
            <a:off x="785391" y="4568511"/>
            <a:ext cx="1080000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</a:t>
            </a:r>
            <a:r>
              <a:rPr lang="es-MX" sz="900">
                <a:solidFill>
                  <a:schemeClr val="tx1"/>
                </a:solidFill>
              </a:rPr>
              <a:t>Partida de comisiones del seguro</a:t>
            </a:r>
          </a:p>
        </p:txBody>
      </p:sp>
      <p:sp>
        <p:nvSpPr>
          <p:cNvPr id="9" name="CuadroTexto 56">
            <a:extLst>
              <a:ext uri="{FF2B5EF4-FFF2-40B4-BE49-F238E27FC236}">
                <a16:creationId xmlns:a16="http://schemas.microsoft.com/office/drawing/2014/main" id="{846D9EAC-AE34-AC5B-2E33-5E70063B3770}"/>
              </a:ext>
            </a:extLst>
          </p:cNvPr>
          <p:cNvSpPr txBox="1"/>
          <p:nvPr/>
        </p:nvSpPr>
        <p:spPr>
          <a:xfrm>
            <a:off x="5190199" y="4609103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PV01_SCC</a:t>
            </a:r>
          </a:p>
        </p:txBody>
      </p:sp>
      <p:sp>
        <p:nvSpPr>
          <p:cNvPr id="10" name="Diagrama de flujo: documento 84">
            <a:extLst>
              <a:ext uri="{FF2B5EF4-FFF2-40B4-BE49-F238E27FC236}">
                <a16:creationId xmlns:a16="http://schemas.microsoft.com/office/drawing/2014/main" id="{42D051E9-9FE2-A834-C01D-1E5D4444918E}"/>
              </a:ext>
            </a:extLst>
          </p:cNvPr>
          <p:cNvSpPr/>
          <p:nvPr/>
        </p:nvSpPr>
        <p:spPr>
          <a:xfrm>
            <a:off x="8837221" y="4210810"/>
            <a:ext cx="1080000" cy="111507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 dirty="0">
              <a:solidFill>
                <a:schemeClr val="tx1"/>
              </a:solidFill>
            </a:endParaRPr>
          </a:p>
          <a:p>
            <a:pPr algn="ctr"/>
            <a:endParaRPr lang="es-MX" sz="700" b="1" dirty="0">
              <a:solidFill>
                <a:schemeClr val="tx1"/>
              </a:solidFill>
            </a:endParaRPr>
          </a:p>
          <a:p>
            <a:pPr algn="ctr"/>
            <a:endParaRPr lang="es-MX" sz="700" b="1" dirty="0">
              <a:solidFill>
                <a:schemeClr val="tx1"/>
              </a:solidFill>
            </a:endParaRPr>
          </a:p>
          <a:p>
            <a:pPr algn="ctr"/>
            <a:r>
              <a:rPr lang="es-MX" sz="700" b="1" dirty="0">
                <a:solidFill>
                  <a:schemeClr val="tx1"/>
                </a:solidFill>
                <a:latin typeface="Arial Nova" panose="020B0504020202020204" pitchFamily="34" charset="0"/>
              </a:rPr>
              <a:t>3B-Documento Contable(ClubAsistencia, Ingresos, Iva, ChubSeguros vs cta orden)</a:t>
            </a:r>
          </a:p>
          <a:p>
            <a:pPr algn="ctr"/>
            <a:r>
              <a:rPr lang="es-MX" sz="700" b="1" dirty="0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953D90-622E-4574-577E-F650CF548277}"/>
              </a:ext>
            </a:extLst>
          </p:cNvPr>
          <p:cNvSpPr txBox="1"/>
          <p:nvPr/>
        </p:nvSpPr>
        <p:spPr>
          <a:xfrm>
            <a:off x="7098294" y="459955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</a:rPr>
              <a:t>CO04_SCC</a:t>
            </a: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FE8B81DC-932D-9E05-F8E1-D1073647643C}"/>
              </a:ext>
            </a:extLst>
          </p:cNvPr>
          <p:cNvSpPr txBox="1"/>
          <p:nvPr/>
        </p:nvSpPr>
        <p:spPr>
          <a:xfrm>
            <a:off x="7098294" y="5637006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>
                <a:solidFill>
                  <a:schemeClr val="bg1"/>
                </a:solidFill>
              </a:rPr>
              <a:t>N-TZ01-Seguros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B8007720-CEA6-25EF-D0B6-8D6B237C1A72}"/>
              </a:ext>
            </a:extLst>
          </p:cNvPr>
          <p:cNvSpPr/>
          <p:nvPr/>
        </p:nvSpPr>
        <p:spPr>
          <a:xfrm>
            <a:off x="10075583" y="5674426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ZSE_SPLITS</a:t>
            </a:r>
          </a:p>
        </p:txBody>
      </p:sp>
      <p:sp>
        <p:nvSpPr>
          <p:cNvPr id="14" name="CuadroTexto 118">
            <a:extLst>
              <a:ext uri="{FF2B5EF4-FFF2-40B4-BE49-F238E27FC236}">
                <a16:creationId xmlns:a16="http://schemas.microsoft.com/office/drawing/2014/main" id="{BE7B8798-C2FB-1A29-B1E8-5D2D535EEAF0}"/>
              </a:ext>
            </a:extLst>
          </p:cNvPr>
          <p:cNvSpPr txBox="1"/>
          <p:nvPr/>
        </p:nvSpPr>
        <p:spPr>
          <a:xfrm>
            <a:off x="10417255" y="548115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2298BF8F-F8AA-91FC-ACAE-FF4C83660AE5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3794595" y="2513306"/>
            <a:ext cx="834495" cy="5772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10C504A-5980-8874-3816-C196E55069CB}"/>
              </a:ext>
            </a:extLst>
          </p:cNvPr>
          <p:cNvCxnSpPr>
            <a:cxnSpLocks/>
            <a:stCxn id="12" idx="3"/>
            <a:endCxn id="13" idx="5"/>
          </p:cNvCxnSpPr>
          <p:nvPr/>
        </p:nvCxnSpPr>
        <p:spPr>
          <a:xfrm>
            <a:off x="8178294" y="5817006"/>
            <a:ext cx="1934837" cy="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C67CB8A9-4BAF-F555-F759-6F74915CA29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865391" y="4771103"/>
            <a:ext cx="3324808" cy="44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BF666DD-F52F-C4D1-A83B-A6BBD018125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270199" y="4765154"/>
            <a:ext cx="828095" cy="5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F6534B4-4641-4846-198F-F8F404F2E26E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8178294" y="4765154"/>
            <a:ext cx="658927" cy="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30">
            <a:extLst>
              <a:ext uri="{FF2B5EF4-FFF2-40B4-BE49-F238E27FC236}">
                <a16:creationId xmlns:a16="http://schemas.microsoft.com/office/drawing/2014/main" id="{BA9E6473-6CD3-1173-97C3-C41DE00EEA99}"/>
              </a:ext>
            </a:extLst>
          </p:cNvPr>
          <p:cNvSpPr/>
          <p:nvPr/>
        </p:nvSpPr>
        <p:spPr>
          <a:xfrm>
            <a:off x="704743" y="3659498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4" name="CuadroTexto 56">
            <a:extLst>
              <a:ext uri="{FF2B5EF4-FFF2-40B4-BE49-F238E27FC236}">
                <a16:creationId xmlns:a16="http://schemas.microsoft.com/office/drawing/2014/main" id="{A5FF0CBC-A779-2A9B-5C14-840CD5C9591A}"/>
              </a:ext>
            </a:extLst>
          </p:cNvPr>
          <p:cNvSpPr txBox="1"/>
          <p:nvPr/>
        </p:nvSpPr>
        <p:spPr>
          <a:xfrm>
            <a:off x="7105499" y="3723873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sp>
        <p:nvSpPr>
          <p:cNvPr id="7" name="Paralelogramo 37">
            <a:extLst>
              <a:ext uri="{FF2B5EF4-FFF2-40B4-BE49-F238E27FC236}">
                <a16:creationId xmlns:a16="http://schemas.microsoft.com/office/drawing/2014/main" id="{0632465F-34E6-768E-5E46-3EE6C365CD16}"/>
              </a:ext>
            </a:extLst>
          </p:cNvPr>
          <p:cNvSpPr/>
          <p:nvPr/>
        </p:nvSpPr>
        <p:spPr>
          <a:xfrm>
            <a:off x="8893206" y="3680136"/>
            <a:ext cx="1295393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sp>
        <p:nvSpPr>
          <p:cNvPr id="20" name="CuadroTexto 41">
            <a:extLst>
              <a:ext uri="{FF2B5EF4-FFF2-40B4-BE49-F238E27FC236}">
                <a16:creationId xmlns:a16="http://schemas.microsoft.com/office/drawing/2014/main" id="{2026D96A-CDD7-1DF2-FF72-A2D55CD007D4}"/>
              </a:ext>
            </a:extLst>
          </p:cNvPr>
          <p:cNvSpPr txBox="1"/>
          <p:nvPr/>
        </p:nvSpPr>
        <p:spPr>
          <a:xfrm>
            <a:off x="10115755" y="3659498"/>
            <a:ext cx="176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fecha y folio interno asignado a los diferentes Cobros emitidos en S4.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F300380-0AD7-B8AC-5910-007BE08DFB7D}"/>
              </a:ext>
            </a:extLst>
          </p:cNvPr>
          <p:cNvCxnSpPr>
            <a:endCxn id="8" idx="0"/>
          </p:cNvCxnSpPr>
          <p:nvPr/>
        </p:nvCxnSpPr>
        <p:spPr>
          <a:xfrm>
            <a:off x="1322244" y="4073498"/>
            <a:ext cx="3147" cy="495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6E38603-1C10-CBB9-B15E-6A392BA99F61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939745" y="3866498"/>
            <a:ext cx="5165754" cy="1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5555035-FB97-2EE7-B9DA-DF7FA58B5C3A}"/>
              </a:ext>
            </a:extLst>
          </p:cNvPr>
          <p:cNvCxnSpPr>
            <a:stCxn id="4" idx="3"/>
            <a:endCxn id="7" idx="5"/>
          </p:cNvCxnSpPr>
          <p:nvPr/>
        </p:nvCxnSpPr>
        <p:spPr>
          <a:xfrm>
            <a:off x="8185499" y="3885873"/>
            <a:ext cx="759288" cy="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4587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A415-80AA-CF53-3C5A-551C30AC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D38D9F7F-14DB-28D0-0FD7-08F613952736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AEDA2CA-1F37-EDF9-D54F-A78CA69A007F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6583CB9-A6E4-BA43-254D-646C488DBEA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DA97BBD-2CE9-74F5-F43D-6B80B212E81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B11A089-B18D-4B91-A52D-608BF5DE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708E473C-FE74-3C76-CFF6-DAF36BEA2E84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64900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C3B0-F09A-489F-F2A5-EDDFCA53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D47196D-0650-81C2-E9FC-81AC092FCE25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768D19B-1C5B-D960-6F7E-9FAEFFDBD8C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BDC07D9-9D00-57AA-67B9-3BCB73980EC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3B07F96-E674-0970-DE1A-D8287C751D9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A262478-6A56-C665-1B9D-55AE7D874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09075C3-F243-9082-42FD-2D6763905088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1F08A2-DBCB-A43D-4B4D-E6CE5EFFB2F0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7E98CE7-6296-E726-EBA9-C0100FE72690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FC33F69-9D90-7226-3C12-A0C06FC3B31F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CE5F9E-11FA-D3E4-DDED-7A9FD2173348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001FC55-DB7B-E507-805E-7286030387D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6C43DAE5-5995-3F77-6C1C-5AAFF5349ADD}"/>
              </a:ext>
            </a:extLst>
          </p:cNvPr>
          <p:cNvSpPr/>
          <p:nvPr/>
        </p:nvSpPr>
        <p:spPr>
          <a:xfrm>
            <a:off x="908999" y="438480"/>
            <a:ext cx="10174575" cy="700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Notas Cargo/Crédito Espejo</a:t>
            </a:r>
          </a:p>
          <a:p>
            <a:pPr>
              <a:lnSpc>
                <a:spcPct val="90000"/>
              </a:lnSpc>
            </a:pP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A74E91-7279-7F20-7A94-948E919AC86E}"/>
              </a:ext>
            </a:extLst>
          </p:cNvPr>
          <p:cNvSpPr txBox="1"/>
          <p:nvPr/>
        </p:nvSpPr>
        <p:spPr>
          <a:xfrm>
            <a:off x="8374933" y="228484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A589D8-1160-CF60-7DB6-064DA71ECD18}"/>
              </a:ext>
            </a:extLst>
          </p:cNvPr>
          <p:cNvSpPr/>
          <p:nvPr/>
        </p:nvSpPr>
        <p:spPr>
          <a:xfrm>
            <a:off x="10105777" y="2234447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6E38379D-DB9F-8404-97E9-47C6F3276A1F}"/>
              </a:ext>
            </a:extLst>
          </p:cNvPr>
          <p:cNvSpPr/>
          <p:nvPr/>
        </p:nvSpPr>
        <p:spPr>
          <a:xfrm>
            <a:off x="10139029" y="4186948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CBE5BA6-E243-55F8-B8DB-383582646B12}"/>
              </a:ext>
            </a:extLst>
          </p:cNvPr>
          <p:cNvSpPr txBox="1"/>
          <p:nvPr/>
        </p:nvSpPr>
        <p:spPr>
          <a:xfrm>
            <a:off x="8374933" y="416568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07D2DBA-D839-6A79-56C0-6DD13FAE7F09}"/>
              </a:ext>
            </a:extLst>
          </p:cNvPr>
          <p:cNvSpPr/>
          <p:nvPr/>
        </p:nvSpPr>
        <p:spPr>
          <a:xfrm>
            <a:off x="4741208" y="5108303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F61DACF-0CF7-FB6D-0A04-B6A0940A2324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1D92A4-A412-1178-6BBA-E492D7CA13A8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D2941B-847C-4D50-5167-96CF1ABD153F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C1D2275A-3D41-5098-96CC-AAE0D3048370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450447"/>
            <a:ext cx="2733270" cy="603250"/>
          </a:xfrm>
          <a:prstGeom prst="bentConnector3">
            <a:avLst>
              <a:gd name="adj1" fmla="val 8454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E899F3DC-7EED-EE53-599D-3124F8C8067D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3053697"/>
            <a:ext cx="2733270" cy="1277585"/>
          </a:xfrm>
          <a:prstGeom prst="bentConnector3">
            <a:avLst>
              <a:gd name="adj1" fmla="val 8427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14DBF20-3370-0F4C-0919-FA223025C75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454933" y="2450447"/>
            <a:ext cx="650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0C15189-C227-498B-ABAA-406B9C4D8536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454933" y="4331282"/>
            <a:ext cx="721644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2B6E143-1866-CD82-323B-8E56338723C4}"/>
              </a:ext>
            </a:extLst>
          </p:cNvPr>
          <p:cNvSpPr txBox="1"/>
          <p:nvPr/>
        </p:nvSpPr>
        <p:spPr>
          <a:xfrm>
            <a:off x="8374933" y="556283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37" name="Paralelogramo 36">
            <a:extLst>
              <a:ext uri="{FF2B5EF4-FFF2-40B4-BE49-F238E27FC236}">
                <a16:creationId xmlns:a16="http://schemas.microsoft.com/office/drawing/2014/main" id="{741EAE1C-6DE8-3B2C-7FEA-D567E6BA1B0F}"/>
              </a:ext>
            </a:extLst>
          </p:cNvPr>
          <p:cNvSpPr/>
          <p:nvPr/>
        </p:nvSpPr>
        <p:spPr>
          <a:xfrm>
            <a:off x="9960127" y="5524440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7A855B5D-386A-C1AE-A747-E1A43F592AF6}"/>
              </a:ext>
            </a:extLst>
          </p:cNvPr>
          <p:cNvCxnSpPr>
            <a:cxnSpLocks/>
            <a:stCxn id="33" idx="3"/>
            <a:endCxn id="37" idx="5"/>
          </p:cNvCxnSpPr>
          <p:nvPr/>
        </p:nvCxnSpPr>
        <p:spPr>
          <a:xfrm>
            <a:off x="9454933" y="5728436"/>
            <a:ext cx="557741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Conector angular 50">
            <a:extLst>
              <a:ext uri="{FF2B5EF4-FFF2-40B4-BE49-F238E27FC236}">
                <a16:creationId xmlns:a16="http://schemas.microsoft.com/office/drawing/2014/main" id="{27B0A73F-DDF7-66BC-2AF0-62EB00B66AAA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>
            <a:off x="5641663" y="3053697"/>
            <a:ext cx="2733270" cy="2674739"/>
          </a:xfrm>
          <a:prstGeom prst="bentConnector3">
            <a:avLst>
              <a:gd name="adj1" fmla="val 8417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25BBA0-7842-A913-4F1E-2CDEA4A602BA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46FEC66-7FD4-B867-4FC0-E42A847FF47A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8A12EE2-2D88-7239-2A1A-B2E0DB74EAC3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099718D-40A4-2A71-8C41-388C65B90B97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AC5BD712-FC12-DA89-A4BD-0A4B71F64CFA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00D51664-4AD6-E803-5A10-E23F6950066F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9D53562-249E-7DE5-25C3-4B2584E5340C}"/>
              </a:ext>
            </a:extLst>
          </p:cNvPr>
          <p:cNvCxnSpPr>
            <a:cxnSpLocks/>
            <a:stCxn id="5" idx="2"/>
            <a:endCxn id="121" idx="0"/>
          </p:cNvCxnSpPr>
          <p:nvPr/>
        </p:nvCxnSpPr>
        <p:spPr>
          <a:xfrm>
            <a:off x="4921293" y="3269697"/>
            <a:ext cx="17915" cy="183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2056E1BC-AA6A-F5F6-452C-F4AE16C246A7}"/>
              </a:ext>
            </a:extLst>
          </p:cNvPr>
          <p:cNvSpPr/>
          <p:nvPr/>
        </p:nvSpPr>
        <p:spPr>
          <a:xfrm>
            <a:off x="4200923" y="2837697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cxnSp>
        <p:nvCxnSpPr>
          <p:cNvPr id="31" name="Conector angular 9">
            <a:extLst>
              <a:ext uri="{FF2B5EF4-FFF2-40B4-BE49-F238E27FC236}">
                <a16:creationId xmlns:a16="http://schemas.microsoft.com/office/drawing/2014/main" id="{A2AB4C2E-6050-5CA0-E7CE-AFA07418AE8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02148" y="3050688"/>
            <a:ext cx="2598775" cy="30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9CDE91F-1CCF-0DF3-06C6-81905BA5E5AD}"/>
              </a:ext>
            </a:extLst>
          </p:cNvPr>
          <p:cNvSpPr txBox="1"/>
          <p:nvPr/>
        </p:nvSpPr>
        <p:spPr>
          <a:xfrm>
            <a:off x="9836829" y="2666447"/>
            <a:ext cx="1980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9992A64B-0B0D-1ECE-8377-551E092F57FC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5641663" y="3053697"/>
            <a:ext cx="2754524" cy="1921005"/>
          </a:xfrm>
          <a:prstGeom prst="bentConnector3">
            <a:avLst>
              <a:gd name="adj1" fmla="val 8378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716C6EC1-9D67-B03F-778A-72A322DFD5F9}"/>
              </a:ext>
            </a:extLst>
          </p:cNvPr>
          <p:cNvSpPr/>
          <p:nvPr/>
        </p:nvSpPr>
        <p:spPr>
          <a:xfrm>
            <a:off x="10096234" y="4764195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15BB8B-93CE-0DC3-7341-319E1FBC8B7E}"/>
              </a:ext>
            </a:extLst>
          </p:cNvPr>
          <p:cNvSpPr txBox="1"/>
          <p:nvPr/>
        </p:nvSpPr>
        <p:spPr>
          <a:xfrm>
            <a:off x="8396187" y="480910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56999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47C0-9AE2-6959-14EE-7041AC0B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1E71C15-36A9-4527-5FE4-F4E2C609DCD2}"/>
              </a:ext>
            </a:extLst>
          </p:cNvPr>
          <p:cNvSpPr/>
          <p:nvPr/>
        </p:nvSpPr>
        <p:spPr>
          <a:xfrm>
            <a:off x="476931" y="1787857"/>
            <a:ext cx="1815859" cy="4424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62FDBA0-621F-22E5-7BC1-5ADCC00C91F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5CD16B7-80B3-70C6-7024-11C616A0D9D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3F91D5E-C3E2-5C8A-E8C9-BBEF3CF855B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2065E1E-8260-C1B3-1D4C-D8E94DBA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E12C900-974F-EE5A-0C8B-2B4C94C785F4}"/>
              </a:ext>
            </a:extLst>
          </p:cNvPr>
          <p:cNvSpPr/>
          <p:nvPr/>
        </p:nvSpPr>
        <p:spPr>
          <a:xfrm>
            <a:off x="6745319" y="1464578"/>
            <a:ext cx="529372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5FB5D49-A6EF-584C-4E7D-431F1E4FC0C0}"/>
              </a:ext>
            </a:extLst>
          </p:cNvPr>
          <p:cNvSpPr/>
          <p:nvPr/>
        </p:nvSpPr>
        <p:spPr>
          <a:xfrm>
            <a:off x="2523408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76BE670-53DE-1AE4-A675-92631A2AB803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91ABF5-C852-455E-F801-081F7CA5A513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28D0D05-E27F-3F5D-1890-3E9897BF1F86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94EBCD75-DCFF-B3E8-9599-FB9DF51A1174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Notas Cargo/Crédito Espejo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72B10ED-D013-582C-4A9C-E6492D8247CF}"/>
              </a:ext>
            </a:extLst>
          </p:cNvPr>
          <p:cNvSpPr/>
          <p:nvPr/>
        </p:nvSpPr>
        <p:spPr>
          <a:xfrm>
            <a:off x="821880" y="2793205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Importes Cobro Moratorios</a:t>
            </a: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B9C2CD07-2430-D71A-E010-544D47E90CDA}"/>
              </a:ext>
            </a:extLst>
          </p:cNvPr>
          <p:cNvSpPr/>
          <p:nvPr/>
        </p:nvSpPr>
        <p:spPr>
          <a:xfrm>
            <a:off x="1127049" y="183732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C471B61-C14B-E2CC-9F88-C9843E91A32F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560BE55-BFE1-38C1-49AC-1921E928FE25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CE57719C-397D-C8E7-3E2D-46000417838B}"/>
              </a:ext>
            </a:extLst>
          </p:cNvPr>
          <p:cNvCxnSpPr>
            <a:cxnSpLocks/>
            <a:stCxn id="121" idx="4"/>
            <a:endCxn id="64" idx="0"/>
          </p:cNvCxnSpPr>
          <p:nvPr/>
        </p:nvCxnSpPr>
        <p:spPr>
          <a:xfrm flipH="1">
            <a:off x="1320901" y="2197320"/>
            <a:ext cx="4148" cy="595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98D8CD7-1E4D-3BAC-1668-92E439E2CB0C}"/>
              </a:ext>
            </a:extLst>
          </p:cNvPr>
          <p:cNvSpPr/>
          <p:nvPr/>
        </p:nvSpPr>
        <p:spPr>
          <a:xfrm>
            <a:off x="4634363" y="1464578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2EEB0B8-6026-F7B7-6C32-7A4925F7002E}"/>
              </a:ext>
            </a:extLst>
          </p:cNvPr>
          <p:cNvSpPr txBox="1"/>
          <p:nvPr/>
        </p:nvSpPr>
        <p:spPr>
          <a:xfrm>
            <a:off x="5190199" y="203913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56" name="Paralelogramo 55">
            <a:extLst>
              <a:ext uri="{FF2B5EF4-FFF2-40B4-BE49-F238E27FC236}">
                <a16:creationId xmlns:a16="http://schemas.microsoft.com/office/drawing/2014/main" id="{A4008266-8DCD-CF73-754B-2E0F08D804B9}"/>
              </a:ext>
            </a:extLst>
          </p:cNvPr>
          <p:cNvSpPr/>
          <p:nvPr/>
        </p:nvSpPr>
        <p:spPr>
          <a:xfrm>
            <a:off x="9059840" y="3258625"/>
            <a:ext cx="1193799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68F3B45-8A56-7391-F7EB-4B931D2FFD84}"/>
              </a:ext>
            </a:extLst>
          </p:cNvPr>
          <p:cNvSpPr txBox="1"/>
          <p:nvPr/>
        </p:nvSpPr>
        <p:spPr>
          <a:xfrm>
            <a:off x="7098294" y="203913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8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72" name="Conector angular 71">
            <a:extLst>
              <a:ext uri="{FF2B5EF4-FFF2-40B4-BE49-F238E27FC236}">
                <a16:creationId xmlns:a16="http://schemas.microsoft.com/office/drawing/2014/main" id="{C9F4E5D7-72B3-9B36-CBF8-D6832A07C23C}"/>
              </a:ext>
            </a:extLst>
          </p:cNvPr>
          <p:cNvCxnSpPr>
            <a:cxnSpLocks/>
            <a:stCxn id="64" idx="3"/>
            <a:endCxn id="54" idx="1"/>
          </p:cNvCxnSpPr>
          <p:nvPr/>
        </p:nvCxnSpPr>
        <p:spPr>
          <a:xfrm flipV="1">
            <a:off x="1819922" y="2878477"/>
            <a:ext cx="3370277" cy="121728"/>
          </a:xfrm>
          <a:prstGeom prst="bentConnector3">
            <a:avLst>
              <a:gd name="adj1" fmla="val 885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angular 73">
            <a:extLst>
              <a:ext uri="{FF2B5EF4-FFF2-40B4-BE49-F238E27FC236}">
                <a16:creationId xmlns:a16="http://schemas.microsoft.com/office/drawing/2014/main" id="{117941EC-AAA9-ACC2-E023-1462311B6232}"/>
              </a:ext>
            </a:extLst>
          </p:cNvPr>
          <p:cNvCxnSpPr>
            <a:cxnSpLocks/>
            <a:stCxn id="64" idx="3"/>
            <a:endCxn id="43" idx="1"/>
          </p:cNvCxnSpPr>
          <p:nvPr/>
        </p:nvCxnSpPr>
        <p:spPr>
          <a:xfrm flipV="1">
            <a:off x="1819922" y="2201138"/>
            <a:ext cx="3370277" cy="799067"/>
          </a:xfrm>
          <a:prstGeom prst="bentConnector3">
            <a:avLst>
              <a:gd name="adj1" fmla="val 885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FC36E324-010F-F7B5-9A8F-CD426E99B456}"/>
              </a:ext>
            </a:extLst>
          </p:cNvPr>
          <p:cNvCxnSpPr>
            <a:cxnSpLocks/>
            <a:stCxn id="57" idx="3"/>
            <a:endCxn id="28" idx="1"/>
          </p:cNvCxnSpPr>
          <p:nvPr/>
        </p:nvCxnSpPr>
        <p:spPr>
          <a:xfrm flipV="1">
            <a:off x="8178294" y="2200836"/>
            <a:ext cx="663833" cy="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FB51D207-3CAD-4011-C25B-4469AE32CBD8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6270199" y="2201138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>
            <a:extLst>
              <a:ext uri="{FF2B5EF4-FFF2-40B4-BE49-F238E27FC236}">
                <a16:creationId xmlns:a16="http://schemas.microsoft.com/office/drawing/2014/main" id="{E32C7D5D-29F4-DF56-DC97-766293B2AA8F}"/>
              </a:ext>
            </a:extLst>
          </p:cNvPr>
          <p:cNvSpPr txBox="1"/>
          <p:nvPr/>
        </p:nvSpPr>
        <p:spPr>
          <a:xfrm>
            <a:off x="7111231" y="330237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95" name="Conector angular 94">
            <a:extLst>
              <a:ext uri="{FF2B5EF4-FFF2-40B4-BE49-F238E27FC236}">
                <a16:creationId xmlns:a16="http://schemas.microsoft.com/office/drawing/2014/main" id="{9B5DAD09-F618-B1FD-456A-134005724354}"/>
              </a:ext>
            </a:extLst>
          </p:cNvPr>
          <p:cNvCxnSpPr>
            <a:cxnSpLocks/>
            <a:stCxn id="64" idx="3"/>
            <a:endCxn id="93" idx="1"/>
          </p:cNvCxnSpPr>
          <p:nvPr/>
        </p:nvCxnSpPr>
        <p:spPr>
          <a:xfrm>
            <a:off x="1819922" y="3000205"/>
            <a:ext cx="5291309" cy="464165"/>
          </a:xfrm>
          <a:prstGeom prst="bentConnector3">
            <a:avLst>
              <a:gd name="adj1" fmla="val 561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angular 100">
            <a:extLst>
              <a:ext uri="{FF2B5EF4-FFF2-40B4-BE49-F238E27FC236}">
                <a16:creationId xmlns:a16="http://schemas.microsoft.com/office/drawing/2014/main" id="{8ED691A9-45D5-2992-5FB0-E735A766260D}"/>
              </a:ext>
            </a:extLst>
          </p:cNvPr>
          <p:cNvCxnSpPr>
            <a:stCxn id="93" idx="3"/>
            <a:endCxn id="56" idx="5"/>
          </p:cNvCxnSpPr>
          <p:nvPr/>
        </p:nvCxnSpPr>
        <p:spPr>
          <a:xfrm>
            <a:off x="8191231" y="3464370"/>
            <a:ext cx="921156" cy="44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76633324-8AE8-B7A2-2659-C8892384615B}"/>
              </a:ext>
            </a:extLst>
          </p:cNvPr>
          <p:cNvSpPr/>
          <p:nvPr/>
        </p:nvSpPr>
        <p:spPr>
          <a:xfrm>
            <a:off x="823223" y="3909287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5115826E-9DBD-A89F-EBED-8D343AE216D1}"/>
              </a:ext>
            </a:extLst>
          </p:cNvPr>
          <p:cNvSpPr txBox="1"/>
          <p:nvPr/>
        </p:nvSpPr>
        <p:spPr>
          <a:xfrm>
            <a:off x="5190199" y="3961320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EB252FC-C2B8-0FAD-8073-14CE1AA5F96A}"/>
              </a:ext>
            </a:extLst>
          </p:cNvPr>
          <p:cNvSpPr txBox="1"/>
          <p:nvPr/>
        </p:nvSpPr>
        <p:spPr>
          <a:xfrm>
            <a:off x="7098294" y="396132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1575DFF7-39DA-FB9C-B3EA-2648C3DE43DA}"/>
              </a:ext>
            </a:extLst>
          </p:cNvPr>
          <p:cNvSpPr/>
          <p:nvPr/>
        </p:nvSpPr>
        <p:spPr>
          <a:xfrm>
            <a:off x="8842127" y="3910341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0E6F0794-2298-DB01-E870-CCF751B35BB0}"/>
              </a:ext>
            </a:extLst>
          </p:cNvPr>
          <p:cNvCxnSpPr>
            <a:stCxn id="64" idx="2"/>
            <a:endCxn id="106" idx="0"/>
          </p:cNvCxnSpPr>
          <p:nvPr/>
        </p:nvCxnSpPr>
        <p:spPr>
          <a:xfrm>
            <a:off x="1320901" y="3207205"/>
            <a:ext cx="1343" cy="70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B97BA18-0288-D02C-8BA2-5548D5D69C39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4123320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7FE7323C-7DA9-22EB-081F-717832A2F792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4123320"/>
            <a:ext cx="663833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grama de flujo: documento 84">
            <a:extLst>
              <a:ext uri="{FF2B5EF4-FFF2-40B4-BE49-F238E27FC236}">
                <a16:creationId xmlns:a16="http://schemas.microsoft.com/office/drawing/2014/main" id="{305E7651-F797-C8A5-44DB-07462D2C87FD}"/>
              </a:ext>
            </a:extLst>
          </p:cNvPr>
          <p:cNvSpPr/>
          <p:nvPr/>
        </p:nvSpPr>
        <p:spPr>
          <a:xfrm>
            <a:off x="8842127" y="1984836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sp>
        <p:nvSpPr>
          <p:cNvPr id="37" name="Rombo 36">
            <a:extLst>
              <a:ext uri="{FF2B5EF4-FFF2-40B4-BE49-F238E27FC236}">
                <a16:creationId xmlns:a16="http://schemas.microsoft.com/office/drawing/2014/main" id="{7699E28B-9C94-8E97-0A11-1A240BBAC4BB}"/>
              </a:ext>
            </a:extLst>
          </p:cNvPr>
          <p:cNvSpPr/>
          <p:nvPr/>
        </p:nvSpPr>
        <p:spPr>
          <a:xfrm>
            <a:off x="1965758" y="2872470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ombo 49">
            <a:extLst>
              <a:ext uri="{FF2B5EF4-FFF2-40B4-BE49-F238E27FC236}">
                <a16:creationId xmlns:a16="http://schemas.microsoft.com/office/drawing/2014/main" id="{A548A887-A256-F2EC-655D-3D608B968488}"/>
              </a:ext>
            </a:extLst>
          </p:cNvPr>
          <p:cNvSpPr/>
          <p:nvPr/>
        </p:nvSpPr>
        <p:spPr>
          <a:xfrm>
            <a:off x="1931841" y="3994852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94DB5C-9AF5-E5B3-ADB7-2B97171E1177}"/>
              </a:ext>
            </a:extLst>
          </p:cNvPr>
          <p:cNvSpPr txBox="1"/>
          <p:nvPr/>
        </p:nvSpPr>
        <p:spPr>
          <a:xfrm>
            <a:off x="9858935" y="3987234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sp>
        <p:nvSpPr>
          <p:cNvPr id="54" name="CuadroTexto 56">
            <a:extLst>
              <a:ext uri="{FF2B5EF4-FFF2-40B4-BE49-F238E27FC236}">
                <a16:creationId xmlns:a16="http://schemas.microsoft.com/office/drawing/2014/main" id="{0E38984B-5783-FCF3-3FB8-C9B0470BD63D}"/>
              </a:ext>
            </a:extLst>
          </p:cNvPr>
          <p:cNvSpPr txBox="1"/>
          <p:nvPr/>
        </p:nvSpPr>
        <p:spPr>
          <a:xfrm>
            <a:off x="5190199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dirty="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55" name="CuadroTexto 56">
            <a:extLst>
              <a:ext uri="{FF2B5EF4-FFF2-40B4-BE49-F238E27FC236}">
                <a16:creationId xmlns:a16="http://schemas.microsoft.com/office/drawing/2014/main" id="{60EAB9F8-5695-B3C1-FC37-BB535B27AD15}"/>
              </a:ext>
            </a:extLst>
          </p:cNvPr>
          <p:cNvSpPr txBox="1"/>
          <p:nvPr/>
        </p:nvSpPr>
        <p:spPr>
          <a:xfrm>
            <a:off x="7109503" y="271647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cxnSp>
        <p:nvCxnSpPr>
          <p:cNvPr id="59" name="Conector recto de flecha 79">
            <a:extLst>
              <a:ext uri="{FF2B5EF4-FFF2-40B4-BE49-F238E27FC236}">
                <a16:creationId xmlns:a16="http://schemas.microsoft.com/office/drawing/2014/main" id="{14A70231-16A6-5B6B-1A3E-BAC9A4F0DE95}"/>
              </a:ext>
            </a:extLst>
          </p:cNvPr>
          <p:cNvCxnSpPr>
            <a:cxnSpLocks/>
            <a:stCxn id="55" idx="3"/>
            <a:endCxn id="61" idx="1"/>
          </p:cNvCxnSpPr>
          <p:nvPr/>
        </p:nvCxnSpPr>
        <p:spPr>
          <a:xfrm flipV="1">
            <a:off x="8189503" y="2875582"/>
            <a:ext cx="652624" cy="2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84">
            <a:extLst>
              <a:ext uri="{FF2B5EF4-FFF2-40B4-BE49-F238E27FC236}">
                <a16:creationId xmlns:a16="http://schemas.microsoft.com/office/drawing/2014/main" id="{2D7BDB19-2E32-0BE4-2471-459956DED31A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0199" y="2878477"/>
            <a:ext cx="839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28">
            <a:extLst>
              <a:ext uri="{FF2B5EF4-FFF2-40B4-BE49-F238E27FC236}">
                <a16:creationId xmlns:a16="http://schemas.microsoft.com/office/drawing/2014/main" id="{E326CAC9-02F5-A8A6-C347-8C50DE2AF375}"/>
              </a:ext>
            </a:extLst>
          </p:cNvPr>
          <p:cNvSpPr/>
          <p:nvPr/>
        </p:nvSpPr>
        <p:spPr>
          <a:xfrm>
            <a:off x="8842127" y="265958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62" name="CuadroTexto 3">
            <a:extLst>
              <a:ext uri="{FF2B5EF4-FFF2-40B4-BE49-F238E27FC236}">
                <a16:creationId xmlns:a16="http://schemas.microsoft.com/office/drawing/2014/main" id="{921CF309-698C-3B8A-F6CD-546E86C9592F}"/>
              </a:ext>
            </a:extLst>
          </p:cNvPr>
          <p:cNvSpPr txBox="1"/>
          <p:nvPr/>
        </p:nvSpPr>
        <p:spPr>
          <a:xfrm>
            <a:off x="9863018" y="2725142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cxnSp>
        <p:nvCxnSpPr>
          <p:cNvPr id="92" name="Conector recto de flecha 123">
            <a:extLst>
              <a:ext uri="{FF2B5EF4-FFF2-40B4-BE49-F238E27FC236}">
                <a16:creationId xmlns:a16="http://schemas.microsoft.com/office/drawing/2014/main" id="{DAA25A41-A8D9-214C-9A3C-F6500D5B4E3C}"/>
              </a:ext>
            </a:extLst>
          </p:cNvPr>
          <p:cNvCxnSpPr>
            <a:cxnSpLocks/>
            <a:stCxn id="106" idx="2"/>
            <a:endCxn id="8" idx="0"/>
          </p:cNvCxnSpPr>
          <p:nvPr/>
        </p:nvCxnSpPr>
        <p:spPr>
          <a:xfrm>
            <a:off x="1322244" y="4323287"/>
            <a:ext cx="3147" cy="508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uadroTexto 60">
            <a:extLst>
              <a:ext uri="{FF2B5EF4-FFF2-40B4-BE49-F238E27FC236}">
                <a16:creationId xmlns:a16="http://schemas.microsoft.com/office/drawing/2014/main" id="{CA61C78F-E58A-052A-98D5-2C8A84AE11DA}"/>
              </a:ext>
            </a:extLst>
          </p:cNvPr>
          <p:cNvSpPr txBox="1"/>
          <p:nvPr/>
        </p:nvSpPr>
        <p:spPr>
          <a:xfrm>
            <a:off x="10250139" y="3304595"/>
            <a:ext cx="1647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Actualiza importe por reversa moratorios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BDF8540-4456-E18B-15C3-FD085C90BB84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>
            <a:off x="1821265" y="4116287"/>
            <a:ext cx="3368934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3728788-D2AD-671C-3723-E2A459C96C69}"/>
              </a:ext>
            </a:extLst>
          </p:cNvPr>
          <p:cNvSpPr/>
          <p:nvPr/>
        </p:nvSpPr>
        <p:spPr>
          <a:xfrm>
            <a:off x="785391" y="4831942"/>
            <a:ext cx="1080000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Bonificaciones</a:t>
            </a:r>
          </a:p>
        </p:txBody>
      </p:sp>
      <p:sp>
        <p:nvSpPr>
          <p:cNvPr id="9" name="CuadroTexto 56">
            <a:extLst>
              <a:ext uri="{FF2B5EF4-FFF2-40B4-BE49-F238E27FC236}">
                <a16:creationId xmlns:a16="http://schemas.microsoft.com/office/drawing/2014/main" id="{AC1515E5-F73D-FE6A-814C-0598D64B9C49}"/>
              </a:ext>
            </a:extLst>
          </p:cNvPr>
          <p:cNvSpPr txBox="1"/>
          <p:nvPr/>
        </p:nvSpPr>
        <p:spPr>
          <a:xfrm>
            <a:off x="5190199" y="4872534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PV02_CP-ES</a:t>
            </a:r>
            <a:endParaRPr lang="es-MX" sz="900" b="1">
              <a:solidFill>
                <a:schemeClr val="bg1"/>
              </a:solidFill>
            </a:endParaRPr>
          </a:p>
        </p:txBody>
      </p:sp>
      <p:sp>
        <p:nvSpPr>
          <p:cNvPr id="10" name="Diagrama de flujo: documento 84">
            <a:extLst>
              <a:ext uri="{FF2B5EF4-FFF2-40B4-BE49-F238E27FC236}">
                <a16:creationId xmlns:a16="http://schemas.microsoft.com/office/drawing/2014/main" id="{9F8BD50E-69B5-2954-8EF5-92EB82E16BA4}"/>
              </a:ext>
            </a:extLst>
          </p:cNvPr>
          <p:cNvSpPr/>
          <p:nvPr/>
        </p:nvSpPr>
        <p:spPr>
          <a:xfrm>
            <a:off x="8837221" y="4701626"/>
            <a:ext cx="1080000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endParaRPr lang="es-MX" sz="700" b="1">
              <a:solidFill>
                <a:schemeClr val="tx1"/>
              </a:solidFill>
            </a:endParaRPr>
          </a:p>
          <a:p>
            <a:pPr algn="ctr"/>
            <a:r>
              <a:rPr lang="es-MX" sz="7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498A1-4758-44BF-8ABB-1CC9F0A6DA6B}"/>
              </a:ext>
            </a:extLst>
          </p:cNvPr>
          <p:cNvSpPr txBox="1"/>
          <p:nvPr/>
        </p:nvSpPr>
        <p:spPr>
          <a:xfrm>
            <a:off x="7137087" y="486298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PV02_CP-ESNC</a:t>
            </a:r>
            <a:endParaRPr lang="es-MX" sz="1100" b="1">
              <a:solidFill>
                <a:schemeClr val="bg1"/>
              </a:solidFill>
            </a:endParaRP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5A1005E8-AA78-866A-3896-2A18A5A1537A}"/>
              </a:ext>
            </a:extLst>
          </p:cNvPr>
          <p:cNvSpPr txBox="1"/>
          <p:nvPr/>
        </p:nvSpPr>
        <p:spPr>
          <a:xfrm>
            <a:off x="7107064" y="5429927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800">
              <a:latin typeface="Arial Nova" panose="020B0504020202020204" pitchFamily="34" charset="0"/>
            </a:endParaRP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70EC7B0C-6A00-D8B2-7AEE-EFA68ECD39EB}"/>
              </a:ext>
            </a:extLst>
          </p:cNvPr>
          <p:cNvSpPr/>
          <p:nvPr/>
        </p:nvSpPr>
        <p:spPr>
          <a:xfrm>
            <a:off x="10075583" y="5467347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ZSPLITS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E7DAB095-0FF9-FA93-9C4E-28779A39F392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4034235" y="2537097"/>
            <a:ext cx="363985" cy="5781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615FF01-4981-2BE6-5B9E-AEF59DB8BDC5}"/>
              </a:ext>
            </a:extLst>
          </p:cNvPr>
          <p:cNvCxnSpPr>
            <a:cxnSpLocks/>
            <a:stCxn id="12" idx="3"/>
            <a:endCxn id="13" idx="5"/>
          </p:cNvCxnSpPr>
          <p:nvPr/>
        </p:nvCxnSpPr>
        <p:spPr>
          <a:xfrm>
            <a:off x="8187064" y="5609927"/>
            <a:ext cx="1926067" cy="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F2F3DCFB-AD50-AF8C-DC3B-1A1A4BBA0E4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865391" y="5034534"/>
            <a:ext cx="3324808" cy="44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C50365D-5F05-2CE1-BEE9-A225921DB1E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270199" y="5028585"/>
            <a:ext cx="866888" cy="5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8CECCF4-155D-E380-C47E-C3E29FBC78F6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8217087" y="5025626"/>
            <a:ext cx="620134" cy="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6D1260-8981-733D-9F6F-1BB9790019F6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320901" y="5245940"/>
            <a:ext cx="0" cy="53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28D519FD-7190-6D35-1C59-9D0DCA7B1CF5}"/>
              </a:ext>
            </a:extLst>
          </p:cNvPr>
          <p:cNvSpPr/>
          <p:nvPr/>
        </p:nvSpPr>
        <p:spPr>
          <a:xfrm>
            <a:off x="1122901" y="5784432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8528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E8BE-62D4-D9D2-357B-2161D5FB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2706549C-D714-28FB-5334-4B003024EF7F}"/>
              </a:ext>
            </a:extLst>
          </p:cNvPr>
          <p:cNvSpPr/>
          <p:nvPr/>
        </p:nvSpPr>
        <p:spPr>
          <a:xfrm>
            <a:off x="952242" y="1721922"/>
            <a:ext cx="2290688" cy="458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7FFC029-8376-A12F-7893-1C5E19BE769C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8335BAC-495C-6007-4D2B-02752FFA398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CBBDAA6-8F8D-6B69-069B-17519BEA7E9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7D00A9F-EC3A-6B7C-F81F-988094D5F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780C973-E627-828A-4D1B-5C5B54AE6D21}"/>
              </a:ext>
            </a:extLst>
          </p:cNvPr>
          <p:cNvSpPr/>
          <p:nvPr/>
        </p:nvSpPr>
        <p:spPr>
          <a:xfrm>
            <a:off x="4753548" y="1396539"/>
            <a:ext cx="731881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D893EA1-5CDF-F611-06A4-8E1FD38803DE}"/>
              </a:ext>
            </a:extLst>
          </p:cNvPr>
          <p:cNvSpPr/>
          <p:nvPr/>
        </p:nvSpPr>
        <p:spPr>
          <a:xfrm>
            <a:off x="3457097" y="1396596"/>
            <a:ext cx="1178698" cy="51331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2E9F53E-123D-DAB9-6FE1-FF8BB06D86A8}"/>
              </a:ext>
            </a:extLst>
          </p:cNvPr>
          <p:cNvSpPr txBox="1"/>
          <p:nvPr/>
        </p:nvSpPr>
        <p:spPr>
          <a:xfrm>
            <a:off x="4757695" y="1002479"/>
            <a:ext cx="728134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9771369-6F91-5C74-8F5F-B8743E483F2E}"/>
              </a:ext>
            </a:extLst>
          </p:cNvPr>
          <p:cNvSpPr txBox="1"/>
          <p:nvPr/>
        </p:nvSpPr>
        <p:spPr>
          <a:xfrm>
            <a:off x="3457097" y="993372"/>
            <a:ext cx="117869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C08FE58-E522-A91A-F60A-0D1BEAD755BB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C21E4F-8852-47E1-B61E-6959047E8ADC}"/>
              </a:ext>
            </a:extLst>
          </p:cNvPr>
          <p:cNvSpPr/>
          <p:nvPr/>
        </p:nvSpPr>
        <p:spPr>
          <a:xfrm>
            <a:off x="648581" y="1396539"/>
            <a:ext cx="269076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7BBDF5-3F04-D1E6-3A86-27D504ED2E7B}"/>
              </a:ext>
            </a:extLst>
          </p:cNvPr>
          <p:cNvSpPr txBox="1"/>
          <p:nvPr/>
        </p:nvSpPr>
        <p:spPr>
          <a:xfrm>
            <a:off x="648581" y="1002479"/>
            <a:ext cx="269076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D6C2EDA7-1FF4-BB9A-D14D-33ED24C47357}"/>
              </a:ext>
            </a:extLst>
          </p:cNvPr>
          <p:cNvCxnSpPr>
            <a:cxnSpLocks/>
            <a:stCxn id="4" idx="4"/>
            <a:endCxn id="35" idx="0"/>
          </p:cNvCxnSpPr>
          <p:nvPr/>
        </p:nvCxnSpPr>
        <p:spPr>
          <a:xfrm>
            <a:off x="2098184" y="2102055"/>
            <a:ext cx="2" cy="32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CDEA7A6-B68B-0DA8-4E58-67476BBAA246}"/>
              </a:ext>
            </a:extLst>
          </p:cNvPr>
          <p:cNvSpPr/>
          <p:nvPr/>
        </p:nvSpPr>
        <p:spPr>
          <a:xfrm>
            <a:off x="1480685" y="242817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Reversar Documentos Administrativos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7F3219-F3C8-B7C3-F8F6-467C561929A8}"/>
              </a:ext>
            </a:extLst>
          </p:cNvPr>
          <p:cNvSpPr/>
          <p:nvPr/>
        </p:nvSpPr>
        <p:spPr>
          <a:xfrm>
            <a:off x="6381218" y="191826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Admva.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136146-207E-80F9-839D-BA65DB6A7B66}"/>
              </a:ext>
            </a:extLst>
          </p:cNvPr>
          <p:cNvSpPr txBox="1"/>
          <p:nvPr/>
        </p:nvSpPr>
        <p:spPr>
          <a:xfrm>
            <a:off x="5275861" y="1970371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92B3ECAB-EFA6-E0A7-386E-CF76DECC45C5}"/>
              </a:ext>
            </a:extLst>
          </p:cNvPr>
          <p:cNvCxnSpPr>
            <a:cxnSpLocks/>
            <a:stCxn id="35" idx="3"/>
            <a:endCxn id="9" idx="1"/>
          </p:cNvCxnSpPr>
          <p:nvPr/>
        </p:nvCxnSpPr>
        <p:spPr>
          <a:xfrm flipV="1">
            <a:off x="2715687" y="2134171"/>
            <a:ext cx="2560174" cy="510007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0CEC097-14E7-FA80-A41F-93C7782609CE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6017461" y="2132461"/>
            <a:ext cx="363757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6723F012-FB23-B04A-6EB7-45EEDE664249}"/>
              </a:ext>
            </a:extLst>
          </p:cNvPr>
          <p:cNvSpPr txBox="1"/>
          <p:nvPr/>
        </p:nvSpPr>
        <p:spPr>
          <a:xfrm>
            <a:off x="997456" y="318208"/>
            <a:ext cx="9274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spc="-1">
                <a:latin typeface="Arial Nova" panose="020B0504020202020204" pitchFamily="34" charset="0"/>
              </a:rPr>
              <a:t>Arquitectura – Reversa Cobros Notas Cargo/Crédito Espejo (continuación), compensación</a:t>
            </a:r>
            <a:endParaRPr lang="es-ES_tradnl"/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A9A64667-9957-28C0-0516-F0826120C78E}"/>
              </a:ext>
            </a:extLst>
          </p:cNvPr>
          <p:cNvSpPr txBox="1"/>
          <p:nvPr/>
        </p:nvSpPr>
        <p:spPr>
          <a:xfrm>
            <a:off x="6602997" y="365246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08F43B81-133E-7609-B659-F433FE1F54A1}"/>
              </a:ext>
            </a:extLst>
          </p:cNvPr>
          <p:cNvSpPr/>
          <p:nvPr/>
        </p:nvSpPr>
        <p:spPr>
          <a:xfrm>
            <a:off x="9571516" y="3670225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 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39A23086-2D7E-2930-EC74-4B8BAE20C930}"/>
              </a:ext>
            </a:extLst>
          </p:cNvPr>
          <p:cNvCxnSpPr>
            <a:cxnSpLocks/>
            <a:stCxn id="35" idx="2"/>
            <a:endCxn id="20" idx="1"/>
          </p:cNvCxnSpPr>
          <p:nvPr/>
        </p:nvCxnSpPr>
        <p:spPr>
          <a:xfrm rot="16200000" flipH="1">
            <a:off x="3864446" y="1093917"/>
            <a:ext cx="972291" cy="4504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E12CB8E-6C79-C9BD-74CC-9A44B4D0BC6D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 flipV="1">
            <a:off x="7682997" y="3820415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2543F20E-10B6-87F3-D939-0E40AB8DECFF}"/>
              </a:ext>
            </a:extLst>
          </p:cNvPr>
          <p:cNvSpPr/>
          <p:nvPr/>
        </p:nvSpPr>
        <p:spPr>
          <a:xfrm>
            <a:off x="1900184" y="17420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6D3ECD9-6475-065E-622A-94112A6B0E44}"/>
              </a:ext>
            </a:extLst>
          </p:cNvPr>
          <p:cNvSpPr/>
          <p:nvPr/>
        </p:nvSpPr>
        <p:spPr>
          <a:xfrm>
            <a:off x="1480685" y="4477541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Compensar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B25CD78-A297-4E39-327A-90C93CEDC7AF}"/>
              </a:ext>
            </a:extLst>
          </p:cNvPr>
          <p:cNvSpPr txBox="1"/>
          <p:nvPr/>
        </p:nvSpPr>
        <p:spPr>
          <a:xfrm>
            <a:off x="6163771" y="4537376"/>
            <a:ext cx="820139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9951100-B7CC-D56B-F411-C9AE6B97FB52}"/>
              </a:ext>
            </a:extLst>
          </p:cNvPr>
          <p:cNvSpPr/>
          <p:nvPr/>
        </p:nvSpPr>
        <p:spPr>
          <a:xfrm>
            <a:off x="8455517" y="4272501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1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Débito Admva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DFE1EFE-5B30-8512-C8FB-604401E75914}"/>
              </a:ext>
            </a:extLst>
          </p:cNvPr>
          <p:cNvSpPr txBox="1"/>
          <p:nvPr/>
        </p:nvSpPr>
        <p:spPr>
          <a:xfrm>
            <a:off x="7240533" y="4536773"/>
            <a:ext cx="832913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Crea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BDE5627A-7839-BBF7-A54A-046FF87346AD}"/>
              </a:ext>
            </a:extLst>
          </p:cNvPr>
          <p:cNvCxnSpPr>
            <a:cxnSpLocks/>
            <a:stCxn id="63" idx="3"/>
            <a:endCxn id="57" idx="1"/>
          </p:cNvCxnSpPr>
          <p:nvPr/>
        </p:nvCxnSpPr>
        <p:spPr>
          <a:xfrm flipV="1">
            <a:off x="8073446" y="4697195"/>
            <a:ext cx="382071" cy="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EF8BCD0-19D6-8F33-6BBC-257BF2678E65}"/>
              </a:ext>
            </a:extLst>
          </p:cNvPr>
          <p:cNvCxnSpPr>
            <a:cxnSpLocks/>
            <a:stCxn id="54" idx="3"/>
            <a:endCxn id="5" idx="1"/>
          </p:cNvCxnSpPr>
          <p:nvPr/>
        </p:nvCxnSpPr>
        <p:spPr>
          <a:xfrm>
            <a:off x="2715687" y="4693541"/>
            <a:ext cx="2397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56941786-CC5E-2459-C34B-203D93ED3D77}"/>
              </a:ext>
            </a:extLst>
          </p:cNvPr>
          <p:cNvCxnSpPr>
            <a:endCxn id="54" idx="0"/>
          </p:cNvCxnSpPr>
          <p:nvPr/>
        </p:nvCxnSpPr>
        <p:spPr>
          <a:xfrm>
            <a:off x="2098184" y="2860177"/>
            <a:ext cx="2" cy="161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1B7FE8C-4009-F3DF-78E3-C6F289626CF6}"/>
              </a:ext>
            </a:extLst>
          </p:cNvPr>
          <p:cNvSpPr txBox="1"/>
          <p:nvPr/>
        </p:nvSpPr>
        <p:spPr>
          <a:xfrm>
            <a:off x="5112799" y="4529741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8924C61-07A4-1696-2845-737FB6930F3F}"/>
              </a:ext>
            </a:extLst>
          </p:cNvPr>
          <p:cNvCxnSpPr>
            <a:cxnSpLocks/>
            <a:stCxn id="5" idx="3"/>
            <a:endCxn id="55" idx="1"/>
          </p:cNvCxnSpPr>
          <p:nvPr/>
        </p:nvCxnSpPr>
        <p:spPr>
          <a:xfrm>
            <a:off x="5854399" y="4693541"/>
            <a:ext cx="309372" cy="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0DE5A0C-1E87-92C9-D651-FE2A28A39C54}"/>
              </a:ext>
            </a:extLst>
          </p:cNvPr>
          <p:cNvSpPr txBox="1"/>
          <p:nvPr/>
        </p:nvSpPr>
        <p:spPr>
          <a:xfrm>
            <a:off x="5275861" y="312988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0E9188-9A5E-A82A-D775-B17C5C5FD931}"/>
              </a:ext>
            </a:extLst>
          </p:cNvPr>
          <p:cNvSpPr/>
          <p:nvPr/>
        </p:nvSpPr>
        <p:spPr>
          <a:xfrm>
            <a:off x="6381218" y="3077927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0472C4-05AE-B539-3E67-1673BACF0090}"/>
              </a:ext>
            </a:extLst>
          </p:cNvPr>
          <p:cNvSpPr txBox="1"/>
          <p:nvPr/>
        </p:nvSpPr>
        <p:spPr>
          <a:xfrm>
            <a:off x="5275861" y="2538002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457C482-F979-D0F4-FEFC-AA8977C44C15}"/>
              </a:ext>
            </a:extLst>
          </p:cNvPr>
          <p:cNvSpPr/>
          <p:nvPr/>
        </p:nvSpPr>
        <p:spPr>
          <a:xfrm>
            <a:off x="6381218" y="2486042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Admva.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680A1365-9ED6-916A-924F-8A453BE88E6D}"/>
              </a:ext>
            </a:extLst>
          </p:cNvPr>
          <p:cNvCxnSpPr>
            <a:endCxn id="11" idx="1"/>
          </p:cNvCxnSpPr>
          <p:nvPr/>
        </p:nvCxnSpPr>
        <p:spPr>
          <a:xfrm>
            <a:off x="2715685" y="2644178"/>
            <a:ext cx="2560176" cy="57624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44D3A781-57C2-E8D1-A56C-251B0D20A4AB}"/>
              </a:ext>
            </a:extLst>
          </p:cNvPr>
          <p:cNvCxnSpPr>
            <a:endCxn id="7" idx="1"/>
          </p:cNvCxnSpPr>
          <p:nvPr/>
        </p:nvCxnSpPr>
        <p:spPr>
          <a:xfrm>
            <a:off x="2715687" y="2641336"/>
            <a:ext cx="2560174" cy="652351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57532C5-B41A-A77D-6CC0-7D407B64689F}"/>
              </a:ext>
            </a:extLst>
          </p:cNvPr>
          <p:cNvSpPr/>
          <p:nvPr/>
        </p:nvSpPr>
        <p:spPr>
          <a:xfrm>
            <a:off x="8455517" y="5360698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2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  <a:p>
            <a:pPr algn="ctr"/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Crédito Admva.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3C70E4C-8B55-26DC-1C37-E9CA4966E302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017461" y="2700242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92FBB44D-8754-CB79-2D2E-3A45AC15D891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6017461" y="3292127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C3349338-53C7-50A9-0F27-F96CDEAE0862}"/>
              </a:ext>
            </a:extLst>
          </p:cNvPr>
          <p:cNvCxnSpPr>
            <a:stCxn id="55" idx="3"/>
            <a:endCxn id="63" idx="1"/>
          </p:cNvCxnSpPr>
          <p:nvPr/>
        </p:nvCxnSpPr>
        <p:spPr>
          <a:xfrm flipV="1">
            <a:off x="6983910" y="4698773"/>
            <a:ext cx="2566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>
            <a:extLst>
              <a:ext uri="{FF2B5EF4-FFF2-40B4-BE49-F238E27FC236}">
                <a16:creationId xmlns:a16="http://schemas.microsoft.com/office/drawing/2014/main" id="{CBF6C831-A883-2D2A-E447-BFF2BC35851C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7593944" y="4923818"/>
            <a:ext cx="924619" cy="798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654C8E-93C4-D564-31AE-DD91F130E87A}"/>
              </a:ext>
            </a:extLst>
          </p:cNvPr>
          <p:cNvSpPr txBox="1"/>
          <p:nvPr/>
        </p:nvSpPr>
        <p:spPr>
          <a:xfrm>
            <a:off x="7472766" y="1893637"/>
            <a:ext cx="2488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>
              <a:defRPr sz="800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Importe = Nota Crédito (Monto global) No CFDI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30D5758-E4A9-B532-2783-CFBDC1EE9E3D}"/>
              </a:ext>
            </a:extLst>
          </p:cNvPr>
          <p:cNvSpPr txBox="1"/>
          <p:nvPr/>
        </p:nvSpPr>
        <p:spPr>
          <a:xfrm>
            <a:off x="7505262" y="2500478"/>
            <a:ext cx="2423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Importe = Nota Débito CFDI (reconocer ingreso)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E78D5D-EFB8-D051-9B02-4EB94B4E5DCD}"/>
              </a:ext>
            </a:extLst>
          </p:cNvPr>
          <p:cNvSpPr txBox="1"/>
          <p:nvPr/>
        </p:nvSpPr>
        <p:spPr>
          <a:xfrm>
            <a:off x="7463262" y="3026819"/>
            <a:ext cx="4291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Remanente de la “</a:t>
            </a:r>
            <a:r>
              <a:rPr lang="es-MX" sz="800" b="1">
                <a:latin typeface="Arial Nova" panose="020B0504020202020204" pitchFamily="34" charset="0"/>
              </a:rPr>
              <a:t>Nota Crédito (Monto global) No CFDI</a:t>
            </a:r>
            <a:r>
              <a:rPr lang="es-ES_tradnl" sz="800">
                <a:latin typeface="Arial Nova" panose="020B0504020202020204" pitchFamily="34" charset="0"/>
              </a:rPr>
              <a:t>”</a:t>
            </a:r>
          </a:p>
          <a:p>
            <a:r>
              <a:rPr lang="es-ES_tradnl" sz="800">
                <a:latin typeface="Arial Nova" panose="020B0504020202020204" pitchFamily="34" charset="0"/>
              </a:rPr>
              <a:t>Debe identificarse que ésta transacción es ahora la nueva pareja o espejo del a “</a:t>
            </a:r>
            <a:r>
              <a:rPr lang="es-MX" sz="800" b="1">
                <a:latin typeface="Arial Nova" panose="020B0504020202020204" pitchFamily="34" charset="0"/>
              </a:rPr>
              <a:t>Nota Débito (monto global)  No CFDI </a:t>
            </a:r>
            <a:r>
              <a:rPr lang="es-MX" sz="800">
                <a:latin typeface="Arial Nova" panose="020B0504020202020204" pitchFamily="34" charset="0"/>
              </a:rPr>
              <a:t>”</a:t>
            </a:r>
            <a:endParaRPr lang="es-MX" sz="105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0690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0AD8-1A39-546E-B063-BB5A0EFA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5CE54053-E7FA-D13A-CC3F-9766F1554E40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0EB9C9D-24C5-99AF-B2B7-D9918260F32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6C8004D-6738-757B-0DFD-4C7A78593D74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295C236-D101-8854-D6C0-A5EA30B09449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5EF8502-2587-5995-41E6-5CABF2918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17AE6EEC-EE07-65AD-81F9-D15F9D5DBA05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635485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0BBD-9B73-4A83-C47B-B6891A9A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61F96F1-99A6-44BD-8273-2B5DAEB86317}"/>
              </a:ext>
            </a:extLst>
          </p:cNvPr>
          <p:cNvSpPr/>
          <p:nvPr/>
        </p:nvSpPr>
        <p:spPr>
          <a:xfrm>
            <a:off x="2325823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3F4AB4F-1454-AF4D-1802-FB47700D86C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C840896-C2B7-FBDB-BF4C-6A7BFE7C0FD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C53862A-AA2D-874D-7DA4-6DC4E82AAB2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D3109E0-20EB-0A28-75AD-892B7E068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1F04841-DDEE-E32D-CC12-B468738E8636}"/>
              </a:ext>
            </a:extLst>
          </p:cNvPr>
          <p:cNvSpPr/>
          <p:nvPr/>
        </p:nvSpPr>
        <p:spPr>
          <a:xfrm>
            <a:off x="6464343" y="1615680"/>
            <a:ext cx="522512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9E6DEF-63AA-0744-7227-7C3C43A8ED64}"/>
              </a:ext>
            </a:extLst>
          </p:cNvPr>
          <p:cNvSpPr/>
          <p:nvPr/>
        </p:nvSpPr>
        <p:spPr>
          <a:xfrm>
            <a:off x="4368516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C21DC6F-830E-60D0-0C43-7247466A01E1}"/>
              </a:ext>
            </a:extLst>
          </p:cNvPr>
          <p:cNvSpPr txBox="1"/>
          <p:nvPr/>
        </p:nvSpPr>
        <p:spPr>
          <a:xfrm>
            <a:off x="4368516" y="1263736"/>
            <a:ext cx="732095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604001E-3EB1-A14A-EADF-27E8316B13BD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E5564717-22F2-096D-5CE8-B63C0AFCB371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</a:t>
            </a:r>
            <a:r>
              <a:rPr lang="es-MX" sz="2000" b="1" spc="-1">
                <a:latin typeface="Arial"/>
              </a:rPr>
              <a:t>Referenciados </a:t>
            </a:r>
            <a:r>
              <a:rPr lang="es-MX" sz="2000" b="1" spc="-1">
                <a:latin typeface="Arial Nova" panose="020B0504020202020204" pitchFamily="34" charset="0"/>
              </a:rPr>
              <a:t>Notas Cargo/Crédito Espejo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843057-A596-6810-1CC9-EBB24F3F90A6}"/>
              </a:ext>
            </a:extLst>
          </p:cNvPr>
          <p:cNvSpPr txBox="1"/>
          <p:nvPr/>
        </p:nvSpPr>
        <p:spPr>
          <a:xfrm>
            <a:off x="6785696" y="205298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9254D26-77F7-99C1-D1D9-EC270AF5C589}"/>
              </a:ext>
            </a:extLst>
          </p:cNvPr>
          <p:cNvSpPr/>
          <p:nvPr/>
        </p:nvSpPr>
        <p:spPr>
          <a:xfrm>
            <a:off x="9784935" y="199083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F615A78-D13B-6829-4507-AE761AE904D1}"/>
              </a:ext>
            </a:extLst>
          </p:cNvPr>
          <p:cNvSpPr/>
          <p:nvPr/>
        </p:nvSpPr>
        <p:spPr>
          <a:xfrm>
            <a:off x="8148858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1E21860-08C4-6D2C-31C8-CF31E50C21EB}"/>
              </a:ext>
            </a:extLst>
          </p:cNvPr>
          <p:cNvSpPr txBox="1"/>
          <p:nvPr/>
        </p:nvSpPr>
        <p:spPr>
          <a:xfrm>
            <a:off x="6785696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20B7D89-31E8-6D6C-60A8-36DB71B85A99}"/>
              </a:ext>
            </a:extLst>
          </p:cNvPr>
          <p:cNvSpPr/>
          <p:nvPr/>
        </p:nvSpPr>
        <p:spPr>
          <a:xfrm>
            <a:off x="2593514" y="2830132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D97B818E-F1D9-60CA-6241-06703F8BE662}"/>
              </a:ext>
            </a:extLst>
          </p:cNvPr>
          <p:cNvCxnSpPr>
            <a:cxnSpLocks/>
            <a:stCxn id="64" idx="3"/>
            <a:endCxn id="12" idx="1"/>
          </p:cNvCxnSpPr>
          <p:nvPr/>
        </p:nvCxnSpPr>
        <p:spPr>
          <a:xfrm flipV="1">
            <a:off x="3828516" y="2218585"/>
            <a:ext cx="2957180" cy="8275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05854C68-C0B9-DCC7-46C4-715AE616199E}"/>
              </a:ext>
            </a:extLst>
          </p:cNvPr>
          <p:cNvCxnSpPr>
            <a:cxnSpLocks/>
            <a:stCxn id="64" idx="3"/>
            <a:endCxn id="50" idx="1"/>
          </p:cNvCxnSpPr>
          <p:nvPr/>
        </p:nvCxnSpPr>
        <p:spPr>
          <a:xfrm flipV="1">
            <a:off x="3828516" y="3045425"/>
            <a:ext cx="2957180" cy="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135DA96-0E20-43D9-6366-C2BFBD7CB4AA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865696" y="2206839"/>
            <a:ext cx="1919239" cy="11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FBA04DC-E571-17BC-E226-7921DDD83A1C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7865696" y="3045425"/>
            <a:ext cx="320710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621CFF-6266-16FA-17A9-819A7DB79189}"/>
              </a:ext>
            </a:extLst>
          </p:cNvPr>
          <p:cNvSpPr/>
          <p:nvPr/>
        </p:nvSpPr>
        <p:spPr>
          <a:xfrm>
            <a:off x="2248004" y="1615680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647022C-074A-EEB6-99F4-1D14E57F2D88}"/>
              </a:ext>
            </a:extLst>
          </p:cNvPr>
          <p:cNvSpPr txBox="1"/>
          <p:nvPr/>
        </p:nvSpPr>
        <p:spPr>
          <a:xfrm>
            <a:off x="2248004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35DE032-BD73-0B8F-49A7-70441CDB00AC}"/>
              </a:ext>
            </a:extLst>
          </p:cNvPr>
          <p:cNvSpPr/>
          <p:nvPr/>
        </p:nvSpPr>
        <p:spPr>
          <a:xfrm>
            <a:off x="502532" y="1615680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FC4D68B-4E26-2270-A074-71FD2303B4FF}"/>
              </a:ext>
            </a:extLst>
          </p:cNvPr>
          <p:cNvSpPr txBox="1"/>
          <p:nvPr/>
        </p:nvSpPr>
        <p:spPr>
          <a:xfrm>
            <a:off x="502531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D458E92C-0614-C6F7-2240-63124064E8EE}"/>
              </a:ext>
            </a:extLst>
          </p:cNvPr>
          <p:cNvSpPr/>
          <p:nvPr/>
        </p:nvSpPr>
        <p:spPr>
          <a:xfrm>
            <a:off x="762955" y="2896075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36B7BA69-D10F-8037-B7B0-1D855A77353D}"/>
              </a:ext>
            </a:extLst>
          </p:cNvPr>
          <p:cNvCxnSpPr>
            <a:cxnSpLocks/>
            <a:stCxn id="64" idx="1"/>
            <a:endCxn id="7" idx="2"/>
          </p:cNvCxnSpPr>
          <p:nvPr/>
        </p:nvCxnSpPr>
        <p:spPr>
          <a:xfrm rot="10800000" flipV="1">
            <a:off x="1712726" y="3046131"/>
            <a:ext cx="880788" cy="1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174B409C-86D4-BAB8-718E-1D888C973BC0}"/>
              </a:ext>
            </a:extLst>
          </p:cNvPr>
          <p:cNvCxnSpPr>
            <a:cxnSpLocks/>
            <a:stCxn id="64" idx="2"/>
            <a:endCxn id="35" idx="0"/>
          </p:cNvCxnSpPr>
          <p:nvPr/>
        </p:nvCxnSpPr>
        <p:spPr>
          <a:xfrm>
            <a:off x="3211015" y="3262132"/>
            <a:ext cx="0" cy="282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1042585-18AF-3DFC-4EFE-54AAD392544C}"/>
              </a:ext>
            </a:extLst>
          </p:cNvPr>
          <p:cNvSpPr/>
          <p:nvPr/>
        </p:nvSpPr>
        <p:spPr>
          <a:xfrm>
            <a:off x="2593514" y="3544187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Cobro Parcialidad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AC42F96-D5CF-4793-A970-ABB2E44D6165}"/>
              </a:ext>
            </a:extLst>
          </p:cNvPr>
          <p:cNvSpPr txBox="1"/>
          <p:nvPr/>
        </p:nvSpPr>
        <p:spPr>
          <a:xfrm>
            <a:off x="4886798" y="359806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965E4A5-38C4-659D-7378-EDCC4A10896C}"/>
              </a:ext>
            </a:extLst>
          </p:cNvPr>
          <p:cNvSpPr txBox="1"/>
          <p:nvPr/>
        </p:nvSpPr>
        <p:spPr>
          <a:xfrm>
            <a:off x="6785696" y="359806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F84D656-66A1-6440-FBCD-7FF4275E6A9C}"/>
              </a:ext>
            </a:extLst>
          </p:cNvPr>
          <p:cNvSpPr/>
          <p:nvPr/>
        </p:nvSpPr>
        <p:spPr>
          <a:xfrm>
            <a:off x="9254938" y="3547086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4595D3C8-6629-938C-A728-14D4B69C90E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828516" y="3760065"/>
            <a:ext cx="1058282" cy="1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26F4E426-FC4B-6FA0-6AE7-0F18965020D4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5966798" y="3760065"/>
            <a:ext cx="818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07788B45-6BAB-E56C-82BA-B0F750BFA00F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7865696" y="3760065"/>
            <a:ext cx="1389242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56">
            <a:extLst>
              <a:ext uri="{FF2B5EF4-FFF2-40B4-BE49-F238E27FC236}">
                <a16:creationId xmlns:a16="http://schemas.microsoft.com/office/drawing/2014/main" id="{85F7004A-84BE-45D1-3E51-02E3A46C9AB7}"/>
              </a:ext>
            </a:extLst>
          </p:cNvPr>
          <p:cNvSpPr txBox="1"/>
          <p:nvPr/>
        </p:nvSpPr>
        <p:spPr>
          <a:xfrm>
            <a:off x="4883211" y="480101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</a:t>
            </a:r>
            <a:r>
              <a:rPr lang="es-MX" sz="900"/>
              <a:t>CP-ES</a:t>
            </a:r>
            <a:endParaRPr lang="es-MX" sz="900" b="1">
              <a:solidFill>
                <a:schemeClr val="bg1"/>
              </a:solidFill>
            </a:endParaRPr>
          </a:p>
        </p:txBody>
      </p:sp>
      <p:sp>
        <p:nvSpPr>
          <p:cNvPr id="72" name="Diagrama de flujo: documento 84">
            <a:extLst>
              <a:ext uri="{FF2B5EF4-FFF2-40B4-BE49-F238E27FC236}">
                <a16:creationId xmlns:a16="http://schemas.microsoft.com/office/drawing/2014/main" id="{BC32414A-4113-08F9-6773-460314082BC4}"/>
              </a:ext>
            </a:extLst>
          </p:cNvPr>
          <p:cNvSpPr/>
          <p:nvPr/>
        </p:nvSpPr>
        <p:spPr>
          <a:xfrm>
            <a:off x="8209860" y="4753663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7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sp>
        <p:nvSpPr>
          <p:cNvPr id="73" name="CuadroTexto 56">
            <a:extLst>
              <a:ext uri="{FF2B5EF4-FFF2-40B4-BE49-F238E27FC236}">
                <a16:creationId xmlns:a16="http://schemas.microsoft.com/office/drawing/2014/main" id="{BC9506AB-D0AF-F84F-78A7-C92FEF7F71F0}"/>
              </a:ext>
            </a:extLst>
          </p:cNvPr>
          <p:cNvSpPr txBox="1"/>
          <p:nvPr/>
        </p:nvSpPr>
        <p:spPr>
          <a:xfrm>
            <a:off x="6785696" y="480191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</a:rPr>
              <a:t>PV02_</a:t>
            </a:r>
            <a:r>
              <a:rPr lang="es-MX" sz="800"/>
              <a:t>CP</a:t>
            </a:r>
            <a:r>
              <a:rPr lang="es-MX" sz="800" b="1">
                <a:solidFill>
                  <a:schemeClr val="bg1"/>
                </a:solidFill>
              </a:rPr>
              <a:t>-ESNC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46E90E74-46A7-4F0A-0A1F-0E7711E02C44}"/>
              </a:ext>
            </a:extLst>
          </p:cNvPr>
          <p:cNvCxnSpPr>
            <a:cxnSpLocks/>
            <a:stCxn id="73" idx="3"/>
            <a:endCxn id="72" idx="1"/>
          </p:cNvCxnSpPr>
          <p:nvPr/>
        </p:nvCxnSpPr>
        <p:spPr>
          <a:xfrm>
            <a:off x="7865696" y="4963917"/>
            <a:ext cx="344164" cy="5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C2C32F92-DE84-1EEB-E3AD-B2182F2CAF14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5963211" y="4963012"/>
            <a:ext cx="822485" cy="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>
            <a:extLst>
              <a:ext uri="{FF2B5EF4-FFF2-40B4-BE49-F238E27FC236}">
                <a16:creationId xmlns:a16="http://schemas.microsoft.com/office/drawing/2014/main" id="{B79F4C7B-F95B-46FF-DC31-B0129729BEFD}"/>
              </a:ext>
            </a:extLst>
          </p:cNvPr>
          <p:cNvSpPr/>
          <p:nvPr/>
        </p:nvSpPr>
        <p:spPr>
          <a:xfrm>
            <a:off x="2593513" y="4745755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del Cargo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2D8AEE83-F670-1444-8507-6D772700C8D8}"/>
              </a:ext>
            </a:extLst>
          </p:cNvPr>
          <p:cNvCxnSpPr>
            <a:stCxn id="86" idx="3"/>
            <a:endCxn id="71" idx="1"/>
          </p:cNvCxnSpPr>
          <p:nvPr/>
        </p:nvCxnSpPr>
        <p:spPr>
          <a:xfrm>
            <a:off x="3828515" y="4961755"/>
            <a:ext cx="1054696" cy="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52A56593-B65E-3B94-8F5B-3326FB4BDAA1}"/>
              </a:ext>
            </a:extLst>
          </p:cNvPr>
          <p:cNvCxnSpPr>
            <a:cxnSpLocks/>
            <a:stCxn id="31" idx="2"/>
            <a:endCxn id="86" idx="0"/>
          </p:cNvCxnSpPr>
          <p:nvPr/>
        </p:nvCxnSpPr>
        <p:spPr>
          <a:xfrm>
            <a:off x="3211014" y="4600894"/>
            <a:ext cx="0" cy="144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onector fuera de página 92">
            <a:extLst>
              <a:ext uri="{FF2B5EF4-FFF2-40B4-BE49-F238E27FC236}">
                <a16:creationId xmlns:a16="http://schemas.microsoft.com/office/drawing/2014/main" id="{DCA15B6F-E932-BA86-0583-846D7EF22804}"/>
              </a:ext>
            </a:extLst>
          </p:cNvPr>
          <p:cNvSpPr/>
          <p:nvPr/>
        </p:nvSpPr>
        <p:spPr>
          <a:xfrm>
            <a:off x="3008190" y="2139156"/>
            <a:ext cx="396000" cy="360000"/>
          </a:xfrm>
          <a:prstGeom prst="flowChartOffpageConnector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E</a:t>
            </a:r>
          </a:p>
        </p:txBody>
      </p: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7BBD8C25-CD48-3AB6-3AE0-49FF12E6B4BF}"/>
              </a:ext>
            </a:extLst>
          </p:cNvPr>
          <p:cNvCxnSpPr>
            <a:cxnSpLocks/>
            <a:stCxn id="93" idx="2"/>
            <a:endCxn id="64" idx="0"/>
          </p:cNvCxnSpPr>
          <p:nvPr/>
        </p:nvCxnSpPr>
        <p:spPr>
          <a:xfrm>
            <a:off x="3206190" y="2499156"/>
            <a:ext cx="4825" cy="3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6F06835D-D009-DD0F-3DC2-00E8C576FDDF}"/>
              </a:ext>
            </a:extLst>
          </p:cNvPr>
          <p:cNvSpPr txBox="1"/>
          <p:nvPr/>
        </p:nvSpPr>
        <p:spPr>
          <a:xfrm>
            <a:off x="6785696" y="5417420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97F209B1-8976-7EB4-C268-4A9CA34E7C79}"/>
              </a:ext>
            </a:extLst>
          </p:cNvPr>
          <p:cNvSpPr/>
          <p:nvPr/>
        </p:nvSpPr>
        <p:spPr>
          <a:xfrm>
            <a:off x="8148858" y="5435176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2B65734-7A0A-3217-4F5C-1B88B1E8CAE6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>
            <a:off x="7865696" y="5579420"/>
            <a:ext cx="320710" cy="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>
            <a:extLst>
              <a:ext uri="{FF2B5EF4-FFF2-40B4-BE49-F238E27FC236}">
                <a16:creationId xmlns:a16="http://schemas.microsoft.com/office/drawing/2014/main" id="{6D2C2611-EAA3-BCD8-11F9-3C95BC5052DD}"/>
              </a:ext>
            </a:extLst>
          </p:cNvPr>
          <p:cNvCxnSpPr>
            <a:cxnSpLocks/>
            <a:stCxn id="86" idx="2"/>
            <a:endCxn id="20" idx="1"/>
          </p:cNvCxnSpPr>
          <p:nvPr/>
        </p:nvCxnSpPr>
        <p:spPr>
          <a:xfrm rot="16200000" flipH="1">
            <a:off x="4797523" y="3591246"/>
            <a:ext cx="401665" cy="35746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EE16195-504E-08B2-AC96-E082FA404551}"/>
              </a:ext>
            </a:extLst>
          </p:cNvPr>
          <p:cNvSpPr/>
          <p:nvPr/>
        </p:nvSpPr>
        <p:spPr>
          <a:xfrm>
            <a:off x="2593513" y="4186894"/>
            <a:ext cx="123500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Actualiza información cobro</a:t>
            </a:r>
          </a:p>
        </p:txBody>
      </p:sp>
      <p:sp>
        <p:nvSpPr>
          <p:cNvPr id="33" name="CuadroTexto 56">
            <a:extLst>
              <a:ext uri="{FF2B5EF4-FFF2-40B4-BE49-F238E27FC236}">
                <a16:creationId xmlns:a16="http://schemas.microsoft.com/office/drawing/2014/main" id="{44DA3194-9079-9598-5BB9-8D0D9BCC2886}"/>
              </a:ext>
            </a:extLst>
          </p:cNvPr>
          <p:cNvSpPr txBox="1"/>
          <p:nvPr/>
        </p:nvSpPr>
        <p:spPr>
          <a:xfrm>
            <a:off x="6785696" y="423424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/>
              <a:t>N-CXC-01</a:t>
            </a:r>
          </a:p>
        </p:txBody>
      </p: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4AED6C05-8CDC-43E1-C091-2941A2EBC0B7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828515" y="4393894"/>
            <a:ext cx="2957181" cy="23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ralelogramo 37">
            <a:extLst>
              <a:ext uri="{FF2B5EF4-FFF2-40B4-BE49-F238E27FC236}">
                <a16:creationId xmlns:a16="http://schemas.microsoft.com/office/drawing/2014/main" id="{A66B19BA-0FB6-1501-7D78-538BB4E47472}"/>
              </a:ext>
            </a:extLst>
          </p:cNvPr>
          <p:cNvSpPr/>
          <p:nvPr/>
        </p:nvSpPr>
        <p:spPr>
          <a:xfrm>
            <a:off x="8148857" y="4252657"/>
            <a:ext cx="1295393" cy="28800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Z_REFERENCIA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93B92BEB-63B6-9F83-6FC8-17A090A39D2C}"/>
              </a:ext>
            </a:extLst>
          </p:cNvPr>
          <p:cNvCxnSpPr>
            <a:stCxn id="33" idx="3"/>
            <a:endCxn id="38" idx="5"/>
          </p:cNvCxnSpPr>
          <p:nvPr/>
        </p:nvCxnSpPr>
        <p:spPr>
          <a:xfrm>
            <a:off x="7865696" y="4396248"/>
            <a:ext cx="319161" cy="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0C704C5-ED26-6FE0-3C7C-5CD531E323CB}"/>
              </a:ext>
            </a:extLst>
          </p:cNvPr>
          <p:cNvSpPr txBox="1"/>
          <p:nvPr/>
        </p:nvSpPr>
        <p:spPr>
          <a:xfrm>
            <a:off x="9361909" y="4187600"/>
            <a:ext cx="2196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Actualiza fecha y folio interno asignado a los diferentes Cobros emitidos en S4.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12EA01CD-0780-5ACF-DD09-A18077A3E1B7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3211014" y="3976187"/>
            <a:ext cx="1" cy="210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ADFBD4F-01D0-C87E-0B39-665D2707E10A}"/>
              </a:ext>
            </a:extLst>
          </p:cNvPr>
          <p:cNvSpPr txBox="1"/>
          <p:nvPr/>
        </p:nvSpPr>
        <p:spPr>
          <a:xfrm>
            <a:off x="9671506" y="2380057"/>
            <a:ext cx="2096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97D1A5-2102-D7E5-670E-C2B3E472BF87}"/>
              </a:ext>
            </a:extLst>
          </p:cNvPr>
          <p:cNvSpPr txBox="1"/>
          <p:nvPr/>
        </p:nvSpPr>
        <p:spPr>
          <a:xfrm>
            <a:off x="9254938" y="4681533"/>
            <a:ext cx="2281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para registrar: </a:t>
            </a: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Folio de la </a:t>
            </a:r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Débito (monto global) No CFDI </a:t>
            </a:r>
          </a:p>
          <a:p>
            <a:pPr marL="228600" indent="-228600">
              <a:buAutoNum type="alphaLcParenR"/>
            </a:pPr>
            <a:r>
              <a:rPr lang="es-MX" sz="800">
                <a:latin typeface="Arial Nova" panose="020B0504020202020204" pitchFamily="34" charset="0"/>
              </a:rPr>
              <a:t>Folio interno asignado a los diferentes cobros emitidos en S4</a:t>
            </a:r>
            <a:endParaRPr lang="es-MX" sz="105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EE605C7-EC09-5B36-F708-12B29178DF7D}"/>
              </a:ext>
            </a:extLst>
          </p:cNvPr>
          <p:cNvSpPr/>
          <p:nvPr/>
        </p:nvSpPr>
        <p:spPr>
          <a:xfrm>
            <a:off x="3017068" y="57553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5D93937-9B9C-FD84-D701-60AD959C705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215068" y="5176849"/>
            <a:ext cx="0" cy="57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6B39F7A-EF52-5BC8-3080-340D9A2DB544}"/>
              </a:ext>
            </a:extLst>
          </p:cNvPr>
          <p:cNvSpPr txBox="1"/>
          <p:nvPr/>
        </p:nvSpPr>
        <p:spPr>
          <a:xfrm>
            <a:off x="10334938" y="3678799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</p:spTree>
    <p:extLst>
      <p:ext uri="{BB962C8B-B14F-4D97-AF65-F5344CB8AC3E}">
        <p14:creationId xmlns:p14="http://schemas.microsoft.com/office/powerpoint/2010/main" val="191230376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5A8A0-B64A-862C-8C10-29C95D06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A742036-5A81-848A-56DD-34234C3DE626}"/>
              </a:ext>
            </a:extLst>
          </p:cNvPr>
          <p:cNvSpPr/>
          <p:nvPr/>
        </p:nvSpPr>
        <p:spPr>
          <a:xfrm>
            <a:off x="952242" y="1721922"/>
            <a:ext cx="2290688" cy="458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1AD323A7-5F9A-59ED-52B4-F620B14E5A38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EE32A89-EF5E-A608-6540-5AD0BF904F9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438B6BE6-35BB-BEA0-29E4-A40C4768464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5440621-D3CD-3ECF-6AEC-88DDA4E9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A4AA271-DABC-E4BE-4183-F190C0643C0A}"/>
              </a:ext>
            </a:extLst>
          </p:cNvPr>
          <p:cNvSpPr/>
          <p:nvPr/>
        </p:nvSpPr>
        <p:spPr>
          <a:xfrm>
            <a:off x="4753548" y="1396539"/>
            <a:ext cx="731881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F8CBDFD-603E-E54E-4A32-1F0E49899BBF}"/>
              </a:ext>
            </a:extLst>
          </p:cNvPr>
          <p:cNvSpPr/>
          <p:nvPr/>
        </p:nvSpPr>
        <p:spPr>
          <a:xfrm>
            <a:off x="3457097" y="1396596"/>
            <a:ext cx="1178698" cy="51331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9403C01-EDF8-1DEB-2583-8F2DBDD5BA4D}"/>
              </a:ext>
            </a:extLst>
          </p:cNvPr>
          <p:cNvSpPr txBox="1"/>
          <p:nvPr/>
        </p:nvSpPr>
        <p:spPr>
          <a:xfrm>
            <a:off x="4757695" y="1002479"/>
            <a:ext cx="728134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9E7169-2E11-64AA-A2E7-65DF71A3E83A}"/>
              </a:ext>
            </a:extLst>
          </p:cNvPr>
          <p:cNvSpPr txBox="1"/>
          <p:nvPr/>
        </p:nvSpPr>
        <p:spPr>
          <a:xfrm>
            <a:off x="3457097" y="993372"/>
            <a:ext cx="117869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5420863-B85D-43B8-5B7A-AF315EBFFD18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080FC8A-84F7-EA7B-FCBB-9832666451BA}"/>
              </a:ext>
            </a:extLst>
          </p:cNvPr>
          <p:cNvSpPr/>
          <p:nvPr/>
        </p:nvSpPr>
        <p:spPr>
          <a:xfrm>
            <a:off x="648581" y="1396539"/>
            <a:ext cx="2690763" cy="51346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FF3FC1C-C919-E09D-F645-00CD6F20710C}"/>
              </a:ext>
            </a:extLst>
          </p:cNvPr>
          <p:cNvSpPr txBox="1"/>
          <p:nvPr/>
        </p:nvSpPr>
        <p:spPr>
          <a:xfrm>
            <a:off x="648581" y="1002479"/>
            <a:ext cx="269076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2BAB3FEF-3E23-656F-2941-A0A7448326DD}"/>
              </a:ext>
            </a:extLst>
          </p:cNvPr>
          <p:cNvCxnSpPr>
            <a:cxnSpLocks/>
            <a:stCxn id="4" idx="4"/>
            <a:endCxn id="35" idx="0"/>
          </p:cNvCxnSpPr>
          <p:nvPr/>
        </p:nvCxnSpPr>
        <p:spPr>
          <a:xfrm>
            <a:off x="2098184" y="2102055"/>
            <a:ext cx="2" cy="32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DDF441D-BA9C-9797-6D25-626E8C1C7A33}"/>
              </a:ext>
            </a:extLst>
          </p:cNvPr>
          <p:cNvSpPr/>
          <p:nvPr/>
        </p:nvSpPr>
        <p:spPr>
          <a:xfrm>
            <a:off x="1480685" y="2428178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Reversar Documentos Administrativos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DCE2F3-956C-4F5E-0F4A-F0D9D39ABFD8}"/>
              </a:ext>
            </a:extLst>
          </p:cNvPr>
          <p:cNvSpPr/>
          <p:nvPr/>
        </p:nvSpPr>
        <p:spPr>
          <a:xfrm>
            <a:off x="6381218" y="1918261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Crédito Admva.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BAF870-1FEF-BEB9-DDE7-7B0B852BEB30}"/>
              </a:ext>
            </a:extLst>
          </p:cNvPr>
          <p:cNvSpPr txBox="1"/>
          <p:nvPr/>
        </p:nvSpPr>
        <p:spPr>
          <a:xfrm>
            <a:off x="5275861" y="1970371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SD30</a:t>
            </a:r>
          </a:p>
        </p:txBody>
      </p: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3D47D68F-D8D5-C063-A700-B2868AC56EA9}"/>
              </a:ext>
            </a:extLst>
          </p:cNvPr>
          <p:cNvCxnSpPr>
            <a:cxnSpLocks/>
            <a:stCxn id="35" idx="3"/>
            <a:endCxn id="9" idx="1"/>
          </p:cNvCxnSpPr>
          <p:nvPr/>
        </p:nvCxnSpPr>
        <p:spPr>
          <a:xfrm flipV="1">
            <a:off x="2715687" y="2134171"/>
            <a:ext cx="2560174" cy="510007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AA3C655-DC83-F53C-DB9C-2ABEE4AB06B0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 flipV="1">
            <a:off x="6017461" y="2132461"/>
            <a:ext cx="363757" cy="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B3634047-6129-62B0-0B66-2A35978B931F}"/>
              </a:ext>
            </a:extLst>
          </p:cNvPr>
          <p:cNvSpPr txBox="1"/>
          <p:nvPr/>
        </p:nvSpPr>
        <p:spPr>
          <a:xfrm>
            <a:off x="997456" y="318208"/>
            <a:ext cx="999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spc="-1" dirty="0">
                <a:latin typeface="Arial Nova" panose="020B0504020202020204" pitchFamily="34" charset="0"/>
              </a:rPr>
              <a:t>Arquitectura – Reversa Cobros Notas Cargo/Crédito Espejo (continuación), compensación</a:t>
            </a:r>
            <a:endParaRPr lang="es-ES_tradnl" dirty="0"/>
          </a:p>
        </p:txBody>
      </p:sp>
      <p:sp>
        <p:nvSpPr>
          <p:cNvPr id="20" name="CuadroTexto 118">
            <a:extLst>
              <a:ext uri="{FF2B5EF4-FFF2-40B4-BE49-F238E27FC236}">
                <a16:creationId xmlns:a16="http://schemas.microsoft.com/office/drawing/2014/main" id="{40B4E672-07C1-4817-0E25-B16B9A928759}"/>
              </a:ext>
            </a:extLst>
          </p:cNvPr>
          <p:cNvSpPr txBox="1"/>
          <p:nvPr/>
        </p:nvSpPr>
        <p:spPr>
          <a:xfrm>
            <a:off x="6602997" y="365246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B368EA68-041C-0DF2-79F3-D4CA196A16B7}"/>
              </a:ext>
            </a:extLst>
          </p:cNvPr>
          <p:cNvSpPr/>
          <p:nvPr/>
        </p:nvSpPr>
        <p:spPr>
          <a:xfrm>
            <a:off x="9571516" y="3670225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 </a:t>
            </a:r>
          </a:p>
        </p:txBody>
      </p:sp>
      <p:cxnSp>
        <p:nvCxnSpPr>
          <p:cNvPr id="22" name="Conector angular 21">
            <a:extLst>
              <a:ext uri="{FF2B5EF4-FFF2-40B4-BE49-F238E27FC236}">
                <a16:creationId xmlns:a16="http://schemas.microsoft.com/office/drawing/2014/main" id="{13E1A253-391F-C135-24D3-17FDEBF26029}"/>
              </a:ext>
            </a:extLst>
          </p:cNvPr>
          <p:cNvCxnSpPr>
            <a:cxnSpLocks/>
            <a:stCxn id="35" idx="2"/>
            <a:endCxn id="20" idx="1"/>
          </p:cNvCxnSpPr>
          <p:nvPr/>
        </p:nvCxnSpPr>
        <p:spPr>
          <a:xfrm rot="16200000" flipH="1">
            <a:off x="3864446" y="1093917"/>
            <a:ext cx="972291" cy="45048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EB7026C-0F0A-9226-3722-51D6DD0EC088}"/>
              </a:ext>
            </a:extLst>
          </p:cNvPr>
          <p:cNvCxnSpPr>
            <a:stCxn id="20" idx="3"/>
            <a:endCxn id="21" idx="5"/>
          </p:cNvCxnSpPr>
          <p:nvPr/>
        </p:nvCxnSpPr>
        <p:spPr>
          <a:xfrm flipV="1">
            <a:off x="7682997" y="3820415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83890BEF-F2A0-0698-22F3-1B64036F94E8}"/>
              </a:ext>
            </a:extLst>
          </p:cNvPr>
          <p:cNvSpPr/>
          <p:nvPr/>
        </p:nvSpPr>
        <p:spPr>
          <a:xfrm>
            <a:off x="1900184" y="1742055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2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BDDC484C-EA2A-DD03-93DB-D84D52709FA1}"/>
              </a:ext>
            </a:extLst>
          </p:cNvPr>
          <p:cNvSpPr/>
          <p:nvPr/>
        </p:nvSpPr>
        <p:spPr>
          <a:xfrm>
            <a:off x="1480685" y="4477541"/>
            <a:ext cx="1235002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Compensar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70D25E5-EDA0-C292-49C9-28649DD89321}"/>
              </a:ext>
            </a:extLst>
          </p:cNvPr>
          <p:cNvSpPr txBox="1"/>
          <p:nvPr/>
        </p:nvSpPr>
        <p:spPr>
          <a:xfrm>
            <a:off x="6163771" y="4537376"/>
            <a:ext cx="820139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D-CRED-04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B4B0D889-3919-A50D-0AD2-C7BD0D673891}"/>
              </a:ext>
            </a:extLst>
          </p:cNvPr>
          <p:cNvSpPr/>
          <p:nvPr/>
        </p:nvSpPr>
        <p:spPr>
          <a:xfrm>
            <a:off x="8455517" y="4272501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1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Débito Admva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Crédito (Monto global)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1F9981BB-52C1-B9B7-BE7D-A2F5E115428C}"/>
              </a:ext>
            </a:extLst>
          </p:cNvPr>
          <p:cNvSpPr txBox="1"/>
          <p:nvPr/>
        </p:nvSpPr>
        <p:spPr>
          <a:xfrm>
            <a:off x="7240533" y="4536773"/>
            <a:ext cx="832913" cy="324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Crea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357A71A9-188E-C369-1F87-A169E7A9B8CD}"/>
              </a:ext>
            </a:extLst>
          </p:cNvPr>
          <p:cNvCxnSpPr>
            <a:cxnSpLocks/>
            <a:stCxn id="63" idx="3"/>
            <a:endCxn id="57" idx="1"/>
          </p:cNvCxnSpPr>
          <p:nvPr/>
        </p:nvCxnSpPr>
        <p:spPr>
          <a:xfrm flipV="1">
            <a:off x="8073446" y="4697195"/>
            <a:ext cx="382071" cy="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795E9438-6220-7A34-F5CE-2B6B682680D6}"/>
              </a:ext>
            </a:extLst>
          </p:cNvPr>
          <p:cNvCxnSpPr>
            <a:cxnSpLocks/>
            <a:stCxn id="54" idx="3"/>
            <a:endCxn id="5" idx="1"/>
          </p:cNvCxnSpPr>
          <p:nvPr/>
        </p:nvCxnSpPr>
        <p:spPr>
          <a:xfrm>
            <a:off x="2715687" y="4693541"/>
            <a:ext cx="2397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30C6CA71-4956-B880-CD90-093DA3CC8865}"/>
              </a:ext>
            </a:extLst>
          </p:cNvPr>
          <p:cNvCxnSpPr>
            <a:endCxn id="54" idx="0"/>
          </p:cNvCxnSpPr>
          <p:nvPr/>
        </p:nvCxnSpPr>
        <p:spPr>
          <a:xfrm>
            <a:off x="2098184" y="2860177"/>
            <a:ext cx="2" cy="1617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A3D5C0A-7F8F-C2C0-4D2B-82D0DFFD67C5}"/>
              </a:ext>
            </a:extLst>
          </p:cNvPr>
          <p:cNvSpPr txBox="1"/>
          <p:nvPr/>
        </p:nvSpPr>
        <p:spPr>
          <a:xfrm>
            <a:off x="5112799" y="4529741"/>
            <a:ext cx="741600" cy="3276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N-CXC-02 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C56CEA1-65AC-F7C9-1303-2A7F77EECF91}"/>
              </a:ext>
            </a:extLst>
          </p:cNvPr>
          <p:cNvCxnSpPr>
            <a:cxnSpLocks/>
            <a:stCxn id="5" idx="3"/>
            <a:endCxn id="55" idx="1"/>
          </p:cNvCxnSpPr>
          <p:nvPr/>
        </p:nvCxnSpPr>
        <p:spPr>
          <a:xfrm>
            <a:off x="5854399" y="4693541"/>
            <a:ext cx="309372" cy="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03CCFFB-DED0-E027-1577-D715F7CE4C35}"/>
              </a:ext>
            </a:extLst>
          </p:cNvPr>
          <p:cNvSpPr txBox="1"/>
          <p:nvPr/>
        </p:nvSpPr>
        <p:spPr>
          <a:xfrm>
            <a:off x="5275861" y="3129887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136E97-C623-3C99-72CF-158C7769505C}"/>
              </a:ext>
            </a:extLst>
          </p:cNvPr>
          <p:cNvSpPr/>
          <p:nvPr/>
        </p:nvSpPr>
        <p:spPr>
          <a:xfrm>
            <a:off x="6381218" y="3077927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9DAE1A-5836-0720-D71B-5360D315F159}"/>
              </a:ext>
            </a:extLst>
          </p:cNvPr>
          <p:cNvSpPr txBox="1"/>
          <p:nvPr/>
        </p:nvSpPr>
        <p:spPr>
          <a:xfrm>
            <a:off x="5275861" y="2538002"/>
            <a:ext cx="741600" cy="327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859EC7-BEBF-E7D0-AA91-A57568A35432}"/>
              </a:ext>
            </a:extLst>
          </p:cNvPr>
          <p:cNvSpPr/>
          <p:nvPr/>
        </p:nvSpPr>
        <p:spPr>
          <a:xfrm>
            <a:off x="6381218" y="2486042"/>
            <a:ext cx="1116000" cy="42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Débito Admva. 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7ACA16B3-941F-5454-7B4D-A5BD9CCC4F0D}"/>
              </a:ext>
            </a:extLst>
          </p:cNvPr>
          <p:cNvCxnSpPr>
            <a:endCxn id="11" idx="1"/>
          </p:cNvCxnSpPr>
          <p:nvPr/>
        </p:nvCxnSpPr>
        <p:spPr>
          <a:xfrm>
            <a:off x="2715685" y="2644178"/>
            <a:ext cx="2560176" cy="57624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>
            <a:extLst>
              <a:ext uri="{FF2B5EF4-FFF2-40B4-BE49-F238E27FC236}">
                <a16:creationId xmlns:a16="http://schemas.microsoft.com/office/drawing/2014/main" id="{404651CA-4D46-549B-B4E1-0D0CFC762228}"/>
              </a:ext>
            </a:extLst>
          </p:cNvPr>
          <p:cNvCxnSpPr>
            <a:endCxn id="7" idx="1"/>
          </p:cNvCxnSpPr>
          <p:nvPr/>
        </p:nvCxnSpPr>
        <p:spPr>
          <a:xfrm>
            <a:off x="2715687" y="2641336"/>
            <a:ext cx="2560174" cy="652351"/>
          </a:xfrm>
          <a:prstGeom prst="bentConnector3">
            <a:avLst>
              <a:gd name="adj1" fmla="val 890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F3BDCAC-4339-3852-D29D-49CB8B31608F}"/>
              </a:ext>
            </a:extLst>
          </p:cNvPr>
          <p:cNvSpPr/>
          <p:nvPr/>
        </p:nvSpPr>
        <p:spPr>
          <a:xfrm>
            <a:off x="8455517" y="5360698"/>
            <a:ext cx="1662738" cy="849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Compensación 2</a:t>
            </a:r>
          </a:p>
          <a:p>
            <a:pPr algn="ctr"/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Entre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Nota Débito CFDI</a:t>
            </a:r>
          </a:p>
          <a:p>
            <a:pPr algn="ctr"/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(reconocer ingreso)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 y “</a:t>
            </a:r>
            <a:r>
              <a:rPr lang="es-MX" sz="800" b="1" i="1">
                <a:solidFill>
                  <a:schemeClr val="tx1"/>
                </a:solidFill>
                <a:latin typeface="Arial Nova" panose="020B0504020202020204" pitchFamily="34" charset="0"/>
              </a:rPr>
              <a:t>N Crédito Admva. No CFDI</a:t>
            </a:r>
            <a:r>
              <a:rPr lang="es-MX" sz="800" i="1">
                <a:solidFill>
                  <a:schemeClr val="tx1"/>
                </a:solidFill>
                <a:latin typeface="Arial Nova" panose="020B0504020202020204" pitchFamily="34" charset="0"/>
              </a:rPr>
              <a:t>”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9B669DEC-C787-C5AD-E97D-C44AF477BC5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017461" y="2700242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5B552B97-A314-3F7B-B41D-5F74DFFB2610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6017461" y="3292127"/>
            <a:ext cx="363757" cy="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80BEAA52-1428-C83C-F39D-9BCFD8A2389E}"/>
              </a:ext>
            </a:extLst>
          </p:cNvPr>
          <p:cNvCxnSpPr>
            <a:stCxn id="55" idx="3"/>
            <a:endCxn id="63" idx="1"/>
          </p:cNvCxnSpPr>
          <p:nvPr/>
        </p:nvCxnSpPr>
        <p:spPr>
          <a:xfrm flipV="1">
            <a:off x="6983910" y="4698773"/>
            <a:ext cx="2566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>
            <a:extLst>
              <a:ext uri="{FF2B5EF4-FFF2-40B4-BE49-F238E27FC236}">
                <a16:creationId xmlns:a16="http://schemas.microsoft.com/office/drawing/2014/main" id="{45538925-57B2-D8C7-151F-C28002AC1781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7593944" y="4923818"/>
            <a:ext cx="924619" cy="798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D86391-9836-5D10-2271-2163DD763AAB}"/>
              </a:ext>
            </a:extLst>
          </p:cNvPr>
          <p:cNvSpPr txBox="1"/>
          <p:nvPr/>
        </p:nvSpPr>
        <p:spPr>
          <a:xfrm>
            <a:off x="7472766" y="1893637"/>
            <a:ext cx="2488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>
              <a:defRPr sz="800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Importe = Nota Crédito (Monto global) No CFDI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830F0F0-7DBE-0146-C297-AB7BCCE99AA6}"/>
              </a:ext>
            </a:extLst>
          </p:cNvPr>
          <p:cNvSpPr txBox="1"/>
          <p:nvPr/>
        </p:nvSpPr>
        <p:spPr>
          <a:xfrm>
            <a:off x="7505262" y="2500478"/>
            <a:ext cx="2423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chemeClr val="tx1"/>
                </a:solidFill>
                <a:latin typeface="Arial Nova" panose="020B0504020202020204" pitchFamily="34" charset="0"/>
              </a:rPr>
              <a:t>Importe = Nota Débito CFDI (reconocer ingreso)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BE6E002-42A6-08EB-067B-F6D0E6B9555A}"/>
              </a:ext>
            </a:extLst>
          </p:cNvPr>
          <p:cNvSpPr txBox="1"/>
          <p:nvPr/>
        </p:nvSpPr>
        <p:spPr>
          <a:xfrm>
            <a:off x="7463262" y="3026819"/>
            <a:ext cx="4291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Remanente de la “</a:t>
            </a:r>
            <a:r>
              <a:rPr lang="es-MX" sz="800" b="1">
                <a:latin typeface="Arial Nova" panose="020B0504020202020204" pitchFamily="34" charset="0"/>
              </a:rPr>
              <a:t>Nota Crédito (Monto global) No CFDI</a:t>
            </a:r>
            <a:r>
              <a:rPr lang="es-ES_tradnl" sz="800">
                <a:latin typeface="Arial Nova" panose="020B0504020202020204" pitchFamily="34" charset="0"/>
              </a:rPr>
              <a:t>”</a:t>
            </a:r>
          </a:p>
          <a:p>
            <a:r>
              <a:rPr lang="es-ES_tradnl" sz="800">
                <a:latin typeface="Arial Nova" panose="020B0504020202020204" pitchFamily="34" charset="0"/>
              </a:rPr>
              <a:t>Debe identificarse que ésta transacción es ahora la nueva pareja o espejo del a “</a:t>
            </a:r>
            <a:r>
              <a:rPr lang="es-MX" sz="800" b="1">
                <a:latin typeface="Arial Nova" panose="020B0504020202020204" pitchFamily="34" charset="0"/>
              </a:rPr>
              <a:t>Nota Débito (monto global)  No CFDI </a:t>
            </a:r>
            <a:r>
              <a:rPr lang="es-MX" sz="800">
                <a:latin typeface="Arial Nova" panose="020B0504020202020204" pitchFamily="34" charset="0"/>
              </a:rPr>
              <a:t>”</a:t>
            </a:r>
            <a:endParaRPr lang="es-MX" sz="105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2444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70DD-E13D-3CAF-23E9-D01032F3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A04FFC27-0AEB-2E33-7B95-EDBAF80C383E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122B0ABE-C1C0-DFB7-3CE3-226DBB0E639F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0EE9EBC-594C-CF88-ED7D-0F9DC7433B3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EBB1D86-D614-F19F-0728-BBF562D5DFF6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511B3F1-1CCD-819A-3363-CBE45E1C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EBD7B1DE-D05E-B25A-27BB-7C470F476D7E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21099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764-5BD2-591F-6FE1-56BB5FE8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2603196-455D-A197-0A74-A3A29895753B}"/>
              </a:ext>
            </a:extLst>
          </p:cNvPr>
          <p:cNvSpPr/>
          <p:nvPr/>
        </p:nvSpPr>
        <p:spPr>
          <a:xfrm>
            <a:off x="6747344" y="1378175"/>
            <a:ext cx="5291698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4949FA63-31A7-D531-59B1-B9071C8455AB}"/>
              </a:ext>
            </a:extLst>
          </p:cNvPr>
          <p:cNvSpPr/>
          <p:nvPr/>
        </p:nvSpPr>
        <p:spPr>
          <a:xfrm>
            <a:off x="1635841" y="1783366"/>
            <a:ext cx="1457751" cy="4636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3536AD9-ADB0-F0EE-9D4D-AB1246C4A1C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591FA3A-422A-425E-A2DC-6750A85F12A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B20B7F7-2C1B-2973-7725-E246CE58C1D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81438BA-383C-6F60-537D-4E20A1B8F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6CB1936-806D-3980-6D19-7ED13118C3A9}"/>
              </a:ext>
            </a:extLst>
          </p:cNvPr>
          <p:cNvSpPr/>
          <p:nvPr/>
        </p:nvSpPr>
        <p:spPr>
          <a:xfrm>
            <a:off x="5554141" y="1392941"/>
            <a:ext cx="1110568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0699FE-D3ED-3AD0-6E66-DE0791E6E8CC}"/>
              </a:ext>
            </a:extLst>
          </p:cNvPr>
          <p:cNvSpPr/>
          <p:nvPr/>
        </p:nvSpPr>
        <p:spPr>
          <a:xfrm>
            <a:off x="1552722" y="1378175"/>
            <a:ext cx="1609533" cy="512570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133D5FB-7376-557E-8F84-4C2EEEB0DE47}"/>
              </a:ext>
            </a:extLst>
          </p:cNvPr>
          <p:cNvSpPr txBox="1"/>
          <p:nvPr/>
        </p:nvSpPr>
        <p:spPr>
          <a:xfrm>
            <a:off x="5554141" y="1046411"/>
            <a:ext cx="6484900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C446D1-E93F-9DC7-85A8-0FC65DF70D4E}"/>
              </a:ext>
            </a:extLst>
          </p:cNvPr>
          <p:cNvSpPr txBox="1"/>
          <p:nvPr/>
        </p:nvSpPr>
        <p:spPr>
          <a:xfrm>
            <a:off x="105564" y="6565197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82D4C78-6B7A-FF92-63E2-F01736DE833E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Reversa Credilanas - Nota de crédito Convenio RD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97894A-168C-F480-B40B-AB2139623650}"/>
              </a:ext>
            </a:extLst>
          </p:cNvPr>
          <p:cNvSpPr/>
          <p:nvPr/>
        </p:nvSpPr>
        <p:spPr>
          <a:xfrm>
            <a:off x="1787994" y="2768620"/>
            <a:ext cx="1038836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de la distribución del importe de la nota de crédito</a:t>
            </a:r>
          </a:p>
        </p:txBody>
      </p:sp>
      <p:cxnSp>
        <p:nvCxnSpPr>
          <p:cNvPr id="94" name="Conector: angular 12">
            <a:extLst>
              <a:ext uri="{FF2B5EF4-FFF2-40B4-BE49-F238E27FC236}">
                <a16:creationId xmlns:a16="http://schemas.microsoft.com/office/drawing/2014/main" id="{8ACCD0F6-C19D-6532-D89A-8ACC7F73E612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6553896" y="4161401"/>
            <a:ext cx="484395" cy="2609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282425B-B0B2-4F34-84BC-1303A200D8C3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>
            <a:off x="1312819" y="3051401"/>
            <a:ext cx="475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iagrama de flujo: documento 3">
            <a:extLst>
              <a:ext uri="{FF2B5EF4-FFF2-40B4-BE49-F238E27FC236}">
                <a16:creationId xmlns:a16="http://schemas.microsoft.com/office/drawing/2014/main" id="{2DF92B41-6AE5-CF64-46B1-17FAB472F5AA}"/>
              </a:ext>
            </a:extLst>
          </p:cNvPr>
          <p:cNvSpPr/>
          <p:nvPr/>
        </p:nvSpPr>
        <p:spPr>
          <a:xfrm>
            <a:off x="8428483" y="4115770"/>
            <a:ext cx="1358085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55C1D5-4B04-692A-B6B1-8FA749420305}"/>
              </a:ext>
            </a:extLst>
          </p:cNvPr>
          <p:cNvSpPr txBox="1"/>
          <p:nvPr/>
        </p:nvSpPr>
        <p:spPr>
          <a:xfrm>
            <a:off x="5679819" y="3995801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</a:t>
            </a:r>
          </a:p>
        </p:txBody>
      </p:sp>
      <p:cxnSp>
        <p:nvCxnSpPr>
          <p:cNvPr id="24" name="Conector: angular 12">
            <a:extLst>
              <a:ext uri="{FF2B5EF4-FFF2-40B4-BE49-F238E27FC236}">
                <a16:creationId xmlns:a16="http://schemas.microsoft.com/office/drawing/2014/main" id="{35EA857B-0A34-D019-E804-2F2423F98C66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6553896" y="3659514"/>
            <a:ext cx="478210" cy="5018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0249320C-FFE9-4425-C46B-C9B27C4296D9}"/>
              </a:ext>
            </a:extLst>
          </p:cNvPr>
          <p:cNvSpPr txBox="1"/>
          <p:nvPr/>
        </p:nvSpPr>
        <p:spPr>
          <a:xfrm>
            <a:off x="7050662" y="588945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697F20C4-2448-2F09-C9D3-49EB15BE9F3C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 rot="16200000" flipH="1">
            <a:off x="3311399" y="2330195"/>
            <a:ext cx="2735276" cy="47432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DC1F4290-BA28-E54F-6C6F-E47AF117D398}"/>
              </a:ext>
            </a:extLst>
          </p:cNvPr>
          <p:cNvSpPr/>
          <p:nvPr/>
        </p:nvSpPr>
        <p:spPr>
          <a:xfrm>
            <a:off x="10631947" y="5925701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09CD061E-AF78-4B6E-3A98-4F13BB4ACE01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>
            <a:off x="8130662" y="6069458"/>
            <a:ext cx="2537514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D53E2C7-8A95-8292-6763-7BCB0A6A1797}"/>
              </a:ext>
            </a:extLst>
          </p:cNvPr>
          <p:cNvSpPr txBox="1"/>
          <p:nvPr/>
        </p:nvSpPr>
        <p:spPr>
          <a:xfrm>
            <a:off x="1552721" y="1046411"/>
            <a:ext cx="1609534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1E199479-FEBD-048E-9B43-FDCEF261C7AC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 flipV="1">
            <a:off x="6553896" y="2905883"/>
            <a:ext cx="496766" cy="12555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5FC3D2-010A-B521-6558-4804FFA12D31}"/>
              </a:ext>
            </a:extLst>
          </p:cNvPr>
          <p:cNvSpPr/>
          <p:nvPr/>
        </p:nvSpPr>
        <p:spPr>
          <a:xfrm>
            <a:off x="142800" y="1378175"/>
            <a:ext cx="1311108" cy="512669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8FC966B-713B-8559-A52B-9C7F4B143087}"/>
              </a:ext>
            </a:extLst>
          </p:cNvPr>
          <p:cNvSpPr txBox="1"/>
          <p:nvPr/>
        </p:nvSpPr>
        <p:spPr>
          <a:xfrm>
            <a:off x="142800" y="1046411"/>
            <a:ext cx="1311108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C0DC97-8C71-636F-C10F-5A1D00CBBDC0}"/>
              </a:ext>
            </a:extLst>
          </p:cNvPr>
          <p:cNvSpPr/>
          <p:nvPr/>
        </p:nvSpPr>
        <p:spPr>
          <a:xfrm>
            <a:off x="3245587" y="1378175"/>
            <a:ext cx="1105033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4E6F38B-33B6-9018-AC0F-4ACE80B1355F}"/>
              </a:ext>
            </a:extLst>
          </p:cNvPr>
          <p:cNvSpPr txBox="1"/>
          <p:nvPr/>
        </p:nvSpPr>
        <p:spPr>
          <a:xfrm>
            <a:off x="3245587" y="1046411"/>
            <a:ext cx="1105033" cy="248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 sz="800"/>
              <a:t>SAP HANA CLOUD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1B9A420-E35C-BC4E-8F7B-963C8268213E}"/>
              </a:ext>
            </a:extLst>
          </p:cNvPr>
          <p:cNvSpPr txBox="1"/>
          <p:nvPr/>
        </p:nvSpPr>
        <p:spPr>
          <a:xfrm>
            <a:off x="7050662" y="274028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B56F1F0-CF6D-55B0-294B-480B3FC4ED2B}"/>
              </a:ext>
            </a:extLst>
          </p:cNvPr>
          <p:cNvSpPr txBox="1"/>
          <p:nvPr/>
        </p:nvSpPr>
        <p:spPr>
          <a:xfrm>
            <a:off x="7032106" y="349391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PV02_C-NCR-F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069A3AB-709D-C159-C74B-329EC8364908}"/>
              </a:ext>
            </a:extLst>
          </p:cNvPr>
          <p:cNvSpPr txBox="1"/>
          <p:nvPr/>
        </p:nvSpPr>
        <p:spPr>
          <a:xfrm>
            <a:off x="7038291" y="425677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PV02_C-NCR-IC</a:t>
            </a:r>
          </a:p>
        </p:txBody>
      </p:sp>
      <p:cxnSp>
        <p:nvCxnSpPr>
          <p:cNvPr id="38" name="Conector angular 37">
            <a:extLst>
              <a:ext uri="{FF2B5EF4-FFF2-40B4-BE49-F238E27FC236}">
                <a16:creationId xmlns:a16="http://schemas.microsoft.com/office/drawing/2014/main" id="{CDD8AB8F-D72C-7763-27BE-881F20166044}"/>
              </a:ext>
            </a:extLst>
          </p:cNvPr>
          <p:cNvCxnSpPr>
            <a:cxnSpLocks/>
            <a:stCxn id="17" idx="3"/>
            <a:endCxn id="37" idx="1"/>
          </p:cNvCxnSpPr>
          <p:nvPr/>
        </p:nvCxnSpPr>
        <p:spPr>
          <a:xfrm>
            <a:off x="8112106" y="3659514"/>
            <a:ext cx="325850" cy="5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CCFF04A8-9AB2-D9A1-804B-28B237A60788}"/>
              </a:ext>
            </a:extLst>
          </p:cNvPr>
          <p:cNvCxnSpPr>
            <a:cxnSpLocks/>
            <a:stCxn id="20" idx="3"/>
            <a:endCxn id="4" idx="1"/>
          </p:cNvCxnSpPr>
          <p:nvPr/>
        </p:nvCxnSpPr>
        <p:spPr>
          <a:xfrm flipV="1">
            <a:off x="8118291" y="4421770"/>
            <a:ext cx="310192" cy="6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DEC7E56-5FAC-82A0-4971-BB8F8012BB29}"/>
              </a:ext>
            </a:extLst>
          </p:cNvPr>
          <p:cNvSpPr/>
          <p:nvPr/>
        </p:nvSpPr>
        <p:spPr>
          <a:xfrm>
            <a:off x="257579" y="2768620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38C88166-EC4D-343D-2A0B-9E82EDBCA3F2}"/>
              </a:ext>
            </a:extLst>
          </p:cNvPr>
          <p:cNvSpPr/>
          <p:nvPr/>
        </p:nvSpPr>
        <p:spPr>
          <a:xfrm>
            <a:off x="8437956" y="3310515"/>
            <a:ext cx="1329832" cy="69902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 Financiamiento)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39" name="Diagrama de flujo: documento 3">
            <a:extLst>
              <a:ext uri="{FF2B5EF4-FFF2-40B4-BE49-F238E27FC236}">
                <a16:creationId xmlns:a16="http://schemas.microsoft.com/office/drawing/2014/main" id="{D49525CF-E103-4D4C-3EF3-7AC23E878879}"/>
              </a:ext>
            </a:extLst>
          </p:cNvPr>
          <p:cNvSpPr/>
          <p:nvPr/>
        </p:nvSpPr>
        <p:spPr>
          <a:xfrm>
            <a:off x="8477283" y="4961586"/>
            <a:ext cx="1309286" cy="523994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44" name="Diagrama de flujo: documento 3">
            <a:extLst>
              <a:ext uri="{FF2B5EF4-FFF2-40B4-BE49-F238E27FC236}">
                <a16:creationId xmlns:a16="http://schemas.microsoft.com/office/drawing/2014/main" id="{C0743CD1-2B98-14B7-127E-FF3CAA119E6D}"/>
              </a:ext>
            </a:extLst>
          </p:cNvPr>
          <p:cNvSpPr/>
          <p:nvPr/>
        </p:nvSpPr>
        <p:spPr>
          <a:xfrm>
            <a:off x="8453308" y="2597400"/>
            <a:ext cx="1333260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 Capital)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2ED843C7-130F-4143-50AC-2953FB92D87E}"/>
              </a:ext>
            </a:extLst>
          </p:cNvPr>
          <p:cNvCxnSpPr>
            <a:cxnSpLocks/>
            <a:stCxn id="15" idx="3"/>
            <a:endCxn id="44" idx="1"/>
          </p:cNvCxnSpPr>
          <p:nvPr/>
        </p:nvCxnSpPr>
        <p:spPr>
          <a:xfrm flipV="1">
            <a:off x="8130662" y="2903400"/>
            <a:ext cx="322646" cy="2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54">
            <a:extLst>
              <a:ext uri="{FF2B5EF4-FFF2-40B4-BE49-F238E27FC236}">
                <a16:creationId xmlns:a16="http://schemas.microsoft.com/office/drawing/2014/main" id="{38D2AF21-A5FC-7E3A-DA72-12FEF8CE4E3A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>
            <a:off x="8130662" y="5165153"/>
            <a:ext cx="346621" cy="584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CB6C939-05DA-489E-DB28-9F1C69951B47}"/>
              </a:ext>
            </a:extLst>
          </p:cNvPr>
          <p:cNvSpPr txBox="1"/>
          <p:nvPr/>
        </p:nvSpPr>
        <p:spPr>
          <a:xfrm>
            <a:off x="7050662" y="499955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PV02_C-NCR-CIC</a:t>
            </a:r>
          </a:p>
        </p:txBody>
      </p:sp>
      <p:sp>
        <p:nvSpPr>
          <p:cNvPr id="60" name="Paralelogramo 59">
            <a:extLst>
              <a:ext uri="{FF2B5EF4-FFF2-40B4-BE49-F238E27FC236}">
                <a16:creationId xmlns:a16="http://schemas.microsoft.com/office/drawing/2014/main" id="{B708361F-4146-EABB-17DB-87288AF4C358}"/>
              </a:ext>
            </a:extLst>
          </p:cNvPr>
          <p:cNvSpPr/>
          <p:nvPr/>
        </p:nvSpPr>
        <p:spPr>
          <a:xfrm>
            <a:off x="10699595" y="1721050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4326AB14-5502-E683-7678-6E8EA404231E}"/>
              </a:ext>
            </a:extLst>
          </p:cNvPr>
          <p:cNvCxnSpPr>
            <a:cxnSpLocks/>
            <a:stCxn id="65" idx="3"/>
            <a:endCxn id="60" idx="5"/>
          </p:cNvCxnSpPr>
          <p:nvPr/>
        </p:nvCxnSpPr>
        <p:spPr>
          <a:xfrm flipV="1">
            <a:off x="8130662" y="1865966"/>
            <a:ext cx="2605162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A5FDE751-4D70-EE79-1FB2-AECC5D155AB6}"/>
              </a:ext>
            </a:extLst>
          </p:cNvPr>
          <p:cNvSpPr txBox="1"/>
          <p:nvPr/>
        </p:nvSpPr>
        <p:spPr>
          <a:xfrm>
            <a:off x="7050662" y="168602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D9F26F3F-9C9A-8FC6-4DC8-12955EB2873C}"/>
              </a:ext>
            </a:extLst>
          </p:cNvPr>
          <p:cNvCxnSpPr>
            <a:cxnSpLocks/>
            <a:stCxn id="10" idx="0"/>
            <a:endCxn id="65" idx="1"/>
          </p:cNvCxnSpPr>
          <p:nvPr/>
        </p:nvCxnSpPr>
        <p:spPr>
          <a:xfrm rot="5400000" flipH="1" flipV="1">
            <a:off x="4227741" y="-54301"/>
            <a:ext cx="902592" cy="47432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47E878C-7DB0-6168-3568-D35BBD39EC3D}"/>
              </a:ext>
            </a:extLst>
          </p:cNvPr>
          <p:cNvSpPr txBox="1"/>
          <p:nvPr/>
        </p:nvSpPr>
        <p:spPr>
          <a:xfrm>
            <a:off x="6969770" y="3992766"/>
            <a:ext cx="1342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factura PPD que tenga parcialidades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03EE23E-8717-62ED-265E-0217FCB1FD62}"/>
              </a:ext>
            </a:extLst>
          </p:cNvPr>
          <p:cNvSpPr txBox="1"/>
          <p:nvPr/>
        </p:nvSpPr>
        <p:spPr>
          <a:xfrm>
            <a:off x="7022255" y="4850427"/>
            <a:ext cx="152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interés mes vencido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BAB487B3-FC69-EFCB-EF9D-4F96FAE8C41A}"/>
              </a:ext>
            </a:extLst>
          </p:cNvPr>
          <p:cNvCxnSpPr>
            <a:cxnSpLocks/>
            <a:stCxn id="8" idx="3"/>
            <a:endCxn id="56" idx="1"/>
          </p:cNvCxnSpPr>
          <p:nvPr/>
        </p:nvCxnSpPr>
        <p:spPr>
          <a:xfrm>
            <a:off x="6553896" y="4161401"/>
            <a:ext cx="496766" cy="1003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57A9B4C8-C1CE-BF28-C21C-1ACD782F41B5}"/>
              </a:ext>
            </a:extLst>
          </p:cNvPr>
          <p:cNvSpPr/>
          <p:nvPr/>
        </p:nvSpPr>
        <p:spPr>
          <a:xfrm>
            <a:off x="3349303" y="2342082"/>
            <a:ext cx="928344" cy="444694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75" name="Conector angular 74">
            <a:extLst>
              <a:ext uri="{FF2B5EF4-FFF2-40B4-BE49-F238E27FC236}">
                <a16:creationId xmlns:a16="http://schemas.microsoft.com/office/drawing/2014/main" id="{FCC92C0E-FC7B-E8F1-635C-90ED9D16E21A}"/>
              </a:ext>
            </a:extLst>
          </p:cNvPr>
          <p:cNvCxnSpPr>
            <a:cxnSpLocks/>
            <a:stCxn id="10" idx="0"/>
            <a:endCxn id="11" idx="5"/>
          </p:cNvCxnSpPr>
          <p:nvPr/>
        </p:nvCxnSpPr>
        <p:spPr>
          <a:xfrm rot="5400000" flipH="1" flipV="1">
            <a:off x="2754056" y="2117786"/>
            <a:ext cx="204191" cy="10974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9D7156DB-D746-0A0F-45D8-6F28507F2DCE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2826830" y="3051401"/>
            <a:ext cx="2852989" cy="111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angular 118">
            <a:extLst>
              <a:ext uri="{FF2B5EF4-FFF2-40B4-BE49-F238E27FC236}">
                <a16:creationId xmlns:a16="http://schemas.microsoft.com/office/drawing/2014/main" id="{7749C9FF-B6F8-8DC8-F808-7C9093CA2464}"/>
              </a:ext>
            </a:extLst>
          </p:cNvPr>
          <p:cNvCxnSpPr>
            <a:cxnSpLocks/>
            <a:stCxn id="10" idx="0"/>
            <a:endCxn id="63" idx="1"/>
          </p:cNvCxnSpPr>
          <p:nvPr/>
        </p:nvCxnSpPr>
        <p:spPr>
          <a:xfrm rot="5400000" flipH="1" flipV="1">
            <a:off x="3165071" y="1356153"/>
            <a:ext cx="554808" cy="22701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869809B-0A3C-E45B-7C2F-65135C28073C}"/>
              </a:ext>
            </a:extLst>
          </p:cNvPr>
          <p:cNvSpPr/>
          <p:nvPr/>
        </p:nvSpPr>
        <p:spPr>
          <a:xfrm>
            <a:off x="4456976" y="1392941"/>
            <a:ext cx="1014530" cy="515231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798E2D5-19BE-ED87-5FB8-886CCF5667C9}"/>
              </a:ext>
            </a:extLst>
          </p:cNvPr>
          <p:cNvSpPr txBox="1"/>
          <p:nvPr/>
        </p:nvSpPr>
        <p:spPr>
          <a:xfrm>
            <a:off x="4456975" y="1046411"/>
            <a:ext cx="101453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379FE14-3B99-5A3C-D4E0-4F93A7F130F4}"/>
              </a:ext>
            </a:extLst>
          </p:cNvPr>
          <p:cNvSpPr txBox="1"/>
          <p:nvPr/>
        </p:nvSpPr>
        <p:spPr>
          <a:xfrm>
            <a:off x="4577539" y="2048212"/>
            <a:ext cx="647957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DM01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68EB3B7-F83D-FEBF-0179-B56952095C59}"/>
              </a:ext>
            </a:extLst>
          </p:cNvPr>
          <p:cNvSpPr/>
          <p:nvPr/>
        </p:nvSpPr>
        <p:spPr>
          <a:xfrm>
            <a:off x="8432825" y="1929773"/>
            <a:ext cx="1372491" cy="5449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_tradnl" sz="900" b="1">
                <a:solidFill>
                  <a:schemeClr val="tx1"/>
                </a:solidFill>
                <a:latin typeface="Arial Nova" panose="020B0504020202020204" pitchFamily="34" charset="0"/>
              </a:rPr>
              <a:t>Datos maestros de artículos (no inventariables)</a:t>
            </a: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C415E642-5D57-17BD-713A-059ED5250F29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 flipV="1">
            <a:off x="5225496" y="2202244"/>
            <a:ext cx="3207329" cy="11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AEA3441-D8C7-A392-79F9-97FA547E4292}"/>
              </a:ext>
            </a:extLst>
          </p:cNvPr>
          <p:cNvSpPr txBox="1"/>
          <p:nvPr/>
        </p:nvSpPr>
        <p:spPr>
          <a:xfrm>
            <a:off x="9733109" y="3969625"/>
            <a:ext cx="134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8F21DFA-3AEC-3445-1EB6-DF5C13775C1A}"/>
              </a:ext>
            </a:extLst>
          </p:cNvPr>
          <p:cNvSpPr txBox="1"/>
          <p:nvPr/>
        </p:nvSpPr>
        <p:spPr>
          <a:xfrm>
            <a:off x="9733109" y="5212811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FE8B11D-5F30-4E70-37A7-78B09C74777B}"/>
              </a:ext>
            </a:extLst>
          </p:cNvPr>
          <p:cNvSpPr txBox="1"/>
          <p:nvPr/>
        </p:nvSpPr>
        <p:spPr>
          <a:xfrm>
            <a:off x="10513074" y="2130012"/>
            <a:ext cx="141811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Nota:</a:t>
            </a:r>
          </a:p>
          <a:p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Este escenario crea una nueva factura, por tanto, se utilizarán los escenarios de ventas definidos en la nueva arquitectura</a:t>
            </a:r>
          </a:p>
          <a:p>
            <a:pPr marL="228600" indent="-228600">
              <a:buAutoNum type="alphaLcParenR"/>
            </a:pPr>
            <a:endParaRPr lang="es-ES_tradnl" sz="800">
              <a:latin typeface="Arial Nova" panose="020B0504020202020204" pitchFamily="34" charset="0"/>
            </a:endParaRPr>
          </a:p>
          <a:p>
            <a:pPr marL="228600" indent="-228600">
              <a:buAutoNum type="alphaLcParenR"/>
            </a:pPr>
            <a:r>
              <a:rPr lang="es-ES_tradnl" sz="800">
                <a:latin typeface="Arial Nova" panose="020B0504020202020204" pitchFamily="34" charset="0"/>
              </a:rPr>
              <a:t>La factura de mercadería utilizará artículos no inventariables</a:t>
            </a:r>
          </a:p>
          <a:p>
            <a:endParaRPr lang="es-ES_tradnl" sz="700">
              <a:latin typeface="Arial Nova" panose="020B0504020202020204" pitchFamily="34" charset="0"/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36301B1-833C-8A95-69E6-90682A7354A0}"/>
              </a:ext>
            </a:extLst>
          </p:cNvPr>
          <p:cNvSpPr txBox="1"/>
          <p:nvPr/>
        </p:nvSpPr>
        <p:spPr>
          <a:xfrm>
            <a:off x="9958067" y="4544191"/>
            <a:ext cx="955964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98" name="Conector angular 97">
            <a:extLst>
              <a:ext uri="{FF2B5EF4-FFF2-40B4-BE49-F238E27FC236}">
                <a16:creationId xmlns:a16="http://schemas.microsoft.com/office/drawing/2014/main" id="{B4E9A9DE-A1DF-800D-3159-BE014DAADE75}"/>
              </a:ext>
            </a:extLst>
          </p:cNvPr>
          <p:cNvCxnSpPr>
            <a:cxnSpLocks/>
            <a:stCxn id="4" idx="3"/>
            <a:endCxn id="96" idx="0"/>
          </p:cNvCxnSpPr>
          <p:nvPr/>
        </p:nvCxnSpPr>
        <p:spPr>
          <a:xfrm>
            <a:off x="9786568" y="4421770"/>
            <a:ext cx="649481" cy="1224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angular 99">
            <a:extLst>
              <a:ext uri="{FF2B5EF4-FFF2-40B4-BE49-F238E27FC236}">
                <a16:creationId xmlns:a16="http://schemas.microsoft.com/office/drawing/2014/main" id="{E54E9DBF-3836-69A8-127F-4788DE21BE1F}"/>
              </a:ext>
            </a:extLst>
          </p:cNvPr>
          <p:cNvCxnSpPr>
            <a:cxnSpLocks/>
            <a:stCxn id="39" idx="3"/>
            <a:endCxn id="96" idx="2"/>
          </p:cNvCxnSpPr>
          <p:nvPr/>
        </p:nvCxnSpPr>
        <p:spPr>
          <a:xfrm flipV="1">
            <a:off x="9786569" y="4875391"/>
            <a:ext cx="649480" cy="3481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7203B0-0EAE-3483-5027-2213146049C2}"/>
              </a:ext>
            </a:extLst>
          </p:cNvPr>
          <p:cNvSpPr txBox="1"/>
          <p:nvPr/>
        </p:nvSpPr>
        <p:spPr>
          <a:xfrm>
            <a:off x="5633225" y="4405567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4 transacciones en 1 mensaje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D7662BF-C3F7-8F57-ADEB-6CB581F2A5E7}"/>
              </a:ext>
            </a:extLst>
          </p:cNvPr>
          <p:cNvSpPr txBox="1"/>
          <p:nvPr/>
        </p:nvSpPr>
        <p:spPr>
          <a:xfrm>
            <a:off x="10888953" y="4097867"/>
            <a:ext cx="111900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"Se actualiza en asiento contable el folio, fecha u otros campos tanto del Credilana involucrado como de la Nota de Crédito (Bonificación Financiamiento) que la detona"</a:t>
            </a:r>
          </a:p>
        </p:txBody>
      </p:sp>
      <p:sp>
        <p:nvSpPr>
          <p:cNvPr id="23" name="CuadroTexto 118">
            <a:extLst>
              <a:ext uri="{FF2B5EF4-FFF2-40B4-BE49-F238E27FC236}">
                <a16:creationId xmlns:a16="http://schemas.microsoft.com/office/drawing/2014/main" id="{DDB3B9A3-61DA-ED63-6F23-36FA286926CA}"/>
              </a:ext>
            </a:extLst>
          </p:cNvPr>
          <p:cNvSpPr txBox="1"/>
          <p:nvPr/>
        </p:nvSpPr>
        <p:spPr>
          <a:xfrm>
            <a:off x="10888953" y="573709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26" name="CuadroTexto 118">
            <a:extLst>
              <a:ext uri="{FF2B5EF4-FFF2-40B4-BE49-F238E27FC236}">
                <a16:creationId xmlns:a16="http://schemas.microsoft.com/office/drawing/2014/main" id="{4918D37B-F1AB-EBB6-AEDD-EF7B61BF48D6}"/>
              </a:ext>
            </a:extLst>
          </p:cNvPr>
          <p:cNvSpPr txBox="1"/>
          <p:nvPr/>
        </p:nvSpPr>
        <p:spPr>
          <a:xfrm>
            <a:off x="10909851" y="152205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37675428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0C65-0BED-04F5-8937-27F344BD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D807530-BA64-B2E2-BE05-608C56434296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0CFA135-1872-ACA1-0368-BD2ECFEACD3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63EAC26-D81B-FA5F-114F-1F3DF85B800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1EF9541-9DA3-372C-EE57-32D4390C2E2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6408FF2-3C9E-6169-9696-A19050D3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312C0FC5-A3C3-6926-E674-91451C232D2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009279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958F-3767-CE3C-3DCA-D7036379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ángulo 122">
            <a:extLst>
              <a:ext uri="{FF2B5EF4-FFF2-40B4-BE49-F238E27FC236}">
                <a16:creationId xmlns:a16="http://schemas.microsoft.com/office/drawing/2014/main" id="{A42C341A-ACE9-4C25-A7EC-E0B0D432FDBE}"/>
              </a:ext>
            </a:extLst>
          </p:cNvPr>
          <p:cNvSpPr/>
          <p:nvPr/>
        </p:nvSpPr>
        <p:spPr>
          <a:xfrm>
            <a:off x="1882684" y="2020872"/>
            <a:ext cx="1760572" cy="4312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81379340-BC74-64B8-CC29-EDEB0EF9745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74F2284-185F-D1CE-BB58-F679B1457B11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A701FA6-1EBE-CECC-47F0-15DE6FC6E470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AB20D91-B494-A1C6-2465-C04F198C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C298A5F-81CC-BEC2-F3D9-EF1112AFCA86}"/>
              </a:ext>
            </a:extLst>
          </p:cNvPr>
          <p:cNvSpPr/>
          <p:nvPr/>
        </p:nvSpPr>
        <p:spPr>
          <a:xfrm>
            <a:off x="5597875" y="1615680"/>
            <a:ext cx="147312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74543F-B337-E882-FF76-536E68F2ECF2}"/>
              </a:ext>
            </a:extLst>
          </p:cNvPr>
          <p:cNvSpPr/>
          <p:nvPr/>
        </p:nvSpPr>
        <p:spPr>
          <a:xfrm>
            <a:off x="7169812" y="1615680"/>
            <a:ext cx="486923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490BA1-E8F8-8539-4D7C-363A736BB0BA}"/>
              </a:ext>
            </a:extLst>
          </p:cNvPr>
          <p:cNvSpPr/>
          <p:nvPr/>
        </p:nvSpPr>
        <p:spPr>
          <a:xfrm>
            <a:off x="1767666" y="1615680"/>
            <a:ext cx="1951968" cy="477902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192EA10-B48D-1DF1-BC59-2ACDFD1DB909}"/>
              </a:ext>
            </a:extLst>
          </p:cNvPr>
          <p:cNvSpPr txBox="1"/>
          <p:nvPr/>
        </p:nvSpPr>
        <p:spPr>
          <a:xfrm>
            <a:off x="5621651" y="1283916"/>
            <a:ext cx="6417390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708D979-6197-093C-FCE9-BFB5194115DC}"/>
              </a:ext>
            </a:extLst>
          </p:cNvPr>
          <p:cNvSpPr txBox="1"/>
          <p:nvPr/>
        </p:nvSpPr>
        <p:spPr>
          <a:xfrm>
            <a:off x="269298" y="6531229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ECC0120-D2E2-6578-E680-7EFE434FAF37}"/>
              </a:ext>
            </a:extLst>
          </p:cNvPr>
          <p:cNvSpPr/>
          <p:nvPr/>
        </p:nvSpPr>
        <p:spPr>
          <a:xfrm>
            <a:off x="909000" y="438480"/>
            <a:ext cx="9685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Reversa </a:t>
            </a:r>
            <a:r>
              <a:rPr lang="es-MX" sz="2000" b="1" spc="-1">
                <a:latin typeface="Arial"/>
              </a:rPr>
              <a:t>Mercaderías</a:t>
            </a:r>
            <a:r>
              <a:rPr lang="es-MX" sz="2000" b="1" spc="-1">
                <a:latin typeface="Arial Nova" panose="020B0504020202020204" pitchFamily="34" charset="0"/>
              </a:rPr>
              <a:t> - Nota de crédito Convenio RD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11385F-E207-DB97-EF96-81B12EFE0166}"/>
              </a:ext>
            </a:extLst>
          </p:cNvPr>
          <p:cNvSpPr/>
          <p:nvPr/>
        </p:nvSpPr>
        <p:spPr>
          <a:xfrm>
            <a:off x="2083198" y="3447123"/>
            <a:ext cx="1316202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de la distribución del importe de la nota de crédito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A2146CE-9533-D15D-A2D0-EA3AD4572F22}"/>
              </a:ext>
            </a:extLst>
          </p:cNvPr>
          <p:cNvCxnSpPr>
            <a:cxnSpLocks/>
            <a:stCxn id="21" idx="3"/>
            <a:endCxn id="10" idx="1"/>
          </p:cNvCxnSpPr>
          <p:nvPr/>
        </p:nvCxnSpPr>
        <p:spPr>
          <a:xfrm flipV="1">
            <a:off x="1362191" y="3729904"/>
            <a:ext cx="721007" cy="2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FDF3C22-24D9-6B7C-59D0-8C339FFC9F26}"/>
              </a:ext>
            </a:extLst>
          </p:cNvPr>
          <p:cNvSpPr txBox="1"/>
          <p:nvPr/>
        </p:nvSpPr>
        <p:spPr>
          <a:xfrm>
            <a:off x="5982301" y="3564855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PV02_M-NCR</a:t>
            </a:r>
          </a:p>
        </p:txBody>
      </p:sp>
      <p:sp>
        <p:nvSpPr>
          <p:cNvPr id="28" name="CuadroTexto 118">
            <a:extLst>
              <a:ext uri="{FF2B5EF4-FFF2-40B4-BE49-F238E27FC236}">
                <a16:creationId xmlns:a16="http://schemas.microsoft.com/office/drawing/2014/main" id="{57926219-7C17-7746-31B4-60DA507FB006}"/>
              </a:ext>
            </a:extLst>
          </p:cNvPr>
          <p:cNvSpPr txBox="1"/>
          <p:nvPr/>
        </p:nvSpPr>
        <p:spPr>
          <a:xfrm>
            <a:off x="7574935" y="4420783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29" name="Conector: angular 12">
            <a:extLst>
              <a:ext uri="{FF2B5EF4-FFF2-40B4-BE49-F238E27FC236}">
                <a16:creationId xmlns:a16="http://schemas.microsoft.com/office/drawing/2014/main" id="{E6ECB1B0-6F4C-693B-7803-460BEE4F7960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 rot="16200000" flipH="1">
            <a:off x="4864068" y="1889916"/>
            <a:ext cx="588098" cy="4833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83CB1C4A-B440-1616-8D16-21A6594C1081}"/>
              </a:ext>
            </a:extLst>
          </p:cNvPr>
          <p:cNvSpPr/>
          <p:nvPr/>
        </p:nvSpPr>
        <p:spPr>
          <a:xfrm>
            <a:off x="9144903" y="4457026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32" name="Conector: angular 12">
            <a:extLst>
              <a:ext uri="{FF2B5EF4-FFF2-40B4-BE49-F238E27FC236}">
                <a16:creationId xmlns:a16="http://schemas.microsoft.com/office/drawing/2014/main" id="{1105124E-BFE4-B353-BA86-C80838D5C064}"/>
              </a:ext>
            </a:extLst>
          </p:cNvPr>
          <p:cNvCxnSpPr>
            <a:cxnSpLocks/>
            <a:stCxn id="28" idx="3"/>
            <a:endCxn id="31" idx="5"/>
          </p:cNvCxnSpPr>
          <p:nvPr/>
        </p:nvCxnSpPr>
        <p:spPr>
          <a:xfrm>
            <a:off x="8654935" y="4600783"/>
            <a:ext cx="526197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19FC6F3-F92A-C208-FDE7-68EE50A0EEA7}"/>
              </a:ext>
            </a:extLst>
          </p:cNvPr>
          <p:cNvSpPr txBox="1"/>
          <p:nvPr/>
        </p:nvSpPr>
        <p:spPr>
          <a:xfrm>
            <a:off x="1767664" y="1283916"/>
            <a:ext cx="19519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7944E7-F307-1527-8076-3245DC11D605}"/>
              </a:ext>
            </a:extLst>
          </p:cNvPr>
          <p:cNvSpPr/>
          <p:nvPr/>
        </p:nvSpPr>
        <p:spPr>
          <a:xfrm>
            <a:off x="142801" y="1615680"/>
            <a:ext cx="1533219" cy="47799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C60179F-4B9C-9DD3-C34A-38DD08C099E9}"/>
              </a:ext>
            </a:extLst>
          </p:cNvPr>
          <p:cNvSpPr txBox="1"/>
          <p:nvPr/>
        </p:nvSpPr>
        <p:spPr>
          <a:xfrm>
            <a:off x="142800" y="1283916"/>
            <a:ext cx="144969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29DF5B4-3257-9783-BB39-4DE1531B5271}"/>
              </a:ext>
            </a:extLst>
          </p:cNvPr>
          <p:cNvSpPr/>
          <p:nvPr/>
        </p:nvSpPr>
        <p:spPr>
          <a:xfrm>
            <a:off x="3819755" y="1615680"/>
            <a:ext cx="167930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23F3263-7631-1A53-D97A-401A47D7843A}"/>
              </a:ext>
            </a:extLst>
          </p:cNvPr>
          <p:cNvSpPr txBox="1"/>
          <p:nvPr/>
        </p:nvSpPr>
        <p:spPr>
          <a:xfrm>
            <a:off x="3819754" y="1283916"/>
            <a:ext cx="1701775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SAP HANA CLOUD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6E393CD-5869-3FC1-FB76-B98A8847504A}"/>
              </a:ext>
            </a:extLst>
          </p:cNvPr>
          <p:cNvSpPr txBox="1"/>
          <p:nvPr/>
        </p:nvSpPr>
        <p:spPr>
          <a:xfrm>
            <a:off x="7574935" y="3567336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PV02_M-NCR-FI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64579C1-4711-A210-92F1-024FFEA3BB4F}"/>
              </a:ext>
            </a:extLst>
          </p:cNvPr>
          <p:cNvSpPr/>
          <p:nvPr/>
        </p:nvSpPr>
        <p:spPr>
          <a:xfrm>
            <a:off x="306951" y="3449986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44" name="Diagrama de flujo: documento 3">
            <a:extLst>
              <a:ext uri="{FF2B5EF4-FFF2-40B4-BE49-F238E27FC236}">
                <a16:creationId xmlns:a16="http://schemas.microsoft.com/office/drawing/2014/main" id="{08381804-E9B1-D43A-D502-7C2D27594E7A}"/>
              </a:ext>
            </a:extLst>
          </p:cNvPr>
          <p:cNvSpPr/>
          <p:nvPr/>
        </p:nvSpPr>
        <p:spPr>
          <a:xfrm>
            <a:off x="10105752" y="3433333"/>
            <a:ext cx="992193" cy="61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60" name="Paralelogramo 59">
            <a:extLst>
              <a:ext uri="{FF2B5EF4-FFF2-40B4-BE49-F238E27FC236}">
                <a16:creationId xmlns:a16="http://schemas.microsoft.com/office/drawing/2014/main" id="{9A01ACE8-2A4B-22B5-840E-98958AE9DE5E}"/>
              </a:ext>
            </a:extLst>
          </p:cNvPr>
          <p:cNvSpPr/>
          <p:nvPr/>
        </p:nvSpPr>
        <p:spPr>
          <a:xfrm>
            <a:off x="9181207" y="2278152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774C23B3-32BD-65D5-D26F-E69199E14346}"/>
              </a:ext>
            </a:extLst>
          </p:cNvPr>
          <p:cNvCxnSpPr>
            <a:cxnSpLocks/>
            <a:stCxn id="65" idx="3"/>
            <a:endCxn id="60" idx="5"/>
          </p:cNvCxnSpPr>
          <p:nvPr/>
        </p:nvCxnSpPr>
        <p:spPr>
          <a:xfrm flipV="1">
            <a:off x="8654935" y="2423068"/>
            <a:ext cx="562501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4F5191F5-0432-51C3-E15E-B3FF95897067}"/>
              </a:ext>
            </a:extLst>
          </p:cNvPr>
          <p:cNvSpPr txBox="1"/>
          <p:nvPr/>
        </p:nvSpPr>
        <p:spPr>
          <a:xfrm>
            <a:off x="7574935" y="2243130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68" name="Conector angular 67">
            <a:extLst>
              <a:ext uri="{FF2B5EF4-FFF2-40B4-BE49-F238E27FC236}">
                <a16:creationId xmlns:a16="http://schemas.microsoft.com/office/drawing/2014/main" id="{A85729C9-183A-4E8F-3125-4A8233AE78F1}"/>
              </a:ext>
            </a:extLst>
          </p:cNvPr>
          <p:cNvCxnSpPr>
            <a:cxnSpLocks/>
            <a:stCxn id="10" idx="0"/>
            <a:endCxn id="65" idx="1"/>
          </p:cNvCxnSpPr>
          <p:nvPr/>
        </p:nvCxnSpPr>
        <p:spPr>
          <a:xfrm rot="5400000" flipH="1" flipV="1">
            <a:off x="4646121" y="518309"/>
            <a:ext cx="1023993" cy="4833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BA5DE8DA-1965-84A8-BD1A-F5AE1CE328A5}"/>
              </a:ext>
            </a:extLst>
          </p:cNvPr>
          <p:cNvSpPr/>
          <p:nvPr/>
        </p:nvSpPr>
        <p:spPr>
          <a:xfrm>
            <a:off x="4125488" y="2672179"/>
            <a:ext cx="1245502" cy="352102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75" name="Conector angular 74">
            <a:extLst>
              <a:ext uri="{FF2B5EF4-FFF2-40B4-BE49-F238E27FC236}">
                <a16:creationId xmlns:a16="http://schemas.microsoft.com/office/drawing/2014/main" id="{256DD4C4-02E9-C2CF-A461-FC00BB97BF46}"/>
              </a:ext>
            </a:extLst>
          </p:cNvPr>
          <p:cNvCxnSpPr>
            <a:cxnSpLocks/>
            <a:stCxn id="10" idx="0"/>
            <a:endCxn id="11" idx="5"/>
          </p:cNvCxnSpPr>
          <p:nvPr/>
        </p:nvCxnSpPr>
        <p:spPr>
          <a:xfrm rot="5400000" flipH="1" flipV="1">
            <a:off x="3155954" y="2433576"/>
            <a:ext cx="598893" cy="14282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angular 105">
            <a:extLst>
              <a:ext uri="{FF2B5EF4-FFF2-40B4-BE49-F238E27FC236}">
                <a16:creationId xmlns:a16="http://schemas.microsoft.com/office/drawing/2014/main" id="{2AA64763-888B-BD2C-C9FF-064625B83180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3399400" y="3729904"/>
            <a:ext cx="2582901" cy="5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B93CA7C-3F7B-CFFA-9F09-A33F01C64108}"/>
              </a:ext>
            </a:extLst>
          </p:cNvPr>
          <p:cNvCxnSpPr>
            <a:stCxn id="15" idx="3"/>
            <a:endCxn id="44" idx="1"/>
          </p:cNvCxnSpPr>
          <p:nvPr/>
        </p:nvCxnSpPr>
        <p:spPr>
          <a:xfrm>
            <a:off x="8654935" y="3732936"/>
            <a:ext cx="1450817" cy="6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C51111BD-E7E5-3282-2257-9FF04CC8AE0A}"/>
              </a:ext>
            </a:extLst>
          </p:cNvPr>
          <p:cNvCxnSpPr>
            <a:stCxn id="8" idx="3"/>
            <a:endCxn id="15" idx="1"/>
          </p:cNvCxnSpPr>
          <p:nvPr/>
        </p:nvCxnSpPr>
        <p:spPr>
          <a:xfrm>
            <a:off x="6856378" y="3730455"/>
            <a:ext cx="718557" cy="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879E73F8-0602-8544-B1BE-D16E5DE86BEB}"/>
              </a:ext>
            </a:extLst>
          </p:cNvPr>
          <p:cNvSpPr txBox="1"/>
          <p:nvPr/>
        </p:nvSpPr>
        <p:spPr>
          <a:xfrm>
            <a:off x="9370511" y="427451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17" name="CuadroTexto 118">
            <a:extLst>
              <a:ext uri="{FF2B5EF4-FFF2-40B4-BE49-F238E27FC236}">
                <a16:creationId xmlns:a16="http://schemas.microsoft.com/office/drawing/2014/main" id="{161CA836-C27F-DB64-1A37-B5A36F9D5E60}"/>
              </a:ext>
            </a:extLst>
          </p:cNvPr>
          <p:cNvSpPr txBox="1"/>
          <p:nvPr/>
        </p:nvSpPr>
        <p:spPr>
          <a:xfrm>
            <a:off x="9409937" y="2095826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149450405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BAC8-1D6F-A779-591B-A5D1E5E5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E075CB56-B6CF-E935-3488-E3656145E3F0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A0E2959D-171A-F478-FB1F-A5825B961D32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373EC9D-0F3E-3FF7-3B2D-AFEBD1A1E22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5DC8575-2D71-0871-EEB0-C6176B0FBB3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2756E35-1827-97B1-7CB2-E80FDA9E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84DD1C90-804D-95C7-B78D-14AFD93C11F5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729124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4897-A87D-EE98-ED43-3F7F312A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EF30DDD2-8F77-F396-FB2E-9371D94ED6C1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5776231-2A54-D5A7-1BD3-96E5BF73B6B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04797EE-B308-944D-3DDE-50BEF7541E7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00A7423-B1FC-08CA-1ED9-CBD98B77D51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E573984-E105-938A-480E-6CE59E82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ADFA4C1-46EC-9B5E-323A-55BD887555F5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BB0385-9EA2-897C-3FB6-5245BD04E3BC}"/>
              </a:ext>
            </a:extLst>
          </p:cNvPr>
          <p:cNvSpPr/>
          <p:nvPr/>
        </p:nvSpPr>
        <p:spPr>
          <a:xfrm>
            <a:off x="7717520" y="1587661"/>
            <a:ext cx="435484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6E5EC-1238-D24D-DF5E-75510F2E3EC1}"/>
              </a:ext>
            </a:extLst>
          </p:cNvPr>
          <p:cNvSpPr/>
          <p:nvPr/>
        </p:nvSpPr>
        <p:spPr>
          <a:xfrm>
            <a:off x="6052937" y="1615680"/>
            <a:ext cx="154622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BB11F-371E-D4E6-B199-D4105B95B1EF}"/>
              </a:ext>
            </a:extLst>
          </p:cNvPr>
          <p:cNvSpPr txBox="1"/>
          <p:nvPr/>
        </p:nvSpPr>
        <p:spPr>
          <a:xfrm>
            <a:off x="7717517" y="1263736"/>
            <a:ext cx="4321523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E7ACF2-D11C-419B-1E3A-B12092E72735}"/>
              </a:ext>
            </a:extLst>
          </p:cNvPr>
          <p:cNvSpPr txBox="1"/>
          <p:nvPr/>
        </p:nvSpPr>
        <p:spPr>
          <a:xfrm>
            <a:off x="6052936" y="1263736"/>
            <a:ext cx="1546223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3EFB894-490C-26BA-748E-C0681E805503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CA26D302-7D00-2EA2-E7B5-CFE39F347CB0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Credilanas Adjudicaciones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328598-D1C1-7FA1-A808-7052D4318BD7}"/>
              </a:ext>
            </a:extLst>
          </p:cNvPr>
          <p:cNvSpPr txBox="1"/>
          <p:nvPr/>
        </p:nvSpPr>
        <p:spPr>
          <a:xfrm>
            <a:off x="8031257" y="216943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5BFD65-4B3D-6E42-9684-9674961E76E8}"/>
              </a:ext>
            </a:extLst>
          </p:cNvPr>
          <p:cNvSpPr/>
          <p:nvPr/>
        </p:nvSpPr>
        <p:spPr>
          <a:xfrm>
            <a:off x="9609531" y="211904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48" name="Paralelogramo 47">
            <a:extLst>
              <a:ext uri="{FF2B5EF4-FFF2-40B4-BE49-F238E27FC236}">
                <a16:creationId xmlns:a16="http://schemas.microsoft.com/office/drawing/2014/main" id="{115CC494-A4AC-C8E0-AC91-53B6529B8E6F}"/>
              </a:ext>
            </a:extLst>
          </p:cNvPr>
          <p:cNvSpPr/>
          <p:nvPr/>
        </p:nvSpPr>
        <p:spPr>
          <a:xfrm>
            <a:off x="10139029" y="3556627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B15FC3F-BCDB-A1E8-8411-7AD54A8B5246}"/>
              </a:ext>
            </a:extLst>
          </p:cNvPr>
          <p:cNvSpPr txBox="1"/>
          <p:nvPr/>
        </p:nvSpPr>
        <p:spPr>
          <a:xfrm>
            <a:off x="8031257" y="3535361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0883E2DC-E6F6-891A-1BBD-FE4B63869626}"/>
              </a:ext>
            </a:extLst>
          </p:cNvPr>
          <p:cNvSpPr/>
          <p:nvPr/>
        </p:nvSpPr>
        <p:spPr>
          <a:xfrm>
            <a:off x="4729567" y="5661077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D9B5CD-7E58-2D0B-7423-2D2738F90345}"/>
              </a:ext>
            </a:extLst>
          </p:cNvPr>
          <p:cNvSpPr/>
          <p:nvPr/>
        </p:nvSpPr>
        <p:spPr>
          <a:xfrm>
            <a:off x="374833" y="2288511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E77C61-F116-A0A9-088C-EA9953DC8485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5E142C2-900C-B6C3-2A2D-6F348785D55B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854E2E4B-1FCB-1D49-6DC8-B3F8AB1FD3D7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5641663" y="2335034"/>
            <a:ext cx="2389594" cy="2392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angular 23">
            <a:extLst>
              <a:ext uri="{FF2B5EF4-FFF2-40B4-BE49-F238E27FC236}">
                <a16:creationId xmlns:a16="http://schemas.microsoft.com/office/drawing/2014/main" id="{786A3B57-CDC2-814D-BDDB-20725F5B08AB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5641663" y="2574301"/>
            <a:ext cx="2389594" cy="11266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B458D3C-8060-CDC8-AB7E-03F8547880C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111257" y="2335034"/>
            <a:ext cx="498274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4E1192E-351A-D1F1-5C0A-B1547E220F28}"/>
              </a:ext>
            </a:extLst>
          </p:cNvPr>
          <p:cNvCxnSpPr>
            <a:cxnSpLocks/>
            <a:stCxn id="50" idx="3"/>
            <a:endCxn id="48" idx="5"/>
          </p:cNvCxnSpPr>
          <p:nvPr/>
        </p:nvCxnSpPr>
        <p:spPr>
          <a:xfrm>
            <a:off x="9111257" y="3700961"/>
            <a:ext cx="1065320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3B5802-C5EE-DD94-6167-646DD8267EF6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4AD173-12AE-658E-DB9F-1B9345581AED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E8F51FB-04C9-5C20-64FF-BD9079228987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737140C-77B1-3A7B-DBF0-4292362FF514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CBCB5F27-DA9F-9C22-A2CE-C1CA2B8E43DC}"/>
              </a:ext>
            </a:extLst>
          </p:cNvPr>
          <p:cNvSpPr/>
          <p:nvPr/>
        </p:nvSpPr>
        <p:spPr>
          <a:xfrm>
            <a:off x="2507557" y="2000270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9CD4B82B-60DF-6AE5-7E8D-B61E0048004D}"/>
              </a:ext>
            </a:extLst>
          </p:cNvPr>
          <p:cNvCxnSpPr>
            <a:cxnSpLocks/>
            <a:stCxn id="4" idx="3"/>
            <a:endCxn id="7" idx="4"/>
          </p:cNvCxnSpPr>
          <p:nvPr/>
        </p:nvCxnSpPr>
        <p:spPr>
          <a:xfrm flipV="1">
            <a:off x="1602148" y="2300650"/>
            <a:ext cx="1399068" cy="2706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D2EC5AA-474D-C959-874A-E834D32B98D7}"/>
              </a:ext>
            </a:extLst>
          </p:cNvPr>
          <p:cNvSpPr/>
          <p:nvPr/>
        </p:nvSpPr>
        <p:spPr>
          <a:xfrm>
            <a:off x="4200923" y="2358301"/>
            <a:ext cx="1440740" cy="43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Obtener documentos creados </a:t>
            </a:r>
          </a:p>
        </p:txBody>
      </p:sp>
      <p:cxnSp>
        <p:nvCxnSpPr>
          <p:cNvPr id="31" name="Conector angular 9">
            <a:extLst>
              <a:ext uri="{FF2B5EF4-FFF2-40B4-BE49-F238E27FC236}">
                <a16:creationId xmlns:a16="http://schemas.microsoft.com/office/drawing/2014/main" id="{BBD6050B-90B8-242D-557F-A8312B44587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02148" y="2571292"/>
            <a:ext cx="2598775" cy="30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256B82F-4B0E-4AF7-9930-23C8DF3156F8}"/>
              </a:ext>
            </a:extLst>
          </p:cNvPr>
          <p:cNvSpPr txBox="1"/>
          <p:nvPr/>
        </p:nvSpPr>
        <p:spPr>
          <a:xfrm>
            <a:off x="9312275" y="2512528"/>
            <a:ext cx="2637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11" name="CuadroTexto 118">
            <a:extLst>
              <a:ext uri="{FF2B5EF4-FFF2-40B4-BE49-F238E27FC236}">
                <a16:creationId xmlns:a16="http://schemas.microsoft.com/office/drawing/2014/main" id="{985C777B-2743-55C6-8F2C-FA5AB3CC5770}"/>
              </a:ext>
            </a:extLst>
          </p:cNvPr>
          <p:cNvSpPr txBox="1"/>
          <p:nvPr/>
        </p:nvSpPr>
        <p:spPr>
          <a:xfrm>
            <a:off x="10519458" y="337125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C161988-2698-3363-2CEE-0C80E8D85F2B}"/>
              </a:ext>
            </a:extLst>
          </p:cNvPr>
          <p:cNvSpPr/>
          <p:nvPr/>
        </p:nvSpPr>
        <p:spPr>
          <a:xfrm>
            <a:off x="4200923" y="3975506"/>
            <a:ext cx="1440739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Importe Cobro Parcialidad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B6DFB9E-8B51-A724-81C6-C49592A7102D}"/>
              </a:ext>
            </a:extLst>
          </p:cNvPr>
          <p:cNvSpPr txBox="1"/>
          <p:nvPr/>
        </p:nvSpPr>
        <p:spPr>
          <a:xfrm>
            <a:off x="6312229" y="402753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411516F-8B8F-12CC-DEBE-E4E218D3F201}"/>
              </a:ext>
            </a:extLst>
          </p:cNvPr>
          <p:cNvSpPr txBox="1"/>
          <p:nvPr/>
        </p:nvSpPr>
        <p:spPr>
          <a:xfrm>
            <a:off x="8031257" y="4027535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F31BDF-27F8-72F8-2FB7-A4046B79C9FA}"/>
              </a:ext>
            </a:extLst>
          </p:cNvPr>
          <p:cNvSpPr/>
          <p:nvPr/>
        </p:nvSpPr>
        <p:spPr>
          <a:xfrm>
            <a:off x="9609531" y="3969499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1A49D2C-092A-F379-AF68-5E465C656476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7392229" y="4189535"/>
            <a:ext cx="639028" cy="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EBEE938-3FB0-8CE0-4C1E-466BD07A52A2}"/>
              </a:ext>
            </a:extLst>
          </p:cNvPr>
          <p:cNvCxnSpPr>
            <a:stCxn id="22" idx="3"/>
            <a:endCxn id="26" idx="1"/>
          </p:cNvCxnSpPr>
          <p:nvPr/>
        </p:nvCxnSpPr>
        <p:spPr>
          <a:xfrm flipV="1">
            <a:off x="9111257" y="4185499"/>
            <a:ext cx="498274" cy="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5943470-52A0-9F17-D641-B7EF7A5AD6BE}"/>
              </a:ext>
            </a:extLst>
          </p:cNvPr>
          <p:cNvSpPr txBox="1"/>
          <p:nvPr/>
        </p:nvSpPr>
        <p:spPr>
          <a:xfrm>
            <a:off x="9609531" y="4359532"/>
            <a:ext cx="108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Banco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AA21E1FA-220D-E7BE-920F-F95206072FEB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641662" y="4182506"/>
            <a:ext cx="670567" cy="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mbo 34">
            <a:extLst>
              <a:ext uri="{FF2B5EF4-FFF2-40B4-BE49-F238E27FC236}">
                <a16:creationId xmlns:a16="http://schemas.microsoft.com/office/drawing/2014/main" id="{0136A4F3-C353-1008-18B5-F2184AD613CF}"/>
              </a:ext>
            </a:extLst>
          </p:cNvPr>
          <p:cNvSpPr/>
          <p:nvPr/>
        </p:nvSpPr>
        <p:spPr>
          <a:xfrm>
            <a:off x="5701277" y="4068104"/>
            <a:ext cx="250372" cy="2428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13ED198-CB9C-E10B-403C-45759F5DDE76}"/>
              </a:ext>
            </a:extLst>
          </p:cNvPr>
          <p:cNvCxnSpPr>
            <a:stCxn id="5" idx="2"/>
            <a:endCxn id="20" idx="0"/>
          </p:cNvCxnSpPr>
          <p:nvPr/>
        </p:nvCxnSpPr>
        <p:spPr>
          <a:xfrm>
            <a:off x="4921293" y="2790301"/>
            <a:ext cx="0" cy="118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0983BF5E-AFCB-53F1-542D-9C45AEBBE46F}"/>
              </a:ext>
            </a:extLst>
          </p:cNvPr>
          <p:cNvCxnSpPr>
            <a:cxnSpLocks/>
            <a:stCxn id="20" idx="2"/>
            <a:endCxn id="61" idx="0"/>
          </p:cNvCxnSpPr>
          <p:nvPr/>
        </p:nvCxnSpPr>
        <p:spPr>
          <a:xfrm>
            <a:off x="4921293" y="4389506"/>
            <a:ext cx="894" cy="437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CAECE73-290F-7EE5-3CC0-185E7FF936CF}"/>
              </a:ext>
            </a:extLst>
          </p:cNvPr>
          <p:cNvSpPr txBox="1"/>
          <p:nvPr/>
        </p:nvSpPr>
        <p:spPr>
          <a:xfrm>
            <a:off x="10630996" y="3919056"/>
            <a:ext cx="142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caja"</a:t>
            </a:r>
          </a:p>
        </p:txBody>
      </p:sp>
      <p:sp>
        <p:nvSpPr>
          <p:cNvPr id="61" name="Rectángulo 63">
            <a:extLst>
              <a:ext uri="{FF2B5EF4-FFF2-40B4-BE49-F238E27FC236}">
                <a16:creationId xmlns:a16="http://schemas.microsoft.com/office/drawing/2014/main" id="{1F3A3107-EA02-8953-785B-999E0D60DB1C}"/>
              </a:ext>
            </a:extLst>
          </p:cNvPr>
          <p:cNvSpPr/>
          <p:nvPr/>
        </p:nvSpPr>
        <p:spPr>
          <a:xfrm>
            <a:off x="4202187" y="4827287"/>
            <a:ext cx="1440000" cy="5627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>
                <a:solidFill>
                  <a:schemeClr val="tx1"/>
                </a:solidFill>
              </a:rPr>
              <a:t>Reversa Importe </a:t>
            </a:r>
            <a:r>
              <a:rPr lang="es-MX" sz="900">
                <a:solidFill>
                  <a:schemeClr val="tx1"/>
                </a:solidFill>
              </a:rPr>
              <a:t>Interés</a:t>
            </a:r>
            <a:r>
              <a:rPr lang="es-MX" sz="800">
                <a:solidFill>
                  <a:schemeClr val="tx1"/>
                </a:solidFill>
              </a:rPr>
              <a:t> Cobrado</a:t>
            </a:r>
          </a:p>
          <a:p>
            <a:pPr algn="ctr"/>
            <a:r>
              <a:rPr lang="es-MX" sz="800">
                <a:solidFill>
                  <a:schemeClr val="tx1"/>
                </a:solidFill>
              </a:rPr>
              <a:t>(Dentro del Mes</a:t>
            </a:r>
            <a:r>
              <a:rPr lang="es-MX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2" name="CuadroTexto 56">
            <a:extLst>
              <a:ext uri="{FF2B5EF4-FFF2-40B4-BE49-F238E27FC236}">
                <a16:creationId xmlns:a16="http://schemas.microsoft.com/office/drawing/2014/main" id="{F33864EF-7D66-3E22-D010-9314D4573797}"/>
              </a:ext>
            </a:extLst>
          </p:cNvPr>
          <p:cNvSpPr txBox="1"/>
          <p:nvPr/>
        </p:nvSpPr>
        <p:spPr>
          <a:xfrm>
            <a:off x="6345104" y="4945228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PV02_CI-R</a:t>
            </a:r>
          </a:p>
        </p:txBody>
      </p:sp>
      <p:sp>
        <p:nvSpPr>
          <p:cNvPr id="63" name="Diagrama de flujo: documento 84">
            <a:extLst>
              <a:ext uri="{FF2B5EF4-FFF2-40B4-BE49-F238E27FC236}">
                <a16:creationId xmlns:a16="http://schemas.microsoft.com/office/drawing/2014/main" id="{51D10642-0465-BB4E-A7FB-A71580697FA6}"/>
              </a:ext>
            </a:extLst>
          </p:cNvPr>
          <p:cNvSpPr/>
          <p:nvPr/>
        </p:nvSpPr>
        <p:spPr>
          <a:xfrm>
            <a:off x="9609531" y="4788288"/>
            <a:ext cx="1080000" cy="64528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</a:rPr>
              <a:t>Nota Crédito Interés</a:t>
            </a:r>
          </a:p>
          <a:p>
            <a:pPr algn="ctr"/>
            <a:r>
              <a:rPr lang="es-MX" sz="900" b="1">
                <a:solidFill>
                  <a:schemeClr val="tx1"/>
                </a:solidFill>
              </a:rPr>
              <a:t>CFDI - PUE</a:t>
            </a:r>
          </a:p>
        </p:txBody>
      </p:sp>
      <p:sp>
        <p:nvSpPr>
          <p:cNvPr id="64" name="CuadroTexto 56">
            <a:extLst>
              <a:ext uri="{FF2B5EF4-FFF2-40B4-BE49-F238E27FC236}">
                <a16:creationId xmlns:a16="http://schemas.microsoft.com/office/drawing/2014/main" id="{5B3046EE-0BE8-AB94-C457-30670CDFE4B3}"/>
              </a:ext>
            </a:extLst>
          </p:cNvPr>
          <p:cNvSpPr txBox="1"/>
          <p:nvPr/>
        </p:nvSpPr>
        <p:spPr>
          <a:xfrm>
            <a:off x="8019289" y="494604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PV02_CI-FI-R</a:t>
            </a:r>
          </a:p>
        </p:txBody>
      </p:sp>
      <p:cxnSp>
        <p:nvCxnSpPr>
          <p:cNvPr id="65" name="Conector angular 71">
            <a:extLst>
              <a:ext uri="{FF2B5EF4-FFF2-40B4-BE49-F238E27FC236}">
                <a16:creationId xmlns:a16="http://schemas.microsoft.com/office/drawing/2014/main" id="{0CF2E824-D773-7137-72B4-C9021DED35FD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 flipV="1">
            <a:off x="5642187" y="5107228"/>
            <a:ext cx="702917" cy="14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1">
            <a:extLst>
              <a:ext uri="{FF2B5EF4-FFF2-40B4-BE49-F238E27FC236}">
                <a16:creationId xmlns:a16="http://schemas.microsoft.com/office/drawing/2014/main" id="{89D8FB36-62DA-5C06-63C6-ED10098822DC}"/>
              </a:ext>
            </a:extLst>
          </p:cNvPr>
          <p:cNvSpPr txBox="1"/>
          <p:nvPr/>
        </p:nvSpPr>
        <p:spPr>
          <a:xfrm>
            <a:off x="9609531" y="573889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7" name="CuadroTexto 65">
            <a:extLst>
              <a:ext uri="{FF2B5EF4-FFF2-40B4-BE49-F238E27FC236}">
                <a16:creationId xmlns:a16="http://schemas.microsoft.com/office/drawing/2014/main" id="{557334DD-54AD-862C-9BDD-A45D018BF8C7}"/>
              </a:ext>
            </a:extLst>
          </p:cNvPr>
          <p:cNvSpPr txBox="1"/>
          <p:nvPr/>
        </p:nvSpPr>
        <p:spPr>
          <a:xfrm>
            <a:off x="10645291" y="5581099"/>
            <a:ext cx="1393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 Cobro operativo que se reversa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FD16D1CF-A8FD-6812-6BD4-E8BD33C6198D}"/>
              </a:ext>
            </a:extLst>
          </p:cNvPr>
          <p:cNvSpPr txBox="1"/>
          <p:nvPr/>
        </p:nvSpPr>
        <p:spPr>
          <a:xfrm>
            <a:off x="10630996" y="4775453"/>
            <a:ext cx="1347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907D81E5-2CD8-9520-C88F-BE655261EDD6}"/>
              </a:ext>
            </a:extLst>
          </p:cNvPr>
          <p:cNvCxnSpPr>
            <a:stCxn id="63" idx="2"/>
            <a:endCxn id="66" idx="0"/>
          </p:cNvCxnSpPr>
          <p:nvPr/>
        </p:nvCxnSpPr>
        <p:spPr>
          <a:xfrm>
            <a:off x="10149531" y="5390915"/>
            <a:ext cx="0" cy="347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C08F78F8-47BC-BD03-59CC-D42317B1ABC6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>
            <a:off x="7425104" y="5107228"/>
            <a:ext cx="594185" cy="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998F300D-64B6-6CBA-1A57-DA8ABB447182}"/>
              </a:ext>
            </a:extLst>
          </p:cNvPr>
          <p:cNvCxnSpPr>
            <a:stCxn id="64" idx="3"/>
            <a:endCxn id="63" idx="1"/>
          </p:cNvCxnSpPr>
          <p:nvPr/>
        </p:nvCxnSpPr>
        <p:spPr>
          <a:xfrm>
            <a:off x="9099289" y="5108045"/>
            <a:ext cx="510242" cy="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78B51B0E-321C-D05A-F196-D4C6DFF6D697}"/>
              </a:ext>
            </a:extLst>
          </p:cNvPr>
          <p:cNvCxnSpPr>
            <a:cxnSpLocks/>
            <a:stCxn id="61" idx="2"/>
            <a:endCxn id="121" idx="0"/>
          </p:cNvCxnSpPr>
          <p:nvPr/>
        </p:nvCxnSpPr>
        <p:spPr>
          <a:xfrm>
            <a:off x="4922187" y="5390019"/>
            <a:ext cx="5380" cy="271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551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3D5C-5E04-0F0A-B253-2CAB4CAE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91D721D0-0509-0B26-F018-1CA06790714D}"/>
              </a:ext>
            </a:extLst>
          </p:cNvPr>
          <p:cNvSpPr/>
          <p:nvPr/>
        </p:nvSpPr>
        <p:spPr>
          <a:xfrm>
            <a:off x="476931" y="1882117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BC787F6-7886-9A6B-47CE-C521BCA766E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06B933C-04BF-D09D-947D-4724DBB1A48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17F2676-8603-FF54-AF87-19C4D202F07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15259D8-D335-E41D-A785-73437DD6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33B0923-6654-726A-D4C0-A894C00EA1BE}"/>
              </a:ext>
            </a:extLst>
          </p:cNvPr>
          <p:cNvSpPr/>
          <p:nvPr/>
        </p:nvSpPr>
        <p:spPr>
          <a:xfrm>
            <a:off x="6745318" y="1464578"/>
            <a:ext cx="532704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2E74785-B42E-A384-1C53-528D59C733B4}"/>
              </a:ext>
            </a:extLst>
          </p:cNvPr>
          <p:cNvSpPr/>
          <p:nvPr/>
        </p:nvSpPr>
        <p:spPr>
          <a:xfrm>
            <a:off x="2523408" y="1464578"/>
            <a:ext cx="176918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0F394E5-2537-34D9-8E6D-FFABA32518DB}"/>
              </a:ext>
            </a:extLst>
          </p:cNvPr>
          <p:cNvSpPr txBox="1"/>
          <p:nvPr/>
        </p:nvSpPr>
        <p:spPr>
          <a:xfrm>
            <a:off x="4434773" y="1096869"/>
            <a:ext cx="7604267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5FA2A6-51E0-91D2-8C01-23F1E74BF4EC}"/>
              </a:ext>
            </a:extLst>
          </p:cNvPr>
          <p:cNvSpPr txBox="1"/>
          <p:nvPr/>
        </p:nvSpPr>
        <p:spPr>
          <a:xfrm>
            <a:off x="2523407" y="1096869"/>
            <a:ext cx="176918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89B9837-6312-1E40-4010-75A51683C210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8A51F185-C364-E933-4796-EE5098AE51EF}"/>
              </a:ext>
            </a:extLst>
          </p:cNvPr>
          <p:cNvSpPr/>
          <p:nvPr/>
        </p:nvSpPr>
        <p:spPr>
          <a:xfrm>
            <a:off x="908999" y="438480"/>
            <a:ext cx="10174575" cy="3955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200" b="1" spc="-1">
                <a:latin typeface="Arial"/>
              </a:rPr>
              <a:t>Arquitectura – Reversa Cobros Credilanas Adjudicaciones</a:t>
            </a:r>
            <a:endParaRPr lang="es-MX" sz="2200" b="1" strike="noStrike" spc="-1">
              <a:latin typeface="Arial"/>
            </a:endParaRPr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C3DE1A48-D548-1C49-374F-82D3B7FA335F}"/>
              </a:ext>
            </a:extLst>
          </p:cNvPr>
          <p:cNvSpPr/>
          <p:nvPr/>
        </p:nvSpPr>
        <p:spPr>
          <a:xfrm>
            <a:off x="1127049" y="1973800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993E78-5DA5-EB58-DCB6-C0AA1B00F58D}"/>
              </a:ext>
            </a:extLst>
          </p:cNvPr>
          <p:cNvSpPr/>
          <p:nvPr/>
        </p:nvSpPr>
        <p:spPr>
          <a:xfrm>
            <a:off x="399112" y="1464578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A833DE7-6682-7453-8F8E-A647D0EA24AD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B81FE523-6234-8B5B-499F-542E441709E8}"/>
              </a:ext>
            </a:extLst>
          </p:cNvPr>
          <p:cNvCxnSpPr>
            <a:cxnSpLocks/>
            <a:stCxn id="121" idx="4"/>
            <a:endCxn id="106" idx="0"/>
          </p:cNvCxnSpPr>
          <p:nvPr/>
        </p:nvCxnSpPr>
        <p:spPr>
          <a:xfrm flipH="1">
            <a:off x="1322244" y="2333800"/>
            <a:ext cx="2805" cy="208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2E25644-AD9D-D4F8-5A5D-178422D8AE13}"/>
              </a:ext>
            </a:extLst>
          </p:cNvPr>
          <p:cNvSpPr/>
          <p:nvPr/>
        </p:nvSpPr>
        <p:spPr>
          <a:xfrm>
            <a:off x="4434773" y="1464578"/>
            <a:ext cx="218840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5E66B965-E0B0-5247-D41D-8351B9B5FE27}"/>
              </a:ext>
            </a:extLst>
          </p:cNvPr>
          <p:cNvSpPr txBox="1"/>
          <p:nvPr/>
        </p:nvSpPr>
        <p:spPr>
          <a:xfrm>
            <a:off x="9948838" y="2559679"/>
            <a:ext cx="1994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*Reversa 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*Esta salida de dinero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DF8C46AF-A11B-113E-E1B2-E7BB7FDA8161}"/>
              </a:ext>
            </a:extLst>
          </p:cNvPr>
          <p:cNvSpPr/>
          <p:nvPr/>
        </p:nvSpPr>
        <p:spPr>
          <a:xfrm>
            <a:off x="823223" y="2541963"/>
            <a:ext cx="998042" cy="61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Importe Cobro Intereses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400A4E8-72DC-F60E-6F22-DF986E79BFE9}"/>
              </a:ext>
            </a:extLst>
          </p:cNvPr>
          <p:cNvSpPr txBox="1"/>
          <p:nvPr/>
        </p:nvSpPr>
        <p:spPr>
          <a:xfrm>
            <a:off x="5190199" y="2686489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648374C-1177-06D5-AF58-6C1AA3B63C24}"/>
              </a:ext>
            </a:extLst>
          </p:cNvPr>
          <p:cNvSpPr txBox="1"/>
          <p:nvPr/>
        </p:nvSpPr>
        <p:spPr>
          <a:xfrm>
            <a:off x="7098294" y="2686489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00E3E73-1A44-746D-FF1B-D583612166FA}"/>
              </a:ext>
            </a:extLst>
          </p:cNvPr>
          <p:cNvSpPr/>
          <p:nvPr/>
        </p:nvSpPr>
        <p:spPr>
          <a:xfrm>
            <a:off x="8868839" y="263551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14" name="Conector angular 113">
            <a:extLst>
              <a:ext uri="{FF2B5EF4-FFF2-40B4-BE49-F238E27FC236}">
                <a16:creationId xmlns:a16="http://schemas.microsoft.com/office/drawing/2014/main" id="{FFC32633-B554-616D-FB52-2FF3C7D410AC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>
            <a:off x="1821265" y="2847963"/>
            <a:ext cx="3368934" cy="5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2B2ECEB-3578-126E-F1DD-33218D560E6E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270199" y="2848489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C0CF94C8-0B8D-3761-EE4B-5665A76DBA6C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8178294" y="2848489"/>
            <a:ext cx="690545" cy="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de flecha 123">
            <a:extLst>
              <a:ext uri="{FF2B5EF4-FFF2-40B4-BE49-F238E27FC236}">
                <a16:creationId xmlns:a16="http://schemas.microsoft.com/office/drawing/2014/main" id="{AA4B0256-AAEB-EEBD-1B1A-917094890F8C}"/>
              </a:ext>
            </a:extLst>
          </p:cNvPr>
          <p:cNvCxnSpPr>
            <a:cxnSpLocks/>
            <a:stCxn id="106" idx="2"/>
            <a:endCxn id="29" idx="0"/>
          </p:cNvCxnSpPr>
          <p:nvPr/>
        </p:nvCxnSpPr>
        <p:spPr>
          <a:xfrm flipH="1">
            <a:off x="1321567" y="3153963"/>
            <a:ext cx="677" cy="107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F55A268-BF74-524B-9798-F7400BD8D3AF}"/>
              </a:ext>
            </a:extLst>
          </p:cNvPr>
          <p:cNvSpPr txBox="1"/>
          <p:nvPr/>
        </p:nvSpPr>
        <p:spPr>
          <a:xfrm>
            <a:off x="5190199" y="3496713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PV01_CIMV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9805E01-7809-CA42-0004-34B16CCA716A}"/>
              </a:ext>
            </a:extLst>
          </p:cNvPr>
          <p:cNvSpPr txBox="1"/>
          <p:nvPr/>
        </p:nvSpPr>
        <p:spPr>
          <a:xfrm>
            <a:off x="7098294" y="3496713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E9E11DA-940F-08B3-0C63-2A2095E64782}"/>
              </a:ext>
            </a:extLst>
          </p:cNvPr>
          <p:cNvSpPr/>
          <p:nvPr/>
        </p:nvSpPr>
        <p:spPr>
          <a:xfrm>
            <a:off x="8868839" y="3445734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 (cta pte vs cliente) CFDI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89D207D-C2D0-DA68-A401-F51347D12337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70199" y="3658713"/>
            <a:ext cx="828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5C21DC-D8DB-4F37-05C1-1293A3611F8E}"/>
              </a:ext>
            </a:extLst>
          </p:cNvPr>
          <p:cNvCxnSpPr>
            <a:endCxn id="11" idx="1"/>
          </p:cNvCxnSpPr>
          <p:nvPr/>
        </p:nvCxnSpPr>
        <p:spPr>
          <a:xfrm>
            <a:off x="8189503" y="3651873"/>
            <a:ext cx="679336" cy="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FAE08C1B-77D8-45C9-3A93-1B1AB8E073B2}"/>
              </a:ext>
            </a:extLst>
          </p:cNvPr>
          <p:cNvCxnSpPr>
            <a:cxnSpLocks/>
            <a:stCxn id="106" idx="3"/>
            <a:endCxn id="9" idx="1"/>
          </p:cNvCxnSpPr>
          <p:nvPr/>
        </p:nvCxnSpPr>
        <p:spPr>
          <a:xfrm>
            <a:off x="1821265" y="2847963"/>
            <a:ext cx="3368934" cy="810750"/>
          </a:xfrm>
          <a:prstGeom prst="bentConnector3">
            <a:avLst>
              <a:gd name="adj1" fmla="val 795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2F6460-E1EA-7389-494A-D91855050BCC}"/>
              </a:ext>
            </a:extLst>
          </p:cNvPr>
          <p:cNvSpPr txBox="1"/>
          <p:nvPr/>
        </p:nvSpPr>
        <p:spPr>
          <a:xfrm>
            <a:off x="4500695" y="2508792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AD7144A-86C5-6B50-5E18-8AD1BFD6CDC8}"/>
              </a:ext>
            </a:extLst>
          </p:cNvPr>
          <p:cNvSpPr txBox="1"/>
          <p:nvPr/>
        </p:nvSpPr>
        <p:spPr>
          <a:xfrm>
            <a:off x="4509011" y="3318383"/>
            <a:ext cx="90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Parcialidad 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C92D818-DCC8-E8C4-53A5-CC0C3FB72624}"/>
              </a:ext>
            </a:extLst>
          </p:cNvPr>
          <p:cNvSpPr/>
          <p:nvPr/>
        </p:nvSpPr>
        <p:spPr>
          <a:xfrm>
            <a:off x="822546" y="4229641"/>
            <a:ext cx="998042" cy="61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Importe Interés Cobrado</a:t>
            </a:r>
          </a:p>
          <a:p>
            <a:pPr algn="ctr"/>
            <a:r>
              <a:rPr lang="es-MX" sz="900">
                <a:solidFill>
                  <a:schemeClr val="tx1"/>
                </a:solidFill>
              </a:rPr>
              <a:t>(Mes Vencido)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F72A75-1C52-8C28-048F-952F18D1AEC0}"/>
              </a:ext>
            </a:extLst>
          </p:cNvPr>
          <p:cNvSpPr txBox="1"/>
          <p:nvPr/>
        </p:nvSpPr>
        <p:spPr>
          <a:xfrm>
            <a:off x="5190199" y="4367985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PV02_CICMV</a:t>
            </a:r>
          </a:p>
        </p:txBody>
      </p:sp>
      <p:sp>
        <p:nvSpPr>
          <p:cNvPr id="37" name="Diagrama de flujo: documento 3">
            <a:extLst>
              <a:ext uri="{FF2B5EF4-FFF2-40B4-BE49-F238E27FC236}">
                <a16:creationId xmlns:a16="http://schemas.microsoft.com/office/drawing/2014/main" id="{9AE82BA2-4A70-B4B5-AF07-5F096F8D9A98}"/>
              </a:ext>
            </a:extLst>
          </p:cNvPr>
          <p:cNvSpPr/>
          <p:nvPr/>
        </p:nvSpPr>
        <p:spPr>
          <a:xfrm>
            <a:off x="8868839" y="4215807"/>
            <a:ext cx="1080000" cy="621781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Fact. Nota Crédito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507AF9C-A7E7-9271-7A87-96D3AC9256F5}"/>
              </a:ext>
            </a:extLst>
          </p:cNvPr>
          <p:cNvSpPr txBox="1"/>
          <p:nvPr/>
        </p:nvSpPr>
        <p:spPr>
          <a:xfrm>
            <a:off x="7119849" y="4364917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</a:rPr>
              <a:t>PV02_CICMV-NCR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4967769-D3D1-AF0E-7243-76B93A8040C1}"/>
              </a:ext>
            </a:extLst>
          </p:cNvPr>
          <p:cNvCxnSpPr>
            <a:stCxn id="34" idx="3"/>
            <a:endCxn id="38" idx="1"/>
          </p:cNvCxnSpPr>
          <p:nvPr/>
        </p:nvCxnSpPr>
        <p:spPr>
          <a:xfrm>
            <a:off x="6270199" y="4529985"/>
            <a:ext cx="849650" cy="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363D910-1578-B14C-3494-6DFE14811E58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8199849" y="4526698"/>
            <a:ext cx="668990" cy="3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angular 49">
            <a:extLst>
              <a:ext uri="{FF2B5EF4-FFF2-40B4-BE49-F238E27FC236}">
                <a16:creationId xmlns:a16="http://schemas.microsoft.com/office/drawing/2014/main" id="{078065D8-4664-A6C3-C3B9-6CFDEC6C1E7A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 flipV="1">
            <a:off x="1820588" y="4529985"/>
            <a:ext cx="3369611" cy="56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06A01B7-9F29-52DC-05C7-FA41D1BDD01B}"/>
              </a:ext>
            </a:extLst>
          </p:cNvPr>
          <p:cNvSpPr txBox="1"/>
          <p:nvPr/>
        </p:nvSpPr>
        <p:spPr>
          <a:xfrm>
            <a:off x="9995212" y="4205815"/>
            <a:ext cx="179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03D84AE-DAC4-2C26-AE44-7880C2CE4899}"/>
              </a:ext>
            </a:extLst>
          </p:cNvPr>
          <p:cNvSpPr txBox="1"/>
          <p:nvPr/>
        </p:nvSpPr>
        <p:spPr>
          <a:xfrm>
            <a:off x="9948837" y="3353560"/>
            <a:ext cx="1994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 Reversa </a:t>
            </a:r>
            <a:r>
              <a:rPr lang="es-ES_tradnl" sz="800"/>
              <a:t>Cobro de Factura de Intereses por parcialidad vencida</a:t>
            </a:r>
          </a:p>
          <a:p>
            <a:r>
              <a:rPr lang="es-ES_tradnl" sz="800">
                <a:solidFill>
                  <a:srgbClr val="0070C0"/>
                </a:solidFill>
              </a:rPr>
              <a:t>*Este salida de dinero no mueve el monto de la caja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A351DA6-1FF4-E3BC-B6A3-11E6547D13BC}"/>
              </a:ext>
            </a:extLst>
          </p:cNvPr>
          <p:cNvSpPr txBox="1"/>
          <p:nvPr/>
        </p:nvSpPr>
        <p:spPr>
          <a:xfrm>
            <a:off x="8871783" y="5040185"/>
            <a:ext cx="1080000" cy="33095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C1E2DBAD-897E-D813-95F8-B438F059D5C9}"/>
              </a:ext>
            </a:extLst>
          </p:cNvPr>
          <p:cNvCxnSpPr>
            <a:cxnSpLocks/>
            <a:stCxn id="37" idx="2"/>
            <a:endCxn id="65" idx="0"/>
          </p:cNvCxnSpPr>
          <p:nvPr/>
        </p:nvCxnSpPr>
        <p:spPr>
          <a:xfrm>
            <a:off x="9408839" y="4796481"/>
            <a:ext cx="2944" cy="243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7">
            <a:extLst>
              <a:ext uri="{FF2B5EF4-FFF2-40B4-BE49-F238E27FC236}">
                <a16:creationId xmlns:a16="http://schemas.microsoft.com/office/drawing/2014/main" id="{00418409-1F43-FAAE-1EE6-6B4F3D3A0FC2}"/>
              </a:ext>
            </a:extLst>
          </p:cNvPr>
          <p:cNvSpPr txBox="1"/>
          <p:nvPr/>
        </p:nvSpPr>
        <p:spPr>
          <a:xfrm>
            <a:off x="5085208" y="3817894"/>
            <a:ext cx="14298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52" name="CuadroTexto 7">
            <a:extLst>
              <a:ext uri="{FF2B5EF4-FFF2-40B4-BE49-F238E27FC236}">
                <a16:creationId xmlns:a16="http://schemas.microsoft.com/office/drawing/2014/main" id="{00418409-1F43-FAAE-1EE6-6B4F3D3A0FC2}"/>
              </a:ext>
            </a:extLst>
          </p:cNvPr>
          <p:cNvSpPr txBox="1"/>
          <p:nvPr/>
        </p:nvSpPr>
        <p:spPr>
          <a:xfrm>
            <a:off x="5066158" y="3026119"/>
            <a:ext cx="1391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solidFill>
                  <a:srgbClr val="0070C0"/>
                </a:solidFill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53" name="CuadroTexto 65">
            <a:extLst>
              <a:ext uri="{FF2B5EF4-FFF2-40B4-BE49-F238E27FC236}">
                <a16:creationId xmlns:a16="http://schemas.microsoft.com/office/drawing/2014/main" id="{147ED00C-E0EC-35F0-9F13-E9896476CB7C}"/>
              </a:ext>
            </a:extLst>
          </p:cNvPr>
          <p:cNvSpPr txBox="1"/>
          <p:nvPr/>
        </p:nvSpPr>
        <p:spPr>
          <a:xfrm>
            <a:off x="9907460" y="4919693"/>
            <a:ext cx="176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del Cobro operativo que  se reversa</a:t>
            </a:r>
          </a:p>
        </p:txBody>
      </p:sp>
      <p:sp>
        <p:nvSpPr>
          <p:cNvPr id="5" name="CuadroTexto 118">
            <a:extLst>
              <a:ext uri="{FF2B5EF4-FFF2-40B4-BE49-F238E27FC236}">
                <a16:creationId xmlns:a16="http://schemas.microsoft.com/office/drawing/2014/main" id="{8D48BD97-3C68-4F7B-BD5F-B2A1461369E8}"/>
              </a:ext>
            </a:extLst>
          </p:cNvPr>
          <p:cNvSpPr txBox="1"/>
          <p:nvPr/>
        </p:nvSpPr>
        <p:spPr>
          <a:xfrm>
            <a:off x="7119849" y="578182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TZ01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26A49D78-83FE-2E95-523D-DE4AC3C05E4E}"/>
              </a:ext>
            </a:extLst>
          </p:cNvPr>
          <p:cNvSpPr/>
          <p:nvPr/>
        </p:nvSpPr>
        <p:spPr>
          <a:xfrm>
            <a:off x="10088368" y="5799585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ZPR_SPLITS</a:t>
            </a:r>
          </a:p>
        </p:txBody>
      </p:sp>
      <p:cxnSp>
        <p:nvCxnSpPr>
          <p:cNvPr id="8" name="Conector angular 7">
            <a:extLst>
              <a:ext uri="{FF2B5EF4-FFF2-40B4-BE49-F238E27FC236}">
                <a16:creationId xmlns:a16="http://schemas.microsoft.com/office/drawing/2014/main" id="{8F29ECCB-C6A7-E676-BB0F-54C666343995}"/>
              </a:ext>
            </a:extLst>
          </p:cNvPr>
          <p:cNvCxnSpPr>
            <a:cxnSpLocks/>
            <a:stCxn id="29" idx="2"/>
            <a:endCxn id="5" idx="1"/>
          </p:cNvCxnSpPr>
          <p:nvPr/>
        </p:nvCxnSpPr>
        <p:spPr>
          <a:xfrm rot="16200000" flipH="1">
            <a:off x="3660614" y="2502594"/>
            <a:ext cx="1120188" cy="57982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5B2561C-DE8B-9F36-DD96-AFBF4D12C9A3}"/>
              </a:ext>
            </a:extLst>
          </p:cNvPr>
          <p:cNvCxnSpPr>
            <a:stCxn id="5" idx="3"/>
            <a:endCxn id="7" idx="5"/>
          </p:cNvCxnSpPr>
          <p:nvPr/>
        </p:nvCxnSpPr>
        <p:spPr>
          <a:xfrm flipV="1">
            <a:off x="8199849" y="5949775"/>
            <a:ext cx="1926067" cy="1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18">
            <a:extLst>
              <a:ext uri="{FF2B5EF4-FFF2-40B4-BE49-F238E27FC236}">
                <a16:creationId xmlns:a16="http://schemas.microsoft.com/office/drawing/2014/main" id="{D456B557-FB96-13EC-30E6-1DA655C41547}"/>
              </a:ext>
            </a:extLst>
          </p:cNvPr>
          <p:cNvSpPr txBox="1"/>
          <p:nvPr/>
        </p:nvSpPr>
        <p:spPr>
          <a:xfrm>
            <a:off x="10430040" y="562598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77061396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2A48-3030-556B-74C1-E0526A2B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F5D4810-E89F-34C4-DF59-C2686E5D3E39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C909E52-4542-F786-2BC3-D5F773390EF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84A77CA-066B-6C73-99F9-3E1F7D6BD129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C4BA9F5-F383-A72A-9F55-15C8241C532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E63BC5A2-8ABF-296D-ABD9-D6A3CDD41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AF9AAC2B-7339-0BE4-E104-CC0B4F42E6F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019141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7BFDA-AAB3-58B4-9A92-C4D04C59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17CF9AE9-025B-99E3-5242-EAA6157AD0DD}"/>
              </a:ext>
            </a:extLst>
          </p:cNvPr>
          <p:cNvSpPr/>
          <p:nvPr/>
        </p:nvSpPr>
        <p:spPr>
          <a:xfrm>
            <a:off x="909000" y="438480"/>
            <a:ext cx="942372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Arquitectura – Reversa Cobros Mercaderías Adjudicaciones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43CD4B8-0F51-4C6F-AC44-EB18447E468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E4F409A8-541C-B28D-876F-A23338A3DDA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99DFF05-926E-36DB-9577-26DA40EDEAF7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F5ACCED-A5D8-2425-931B-6DB9AD111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AE97F19-DA7D-BED4-BD45-B4A339D32BF1}"/>
              </a:ext>
            </a:extLst>
          </p:cNvPr>
          <p:cNvSpPr/>
          <p:nvPr/>
        </p:nvSpPr>
        <p:spPr>
          <a:xfrm>
            <a:off x="2623424" y="2008926"/>
            <a:ext cx="1910342" cy="4322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0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9E3BD35-BC12-54A4-B04C-82A7959C5B65}"/>
              </a:ext>
            </a:extLst>
          </p:cNvPr>
          <p:cNvSpPr/>
          <p:nvPr/>
        </p:nvSpPr>
        <p:spPr>
          <a:xfrm>
            <a:off x="142800" y="1615680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sz="1000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71EB83-4104-F4F5-97FC-EF95CD77AA36}"/>
              </a:ext>
            </a:extLst>
          </p:cNvPr>
          <p:cNvSpPr/>
          <p:nvPr/>
        </p:nvSpPr>
        <p:spPr>
          <a:xfrm>
            <a:off x="6996835" y="1661528"/>
            <a:ext cx="145619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4F3295-AF6B-4E92-A800-07310A7A70B2}"/>
              </a:ext>
            </a:extLst>
          </p:cNvPr>
          <p:cNvSpPr/>
          <p:nvPr/>
        </p:nvSpPr>
        <p:spPr>
          <a:xfrm>
            <a:off x="8565847" y="1667050"/>
            <a:ext cx="347319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51ED17-25D4-959F-FAD3-3BE9283BCD98}"/>
              </a:ext>
            </a:extLst>
          </p:cNvPr>
          <p:cNvSpPr/>
          <p:nvPr/>
        </p:nvSpPr>
        <p:spPr>
          <a:xfrm>
            <a:off x="4829833" y="1661528"/>
            <a:ext cx="206370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EDEDF0-4413-8D00-67E2-4957DC21A847}"/>
              </a:ext>
            </a:extLst>
          </p:cNvPr>
          <p:cNvSpPr txBox="1"/>
          <p:nvPr/>
        </p:nvSpPr>
        <p:spPr>
          <a:xfrm>
            <a:off x="6996835" y="1286964"/>
            <a:ext cx="504220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9619B46-CC82-8F6F-0976-3AAFCA8300C2}"/>
              </a:ext>
            </a:extLst>
          </p:cNvPr>
          <p:cNvSpPr txBox="1"/>
          <p:nvPr/>
        </p:nvSpPr>
        <p:spPr>
          <a:xfrm>
            <a:off x="4825083" y="1286964"/>
            <a:ext cx="206370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5830B8-EDE7-4182-D20D-1C5FB399825F}"/>
              </a:ext>
            </a:extLst>
          </p:cNvPr>
          <p:cNvSpPr txBox="1"/>
          <p:nvPr/>
        </p:nvSpPr>
        <p:spPr>
          <a:xfrm>
            <a:off x="269298" y="6531229"/>
            <a:ext cx="5251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3C4BD8-E479-3B05-5EA5-A0CB732DD2C6}"/>
              </a:ext>
            </a:extLst>
          </p:cNvPr>
          <p:cNvSpPr txBox="1"/>
          <p:nvPr/>
        </p:nvSpPr>
        <p:spPr>
          <a:xfrm>
            <a:off x="5400416" y="210021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EX01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7D73C3-E74E-F1FC-70E3-456114F25265}"/>
              </a:ext>
            </a:extLst>
          </p:cNvPr>
          <p:cNvSpPr/>
          <p:nvPr/>
        </p:nvSpPr>
        <p:spPr>
          <a:xfrm>
            <a:off x="10114309" y="193647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FA6C9179-1EEB-119F-CBB8-07AA6F39FC33}"/>
              </a:ext>
            </a:extLst>
          </p:cNvPr>
          <p:cNvSpPr/>
          <p:nvPr/>
        </p:nvSpPr>
        <p:spPr>
          <a:xfrm>
            <a:off x="8897821" y="3802081"/>
            <a:ext cx="1240231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1B64F2-5CE3-192B-F44D-9EEDB1E669A9}"/>
              </a:ext>
            </a:extLst>
          </p:cNvPr>
          <p:cNvSpPr txBox="1"/>
          <p:nvPr/>
        </p:nvSpPr>
        <p:spPr>
          <a:xfrm>
            <a:off x="5414766" y="3799598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C070BDD-4F86-32B3-C1B0-56E8C43E1D1E}"/>
              </a:ext>
            </a:extLst>
          </p:cNvPr>
          <p:cNvSpPr/>
          <p:nvPr/>
        </p:nvSpPr>
        <p:spPr>
          <a:xfrm>
            <a:off x="383365" y="2128493"/>
            <a:ext cx="180000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C0ACA3D-8A7C-7B27-CED1-5DE9D1C162E4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61527BE-B95A-9D6B-CB0F-3BAB7C198C6C}"/>
              </a:ext>
            </a:extLst>
          </p:cNvPr>
          <p:cNvSpPr txBox="1"/>
          <p:nvPr/>
        </p:nvSpPr>
        <p:spPr>
          <a:xfrm>
            <a:off x="142799" y="1286964"/>
            <a:ext cx="2264069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18" name="Conector angular 7">
            <a:extLst>
              <a:ext uri="{FF2B5EF4-FFF2-40B4-BE49-F238E27FC236}">
                <a16:creationId xmlns:a16="http://schemas.microsoft.com/office/drawing/2014/main" id="{E2B756F4-EAE3-672F-8150-3FC63A3D5E48}"/>
              </a:ext>
            </a:extLst>
          </p:cNvPr>
          <p:cNvCxnSpPr>
            <a:stCxn id="15" idx="3"/>
            <a:endCxn id="11" idx="1"/>
          </p:cNvCxnSpPr>
          <p:nvPr/>
        </p:nvCxnSpPr>
        <p:spPr>
          <a:xfrm flipV="1">
            <a:off x="2183365" y="2265813"/>
            <a:ext cx="3217051" cy="145461"/>
          </a:xfrm>
          <a:prstGeom prst="bentConnector3">
            <a:avLst>
              <a:gd name="adj1" fmla="val 9029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angular 23">
            <a:extLst>
              <a:ext uri="{FF2B5EF4-FFF2-40B4-BE49-F238E27FC236}">
                <a16:creationId xmlns:a16="http://schemas.microsoft.com/office/drawing/2014/main" id="{1F2E4EA6-E56F-CFC6-0868-8FEC700EE21E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2183365" y="2411274"/>
            <a:ext cx="3231401" cy="1553924"/>
          </a:xfrm>
          <a:prstGeom prst="bentConnector3">
            <a:avLst>
              <a:gd name="adj1" fmla="val 8983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8A1371A-5CB5-89B5-7E12-A0479B2245C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6480416" y="2242473"/>
            <a:ext cx="3633893" cy="2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C4E1E97-759A-AB6C-D74E-B23D95D5C0A0}"/>
              </a:ext>
            </a:extLst>
          </p:cNvPr>
          <p:cNvCxnSpPr>
            <a:cxnSpLocks/>
            <a:stCxn id="14" idx="3"/>
            <a:endCxn id="13" idx="5"/>
          </p:cNvCxnSpPr>
          <p:nvPr/>
        </p:nvCxnSpPr>
        <p:spPr>
          <a:xfrm flipV="1">
            <a:off x="6494766" y="3952271"/>
            <a:ext cx="2440603" cy="1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B888BC1-C14F-E73F-9216-5DBA6B704CBD}"/>
              </a:ext>
            </a:extLst>
          </p:cNvPr>
          <p:cNvSpPr/>
          <p:nvPr/>
        </p:nvSpPr>
        <p:spPr>
          <a:xfrm>
            <a:off x="2494590" y="1643100"/>
            <a:ext cx="226290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EEA2F7E-CFED-DE4D-0A9C-A0E569E242BA}"/>
              </a:ext>
            </a:extLst>
          </p:cNvPr>
          <p:cNvSpPr txBox="1"/>
          <p:nvPr/>
        </p:nvSpPr>
        <p:spPr>
          <a:xfrm>
            <a:off x="2486102" y="1286964"/>
            <a:ext cx="227138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7F060B3-1590-2408-269F-D08A88A91B1E}"/>
              </a:ext>
            </a:extLst>
          </p:cNvPr>
          <p:cNvSpPr/>
          <p:nvPr/>
        </p:nvSpPr>
        <p:spPr>
          <a:xfrm>
            <a:off x="2845853" y="4455376"/>
            <a:ext cx="1433890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Cobro Parcialidad</a:t>
            </a:r>
          </a:p>
        </p:txBody>
      </p:sp>
      <p:cxnSp>
        <p:nvCxnSpPr>
          <p:cNvPr id="25" name="Conector angular 58">
            <a:extLst>
              <a:ext uri="{FF2B5EF4-FFF2-40B4-BE49-F238E27FC236}">
                <a16:creationId xmlns:a16="http://schemas.microsoft.com/office/drawing/2014/main" id="{CB663E97-52C7-9A2E-63B9-443A81A2AACF}"/>
              </a:ext>
            </a:extLst>
          </p:cNvPr>
          <p:cNvCxnSpPr>
            <a:cxnSpLocks/>
            <a:stCxn id="15" idx="2"/>
            <a:endCxn id="24" idx="1"/>
          </p:cNvCxnSpPr>
          <p:nvPr/>
        </p:nvCxnSpPr>
        <p:spPr>
          <a:xfrm rot="16200000" flipH="1">
            <a:off x="1042558" y="2934862"/>
            <a:ext cx="2044102" cy="15624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BCC48F9-FDA9-1F6A-1734-0A214207AC09}"/>
              </a:ext>
            </a:extLst>
          </p:cNvPr>
          <p:cNvSpPr txBox="1"/>
          <p:nvPr/>
        </p:nvSpPr>
        <p:spPr>
          <a:xfrm>
            <a:off x="7175485" y="4568158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PV01_CP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61EF99D-8D36-BB3E-8269-7AED1054F145}"/>
              </a:ext>
            </a:extLst>
          </p:cNvPr>
          <p:cNvSpPr/>
          <p:nvPr/>
        </p:nvSpPr>
        <p:spPr>
          <a:xfrm>
            <a:off x="10235749" y="4432963"/>
            <a:ext cx="1440000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(3D)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0A45DDB-653D-1257-279B-977409BD8AA3}"/>
              </a:ext>
            </a:extLst>
          </p:cNvPr>
          <p:cNvSpPr txBox="1"/>
          <p:nvPr/>
        </p:nvSpPr>
        <p:spPr>
          <a:xfrm>
            <a:off x="8861049" y="4574515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CO01_CP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7A7DE2C-9F09-F410-09CB-04EF223B5710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 flipV="1">
            <a:off x="9941049" y="4738963"/>
            <a:ext cx="294700" cy="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507C9D3-EAF3-E923-0552-F4BBADB61D3F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 flipV="1">
            <a:off x="4279743" y="4733758"/>
            <a:ext cx="2895742" cy="4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920E404-1CC6-BA44-3969-B38690D9B4D8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8255485" y="4733758"/>
            <a:ext cx="605564" cy="6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BF51454-F560-CA45-6C13-7510961499B8}"/>
              </a:ext>
            </a:extLst>
          </p:cNvPr>
          <p:cNvSpPr txBox="1"/>
          <p:nvPr/>
        </p:nvSpPr>
        <p:spPr>
          <a:xfrm>
            <a:off x="7006360" y="4869023"/>
            <a:ext cx="1383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*Clase movimiento: AD01</a:t>
            </a:r>
          </a:p>
          <a:p>
            <a:r>
              <a:rPr lang="es-ES_tradnl" sz="800">
                <a:latin typeface="Arial Nova" panose="020B0504020202020204" pitchFamily="34" charset="0"/>
              </a:rPr>
              <a:t>No afecta control de caja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1E125DF-A6D9-ACF9-B215-823E506D8313}"/>
              </a:ext>
            </a:extLst>
          </p:cNvPr>
          <p:cNvSpPr txBox="1"/>
          <p:nvPr/>
        </p:nvSpPr>
        <p:spPr>
          <a:xfrm>
            <a:off x="10302443" y="5044963"/>
            <a:ext cx="1289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**Este cobro no mueve el monto de la caja"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6D661B8-2ACC-7689-2D0A-CFB8A4CF7583}"/>
              </a:ext>
            </a:extLst>
          </p:cNvPr>
          <p:cNvSpPr txBox="1"/>
          <p:nvPr/>
        </p:nvSpPr>
        <p:spPr>
          <a:xfrm>
            <a:off x="10040736" y="2524258"/>
            <a:ext cx="1998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35" name="CuadroTexto 118">
            <a:extLst>
              <a:ext uri="{FF2B5EF4-FFF2-40B4-BE49-F238E27FC236}">
                <a16:creationId xmlns:a16="http://schemas.microsoft.com/office/drawing/2014/main" id="{9FBE68EC-9BCD-E4F4-65CB-ED986A6365E1}"/>
              </a:ext>
            </a:extLst>
          </p:cNvPr>
          <p:cNvSpPr txBox="1"/>
          <p:nvPr/>
        </p:nvSpPr>
        <p:spPr>
          <a:xfrm>
            <a:off x="9235416" y="362714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D14EAB2E-9C4A-6C08-CD77-13539DBA7DD0}"/>
              </a:ext>
            </a:extLst>
          </p:cNvPr>
          <p:cNvSpPr/>
          <p:nvPr/>
        </p:nvSpPr>
        <p:spPr>
          <a:xfrm>
            <a:off x="9050221" y="5614607"/>
            <a:ext cx="1240231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ZME_SPLIT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50D5ACA-C3ED-6D21-24EA-4AEEA7BAD41E}"/>
              </a:ext>
            </a:extLst>
          </p:cNvPr>
          <p:cNvSpPr txBox="1"/>
          <p:nvPr/>
        </p:nvSpPr>
        <p:spPr>
          <a:xfrm>
            <a:off x="5567166" y="561212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N-TZ01-Mercaderias</a:t>
            </a:r>
          </a:p>
        </p:txBody>
      </p:sp>
      <p:cxnSp>
        <p:nvCxnSpPr>
          <p:cNvPr id="38" name="Conector angular 27">
            <a:extLst>
              <a:ext uri="{FF2B5EF4-FFF2-40B4-BE49-F238E27FC236}">
                <a16:creationId xmlns:a16="http://schemas.microsoft.com/office/drawing/2014/main" id="{A6A6FC86-05DD-370B-812A-BD81CCC23175}"/>
              </a:ext>
            </a:extLst>
          </p:cNvPr>
          <p:cNvCxnSpPr>
            <a:cxnSpLocks/>
            <a:stCxn id="24" idx="2"/>
            <a:endCxn id="37" idx="1"/>
          </p:cNvCxnSpPr>
          <p:nvPr/>
        </p:nvCxnSpPr>
        <p:spPr>
          <a:xfrm rot="16200000" flipH="1">
            <a:off x="4186589" y="4397147"/>
            <a:ext cx="756786" cy="20043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C8EAAE5-3E8A-0154-BEA1-5A7551BBB006}"/>
              </a:ext>
            </a:extLst>
          </p:cNvPr>
          <p:cNvCxnSpPr>
            <a:cxnSpLocks/>
            <a:stCxn id="37" idx="3"/>
            <a:endCxn id="36" idx="5"/>
          </p:cNvCxnSpPr>
          <p:nvPr/>
        </p:nvCxnSpPr>
        <p:spPr>
          <a:xfrm flipV="1">
            <a:off x="6647166" y="5764797"/>
            <a:ext cx="2440603" cy="1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118">
            <a:extLst>
              <a:ext uri="{FF2B5EF4-FFF2-40B4-BE49-F238E27FC236}">
                <a16:creationId xmlns:a16="http://schemas.microsoft.com/office/drawing/2014/main" id="{5A3F40A4-7D73-DEF3-8AD8-4AF5632363B9}"/>
              </a:ext>
            </a:extLst>
          </p:cNvPr>
          <p:cNvSpPr txBox="1"/>
          <p:nvPr/>
        </p:nvSpPr>
        <p:spPr>
          <a:xfrm>
            <a:off x="9387816" y="5439675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N-TZ-18</a:t>
            </a:r>
          </a:p>
        </p:txBody>
      </p:sp>
    </p:spTree>
    <p:extLst>
      <p:ext uri="{BB962C8B-B14F-4D97-AF65-F5344CB8AC3E}">
        <p14:creationId xmlns:p14="http://schemas.microsoft.com/office/powerpoint/2010/main" val="19693378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8993-5FC0-7D60-4576-81E2ADE7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1973436-4F79-F9D3-BBBC-3D634736A15B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1734197-5F8B-F422-2F72-2A5DF2DF900E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22622C1-9591-F1EC-4C87-FB978FD1ACB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CB71965F-84F2-0B82-263A-9A9BB04682F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97943A4-8601-540A-2037-DD5E5B0D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E10C9DBE-1916-9BE9-A232-B32256ACACDF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119995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221F-485C-DF79-DE82-D1DC22ABF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B29AE2A6-59C7-5B2F-3B3A-6C4574FCBE0B}"/>
              </a:ext>
            </a:extLst>
          </p:cNvPr>
          <p:cNvSpPr/>
          <p:nvPr/>
        </p:nvSpPr>
        <p:spPr>
          <a:xfrm>
            <a:off x="909000" y="438480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 dirty="0">
                <a:latin typeface="Arial"/>
              </a:rPr>
              <a:t>Arquitectura – Reversa Credilanas - Notas Crédito en S4</a:t>
            </a: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D235551-A803-BBC1-E769-EDE65772AF3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BD5AFCE-7216-70DF-551F-F8C07659C38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1A58577-E6E8-59B6-C66F-41C15A9D158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C35C63E-21BC-7B98-CAD2-6AB426F5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08237CF-A836-C629-D7E4-9950AFF1D456}"/>
              </a:ext>
            </a:extLst>
          </p:cNvPr>
          <p:cNvSpPr/>
          <p:nvPr/>
        </p:nvSpPr>
        <p:spPr>
          <a:xfrm>
            <a:off x="1699804" y="2020872"/>
            <a:ext cx="1470761" cy="4312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9CF33A-2526-D66C-4A23-BCE1AD48E239}"/>
              </a:ext>
            </a:extLst>
          </p:cNvPr>
          <p:cNvSpPr/>
          <p:nvPr/>
        </p:nvSpPr>
        <p:spPr>
          <a:xfrm>
            <a:off x="4879487" y="1634422"/>
            <a:ext cx="134703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7FDE47-58E0-8052-9AD0-D91C4F50B5FC}"/>
              </a:ext>
            </a:extLst>
          </p:cNvPr>
          <p:cNvSpPr/>
          <p:nvPr/>
        </p:nvSpPr>
        <p:spPr>
          <a:xfrm>
            <a:off x="6340543" y="1615680"/>
            <a:ext cx="56984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FDFC427-8EFC-5073-72E4-D8A5B2E4E2A3}"/>
              </a:ext>
            </a:extLst>
          </p:cNvPr>
          <p:cNvSpPr/>
          <p:nvPr/>
        </p:nvSpPr>
        <p:spPr>
          <a:xfrm>
            <a:off x="1622012" y="1628086"/>
            <a:ext cx="1626763" cy="477902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CF08C7-F0BA-5811-5368-4A82EC00E7EA}"/>
              </a:ext>
            </a:extLst>
          </p:cNvPr>
          <p:cNvSpPr txBox="1"/>
          <p:nvPr/>
        </p:nvSpPr>
        <p:spPr>
          <a:xfrm>
            <a:off x="4879486" y="1283918"/>
            <a:ext cx="7159555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AFF12C-F861-CC5D-7036-BF4B54597038}"/>
              </a:ext>
            </a:extLst>
          </p:cNvPr>
          <p:cNvSpPr txBox="1"/>
          <p:nvPr/>
        </p:nvSpPr>
        <p:spPr>
          <a:xfrm>
            <a:off x="269298" y="6531229"/>
            <a:ext cx="5011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C983A2E-6AA4-474C-B86F-1CF5DF241679}"/>
              </a:ext>
            </a:extLst>
          </p:cNvPr>
          <p:cNvSpPr/>
          <p:nvPr/>
        </p:nvSpPr>
        <p:spPr>
          <a:xfrm>
            <a:off x="1783201" y="3374259"/>
            <a:ext cx="1316202" cy="5655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del importe de la nota de crédito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088F18B-D165-785B-A372-3B76C3D6AA08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>
            <a:off x="1397882" y="3657037"/>
            <a:ext cx="38531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C79D76-A2F2-D03E-40EC-3D43C216D55E}"/>
              </a:ext>
            </a:extLst>
          </p:cNvPr>
          <p:cNvSpPr txBox="1"/>
          <p:nvPr/>
        </p:nvSpPr>
        <p:spPr>
          <a:xfrm>
            <a:off x="5039197" y="4361133"/>
            <a:ext cx="874077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Arial Nova" panose="020B0504020202020204" pitchFamily="34" charset="0"/>
              </a:rPr>
              <a:t>PV02_C-NCR</a:t>
            </a:r>
          </a:p>
        </p:txBody>
      </p:sp>
      <p:sp>
        <p:nvSpPr>
          <p:cNvPr id="12" name="CuadroTexto 118">
            <a:extLst>
              <a:ext uri="{FF2B5EF4-FFF2-40B4-BE49-F238E27FC236}">
                <a16:creationId xmlns:a16="http://schemas.microsoft.com/office/drawing/2014/main" id="{512AABDD-061F-D422-F07E-F3B31FD0890A}"/>
              </a:ext>
            </a:extLst>
          </p:cNvPr>
          <p:cNvSpPr txBox="1"/>
          <p:nvPr/>
        </p:nvSpPr>
        <p:spPr>
          <a:xfrm>
            <a:off x="6826669" y="5889168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10F679F7-17D9-09C3-B30E-FA575377769F}"/>
              </a:ext>
            </a:extLst>
          </p:cNvPr>
          <p:cNvCxnSpPr>
            <a:cxnSpLocks/>
            <a:stCxn id="9" idx="2"/>
            <a:endCxn id="12" idx="1"/>
          </p:cNvCxnSpPr>
          <p:nvPr/>
        </p:nvCxnSpPr>
        <p:spPr>
          <a:xfrm rot="16200000" flipH="1">
            <a:off x="3569312" y="2811810"/>
            <a:ext cx="2129347" cy="43853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63DFAC24-DCE6-4DDE-AB54-2DA3915FEE33}"/>
              </a:ext>
            </a:extLst>
          </p:cNvPr>
          <p:cNvSpPr/>
          <p:nvPr/>
        </p:nvSpPr>
        <p:spPr>
          <a:xfrm>
            <a:off x="8162584" y="5925411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15" name="Conector: angular 12">
            <a:extLst>
              <a:ext uri="{FF2B5EF4-FFF2-40B4-BE49-F238E27FC236}">
                <a16:creationId xmlns:a16="http://schemas.microsoft.com/office/drawing/2014/main" id="{CCEA5A60-16C7-B7B9-97A8-8CA0273C4E38}"/>
              </a:ext>
            </a:extLst>
          </p:cNvPr>
          <p:cNvCxnSpPr>
            <a:cxnSpLocks/>
            <a:stCxn id="12" idx="3"/>
            <a:endCxn id="14" idx="5"/>
          </p:cNvCxnSpPr>
          <p:nvPr/>
        </p:nvCxnSpPr>
        <p:spPr>
          <a:xfrm>
            <a:off x="7906669" y="6069168"/>
            <a:ext cx="292144" cy="1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3E5CF6D-F385-1D70-4613-FE20DED2D19C}"/>
              </a:ext>
            </a:extLst>
          </p:cNvPr>
          <p:cNvSpPr txBox="1"/>
          <p:nvPr/>
        </p:nvSpPr>
        <p:spPr>
          <a:xfrm>
            <a:off x="1642520" y="1303068"/>
            <a:ext cx="1597431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17" name="Conector angular 40">
            <a:extLst>
              <a:ext uri="{FF2B5EF4-FFF2-40B4-BE49-F238E27FC236}">
                <a16:creationId xmlns:a16="http://schemas.microsoft.com/office/drawing/2014/main" id="{DE353A31-2852-8F33-2FBD-27027863BE44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5913274" y="3626087"/>
            <a:ext cx="907852" cy="900646"/>
          </a:xfrm>
          <a:prstGeom prst="bentConnector3">
            <a:avLst>
              <a:gd name="adj1" fmla="val 578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D1AFA5C-FE52-8856-3BE4-87ACB5CC3866}"/>
              </a:ext>
            </a:extLst>
          </p:cNvPr>
          <p:cNvSpPr/>
          <p:nvPr/>
        </p:nvSpPr>
        <p:spPr>
          <a:xfrm>
            <a:off x="142802" y="1615680"/>
            <a:ext cx="1406262" cy="477995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8736A72-B4AA-51FD-62FF-802991A43B1E}"/>
              </a:ext>
            </a:extLst>
          </p:cNvPr>
          <p:cNvSpPr txBox="1"/>
          <p:nvPr/>
        </p:nvSpPr>
        <p:spPr>
          <a:xfrm>
            <a:off x="142800" y="1283916"/>
            <a:ext cx="144969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0F5BA1-82BE-7957-F328-E4E17E42E8B8}"/>
              </a:ext>
            </a:extLst>
          </p:cNvPr>
          <p:cNvSpPr/>
          <p:nvPr/>
        </p:nvSpPr>
        <p:spPr>
          <a:xfrm>
            <a:off x="3321723" y="1628086"/>
            <a:ext cx="1484416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2B5DD83-27D4-ED83-4A63-5AE1E8DA5857}"/>
              </a:ext>
            </a:extLst>
          </p:cNvPr>
          <p:cNvSpPr txBox="1"/>
          <p:nvPr/>
        </p:nvSpPr>
        <p:spPr>
          <a:xfrm>
            <a:off x="3316142" y="1309020"/>
            <a:ext cx="1476000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000" b="1">
                <a:latin typeface="Arial Nova" panose="020B0504020202020204" pitchFamily="34" charset="0"/>
              </a:defRPr>
            </a:lvl1pPr>
          </a:lstStyle>
          <a:p>
            <a:r>
              <a:rPr lang="es-ES_tradnl"/>
              <a:t>SAP HANA CLOUD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B1CD661-166E-D731-CB57-A78AB21D6080}"/>
              </a:ext>
            </a:extLst>
          </p:cNvPr>
          <p:cNvSpPr txBox="1"/>
          <p:nvPr/>
        </p:nvSpPr>
        <p:spPr>
          <a:xfrm>
            <a:off x="6821126" y="346048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EC05F39-9484-10FA-E614-C2C46D87BF80}"/>
              </a:ext>
            </a:extLst>
          </p:cNvPr>
          <p:cNvSpPr txBox="1"/>
          <p:nvPr/>
        </p:nvSpPr>
        <p:spPr>
          <a:xfrm>
            <a:off x="6808112" y="4099922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PV02_C-NCR-F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E5D6B4E-9B93-189A-8E0C-1A0EC94F736C}"/>
              </a:ext>
            </a:extLst>
          </p:cNvPr>
          <p:cNvSpPr/>
          <p:nvPr/>
        </p:nvSpPr>
        <p:spPr>
          <a:xfrm>
            <a:off x="342642" y="3374256"/>
            <a:ext cx="1055240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25" name="Diagrama de flujo: documento 3">
            <a:extLst>
              <a:ext uri="{FF2B5EF4-FFF2-40B4-BE49-F238E27FC236}">
                <a16:creationId xmlns:a16="http://schemas.microsoft.com/office/drawing/2014/main" id="{F2F39A33-B0F8-1C98-0305-E603D1A41235}"/>
              </a:ext>
            </a:extLst>
          </p:cNvPr>
          <p:cNvSpPr/>
          <p:nvPr/>
        </p:nvSpPr>
        <p:spPr>
          <a:xfrm>
            <a:off x="8320922" y="3938190"/>
            <a:ext cx="1329832" cy="648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 Financiamiento)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6" name="Diagrama de flujo: documento 3">
            <a:extLst>
              <a:ext uri="{FF2B5EF4-FFF2-40B4-BE49-F238E27FC236}">
                <a16:creationId xmlns:a16="http://schemas.microsoft.com/office/drawing/2014/main" id="{848DF560-5920-2BFD-E983-7646A4FED77E}"/>
              </a:ext>
            </a:extLst>
          </p:cNvPr>
          <p:cNvSpPr/>
          <p:nvPr/>
        </p:nvSpPr>
        <p:spPr>
          <a:xfrm>
            <a:off x="8322525" y="5221559"/>
            <a:ext cx="1309286" cy="540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27" name="Diagrama de flujo: documento 3">
            <a:extLst>
              <a:ext uri="{FF2B5EF4-FFF2-40B4-BE49-F238E27FC236}">
                <a16:creationId xmlns:a16="http://schemas.microsoft.com/office/drawing/2014/main" id="{F8FE9307-A9B0-5B1E-28E4-36546E7E6C24}"/>
              </a:ext>
            </a:extLst>
          </p:cNvPr>
          <p:cNvSpPr/>
          <p:nvPr/>
        </p:nvSpPr>
        <p:spPr>
          <a:xfrm>
            <a:off x="8325602" y="3378319"/>
            <a:ext cx="1333260" cy="504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endParaRPr lang="es-MX" sz="900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(Bonificación Capital)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1437783-C332-CE91-BA9C-46ADE9E1D08D}"/>
              </a:ext>
            </a:extLst>
          </p:cNvPr>
          <p:cNvSpPr txBox="1"/>
          <p:nvPr/>
        </p:nvSpPr>
        <p:spPr>
          <a:xfrm>
            <a:off x="6808112" y="5323673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Arial Nova" panose="020B0504020202020204" pitchFamily="34" charset="0"/>
              </a:rPr>
              <a:t>PV02_C-NCR-CIC</a:t>
            </a:r>
          </a:p>
        </p:txBody>
      </p:sp>
      <p:sp>
        <p:nvSpPr>
          <p:cNvPr id="29" name="Paralelogramo 28">
            <a:extLst>
              <a:ext uri="{FF2B5EF4-FFF2-40B4-BE49-F238E27FC236}">
                <a16:creationId xmlns:a16="http://schemas.microsoft.com/office/drawing/2014/main" id="{A771A38C-30FE-AAD9-5132-1003FEEE5C75}"/>
              </a:ext>
            </a:extLst>
          </p:cNvPr>
          <p:cNvSpPr/>
          <p:nvPr/>
        </p:nvSpPr>
        <p:spPr>
          <a:xfrm>
            <a:off x="9181208" y="1890545"/>
            <a:ext cx="992193" cy="289832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cxnSp>
        <p:nvCxnSpPr>
          <p:cNvPr id="30" name="Conector angular 61">
            <a:extLst>
              <a:ext uri="{FF2B5EF4-FFF2-40B4-BE49-F238E27FC236}">
                <a16:creationId xmlns:a16="http://schemas.microsoft.com/office/drawing/2014/main" id="{96DE571F-B286-B0BF-84C2-09F28377E707}"/>
              </a:ext>
            </a:extLst>
          </p:cNvPr>
          <p:cNvCxnSpPr>
            <a:cxnSpLocks/>
            <a:stCxn id="31" idx="3"/>
            <a:endCxn id="29" idx="5"/>
          </p:cNvCxnSpPr>
          <p:nvPr/>
        </p:nvCxnSpPr>
        <p:spPr>
          <a:xfrm flipV="1">
            <a:off x="7906669" y="2035461"/>
            <a:ext cx="1310768" cy="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CuadroTexto 118">
            <a:extLst>
              <a:ext uri="{FF2B5EF4-FFF2-40B4-BE49-F238E27FC236}">
                <a16:creationId xmlns:a16="http://schemas.microsoft.com/office/drawing/2014/main" id="{6D86549F-AD58-0D47-6668-EC05D8AC3B5A}"/>
              </a:ext>
            </a:extLst>
          </p:cNvPr>
          <p:cNvSpPr txBox="1"/>
          <p:nvPr/>
        </p:nvSpPr>
        <p:spPr>
          <a:xfrm>
            <a:off x="6826669" y="1855523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cxnSp>
        <p:nvCxnSpPr>
          <p:cNvPr id="32" name="Conector angular 67">
            <a:extLst>
              <a:ext uri="{FF2B5EF4-FFF2-40B4-BE49-F238E27FC236}">
                <a16:creationId xmlns:a16="http://schemas.microsoft.com/office/drawing/2014/main" id="{C346DC75-2474-CBE3-B995-AE6210EEF068}"/>
              </a:ext>
            </a:extLst>
          </p:cNvPr>
          <p:cNvCxnSpPr>
            <a:cxnSpLocks/>
            <a:stCxn id="9" idx="0"/>
            <a:endCxn id="31" idx="1"/>
          </p:cNvCxnSpPr>
          <p:nvPr/>
        </p:nvCxnSpPr>
        <p:spPr>
          <a:xfrm rot="5400000" flipH="1" flipV="1">
            <a:off x="3964617" y="512208"/>
            <a:ext cx="1338736" cy="43853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CC56116-76F0-2224-3313-AEFC29E5F182}"/>
              </a:ext>
            </a:extLst>
          </p:cNvPr>
          <p:cNvSpPr txBox="1"/>
          <p:nvPr/>
        </p:nvSpPr>
        <p:spPr>
          <a:xfrm>
            <a:off x="6723492" y="5138098"/>
            <a:ext cx="15222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700">
                <a:latin typeface="Arial Nova" panose="020B0504020202020204" pitchFamily="34" charset="0"/>
              </a:rPr>
              <a:t>Cancelar interés mes vencido</a:t>
            </a:r>
          </a:p>
        </p:txBody>
      </p:sp>
      <p:cxnSp>
        <p:nvCxnSpPr>
          <p:cNvPr id="34" name="Conector angular 11">
            <a:extLst>
              <a:ext uri="{FF2B5EF4-FFF2-40B4-BE49-F238E27FC236}">
                <a16:creationId xmlns:a16="http://schemas.microsoft.com/office/drawing/2014/main" id="{B1A4B6F7-9298-6ECB-7CCB-368644461986}"/>
              </a:ext>
            </a:extLst>
          </p:cNvPr>
          <p:cNvCxnSpPr>
            <a:cxnSpLocks/>
            <a:stCxn id="11" idx="3"/>
            <a:endCxn id="28" idx="1"/>
          </p:cNvCxnSpPr>
          <p:nvPr/>
        </p:nvCxnSpPr>
        <p:spPr>
          <a:xfrm>
            <a:off x="5913274" y="4526733"/>
            <a:ext cx="894838" cy="962540"/>
          </a:xfrm>
          <a:prstGeom prst="bentConnector3">
            <a:avLst>
              <a:gd name="adj1" fmla="val 59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aralelogramo 34">
            <a:extLst>
              <a:ext uri="{FF2B5EF4-FFF2-40B4-BE49-F238E27FC236}">
                <a16:creationId xmlns:a16="http://schemas.microsoft.com/office/drawing/2014/main" id="{61F6D373-3713-4121-313E-FB5B01469C35}"/>
              </a:ext>
            </a:extLst>
          </p:cNvPr>
          <p:cNvSpPr/>
          <p:nvPr/>
        </p:nvSpPr>
        <p:spPr>
          <a:xfrm>
            <a:off x="3398432" y="3840516"/>
            <a:ext cx="1245502" cy="352102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00">
                <a:latin typeface="Arial Nova" panose="020B0504020202020204" pitchFamily="34" charset="0"/>
              </a:rPr>
              <a:t>Motivos de pedido</a:t>
            </a:r>
          </a:p>
        </p:txBody>
      </p:sp>
      <p:cxnSp>
        <p:nvCxnSpPr>
          <p:cNvPr id="36" name="Conector angular 74">
            <a:extLst>
              <a:ext uri="{FF2B5EF4-FFF2-40B4-BE49-F238E27FC236}">
                <a16:creationId xmlns:a16="http://schemas.microsoft.com/office/drawing/2014/main" id="{496AB3C1-AB0E-D021-A629-BF0977BF6F27}"/>
              </a:ext>
            </a:extLst>
          </p:cNvPr>
          <p:cNvCxnSpPr>
            <a:cxnSpLocks/>
            <a:stCxn id="9" idx="0"/>
            <a:endCxn id="44" idx="1"/>
          </p:cNvCxnSpPr>
          <p:nvPr/>
        </p:nvCxnSpPr>
        <p:spPr>
          <a:xfrm rot="5400000" flipH="1" flipV="1">
            <a:off x="4447713" y="995304"/>
            <a:ext cx="372545" cy="4385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angular 105">
            <a:extLst>
              <a:ext uri="{FF2B5EF4-FFF2-40B4-BE49-F238E27FC236}">
                <a16:creationId xmlns:a16="http://schemas.microsoft.com/office/drawing/2014/main" id="{831E0D09-28FF-1A9B-50D6-6AD4DF838CDC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 rot="16200000" flipH="1">
            <a:off x="3446793" y="2934329"/>
            <a:ext cx="586912" cy="25978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118">
            <a:extLst>
              <a:ext uri="{FF2B5EF4-FFF2-40B4-BE49-F238E27FC236}">
                <a16:creationId xmlns:a16="http://schemas.microsoft.com/office/drawing/2014/main" id="{DB765D39-CD38-25BB-C994-5756973B315F}"/>
              </a:ext>
            </a:extLst>
          </p:cNvPr>
          <p:cNvSpPr txBox="1"/>
          <p:nvPr/>
        </p:nvSpPr>
        <p:spPr>
          <a:xfrm>
            <a:off x="6808112" y="2325004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8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s-MX"/>
              <a:t>EX01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80D82A8-EA82-4497-725B-FC334CF5E669}"/>
              </a:ext>
            </a:extLst>
          </p:cNvPr>
          <p:cNvSpPr/>
          <p:nvPr/>
        </p:nvSpPr>
        <p:spPr>
          <a:xfrm>
            <a:off x="9154689" y="228955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Partidas Abiertas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E23745A-ECFE-7E05-FA8F-BF32022A4F17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7888112" y="2505004"/>
            <a:ext cx="1266577" cy="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ector angular 35">
            <a:extLst>
              <a:ext uri="{FF2B5EF4-FFF2-40B4-BE49-F238E27FC236}">
                <a16:creationId xmlns:a16="http://schemas.microsoft.com/office/drawing/2014/main" id="{FDB93864-1D4F-5700-8709-48BBACB21CA8}"/>
              </a:ext>
            </a:extLst>
          </p:cNvPr>
          <p:cNvCxnSpPr>
            <a:cxnSpLocks/>
            <a:stCxn id="9" idx="0"/>
            <a:endCxn id="38" idx="1"/>
          </p:cNvCxnSpPr>
          <p:nvPr/>
        </p:nvCxnSpPr>
        <p:spPr>
          <a:xfrm rot="5400000" flipH="1" flipV="1">
            <a:off x="4190080" y="756227"/>
            <a:ext cx="869255" cy="43668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9B0CC25-E49A-8087-BB87-6EA006FD7691}"/>
              </a:ext>
            </a:extLst>
          </p:cNvPr>
          <p:cNvSpPr txBox="1"/>
          <p:nvPr/>
        </p:nvSpPr>
        <p:spPr>
          <a:xfrm>
            <a:off x="9769484" y="5234731"/>
            <a:ext cx="1996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sp>
        <p:nvSpPr>
          <p:cNvPr id="44" name="CuadroTexto 118">
            <a:extLst>
              <a:ext uri="{FF2B5EF4-FFF2-40B4-BE49-F238E27FC236}">
                <a16:creationId xmlns:a16="http://schemas.microsoft.com/office/drawing/2014/main" id="{BB62B8DE-3F5F-3208-3098-EF6EFFDEB77E}"/>
              </a:ext>
            </a:extLst>
          </p:cNvPr>
          <p:cNvSpPr txBox="1"/>
          <p:nvPr/>
        </p:nvSpPr>
        <p:spPr>
          <a:xfrm>
            <a:off x="6826668" y="2821714"/>
            <a:ext cx="108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algn="ctr">
              <a:defRPr sz="12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800"/>
              <a:t>DM01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F97AA7B3-DFFE-2411-1FFE-3B3AD19D8FCA}"/>
              </a:ext>
            </a:extLst>
          </p:cNvPr>
          <p:cNvSpPr/>
          <p:nvPr/>
        </p:nvSpPr>
        <p:spPr>
          <a:xfrm>
            <a:off x="8289057" y="2786262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Datos maestros articulos (no inventario)</a:t>
            </a:r>
          </a:p>
        </p:txBody>
      </p:sp>
      <p:cxnSp>
        <p:nvCxnSpPr>
          <p:cNvPr id="49" name="Conector angular 41">
            <a:extLst>
              <a:ext uri="{FF2B5EF4-FFF2-40B4-BE49-F238E27FC236}">
                <a16:creationId xmlns:a16="http://schemas.microsoft.com/office/drawing/2014/main" id="{CBFCBF7C-6055-65DC-2CB4-D28E7036AF64}"/>
              </a:ext>
            </a:extLst>
          </p:cNvPr>
          <p:cNvCxnSpPr>
            <a:cxnSpLocks/>
            <a:stCxn id="9" idx="0"/>
            <a:endCxn id="35" idx="1"/>
          </p:cNvCxnSpPr>
          <p:nvPr/>
        </p:nvCxnSpPr>
        <p:spPr>
          <a:xfrm rot="16200000" flipH="1">
            <a:off x="3020120" y="2795440"/>
            <a:ext cx="466257" cy="1623894"/>
          </a:xfrm>
          <a:prstGeom prst="bentConnector3">
            <a:avLst>
              <a:gd name="adj1" fmla="val -2288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FA9D396-A3C5-DF5A-D9A8-E75662BAF87D}"/>
              </a:ext>
            </a:extLst>
          </p:cNvPr>
          <p:cNvSpPr txBox="1"/>
          <p:nvPr/>
        </p:nvSpPr>
        <p:spPr>
          <a:xfrm>
            <a:off x="4925175" y="4682814"/>
            <a:ext cx="111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BAS, 4 transacciones en 1 mensaje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1276EE04-2BD7-2AB3-03A2-3DA3160CB7B3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7888112" y="4262190"/>
            <a:ext cx="432810" cy="3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6E96CD36-9FE5-D324-276B-C4EDE034C681}"/>
              </a:ext>
            </a:extLst>
          </p:cNvPr>
          <p:cNvCxnSpPr>
            <a:stCxn id="44" idx="3"/>
            <a:endCxn id="48" idx="1"/>
          </p:cNvCxnSpPr>
          <p:nvPr/>
        </p:nvCxnSpPr>
        <p:spPr>
          <a:xfrm>
            <a:off x="7906668" y="3001714"/>
            <a:ext cx="382389" cy="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CuadroTexto 118">
            <a:extLst>
              <a:ext uri="{FF2B5EF4-FFF2-40B4-BE49-F238E27FC236}">
                <a16:creationId xmlns:a16="http://schemas.microsoft.com/office/drawing/2014/main" id="{8E7954B6-8E2E-9C06-4C5D-2B86CD04DD52}"/>
              </a:ext>
            </a:extLst>
          </p:cNvPr>
          <p:cNvSpPr txBox="1"/>
          <p:nvPr/>
        </p:nvSpPr>
        <p:spPr>
          <a:xfrm>
            <a:off x="9433606" y="6061087"/>
            <a:ext cx="786793" cy="2898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algn="ctr">
              <a:defRPr sz="120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MX" sz="800"/>
              <a:t>D-CRED-02</a:t>
            </a:r>
          </a:p>
        </p:txBody>
      </p:sp>
      <p:cxnSp>
        <p:nvCxnSpPr>
          <p:cNvPr id="54" name="Conector angular 83">
            <a:extLst>
              <a:ext uri="{FF2B5EF4-FFF2-40B4-BE49-F238E27FC236}">
                <a16:creationId xmlns:a16="http://schemas.microsoft.com/office/drawing/2014/main" id="{4A200B82-4F3E-7AB5-519F-CF1BA169B6BC}"/>
              </a:ext>
            </a:extLst>
          </p:cNvPr>
          <p:cNvCxnSpPr>
            <a:cxnSpLocks/>
            <a:stCxn id="26" idx="3"/>
            <a:endCxn id="53" idx="0"/>
          </p:cNvCxnSpPr>
          <p:nvPr/>
        </p:nvCxnSpPr>
        <p:spPr>
          <a:xfrm>
            <a:off x="9631811" y="5491559"/>
            <a:ext cx="195192" cy="5695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angular 90">
            <a:extLst>
              <a:ext uri="{FF2B5EF4-FFF2-40B4-BE49-F238E27FC236}">
                <a16:creationId xmlns:a16="http://schemas.microsoft.com/office/drawing/2014/main" id="{50B2D323-8619-CD2B-995B-0E47097C3140}"/>
              </a:ext>
            </a:extLst>
          </p:cNvPr>
          <p:cNvCxnSpPr>
            <a:stCxn id="11" idx="3"/>
            <a:endCxn id="23" idx="1"/>
          </p:cNvCxnSpPr>
          <p:nvPr/>
        </p:nvCxnSpPr>
        <p:spPr>
          <a:xfrm flipV="1">
            <a:off x="5913274" y="4265522"/>
            <a:ext cx="894838" cy="261211"/>
          </a:xfrm>
          <a:prstGeom prst="bentConnector3">
            <a:avLst>
              <a:gd name="adj1" fmla="val 59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19D765E-72FC-28F1-16FF-2D09FF27D46E}"/>
              </a:ext>
            </a:extLst>
          </p:cNvPr>
          <p:cNvSpPr txBox="1"/>
          <p:nvPr/>
        </p:nvSpPr>
        <p:spPr>
          <a:xfrm>
            <a:off x="6808112" y="461840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MX" sz="800" b="1">
                <a:solidFill>
                  <a:schemeClr val="bg1"/>
                </a:solidFill>
                <a:latin typeface="Arial Nova" panose="020B0504020202020204" pitchFamily="34" charset="0"/>
              </a:rPr>
              <a:t>PV02_C-NCR-IC</a:t>
            </a:r>
          </a:p>
        </p:txBody>
      </p:sp>
      <p:sp>
        <p:nvSpPr>
          <p:cNvPr id="57" name="Diagrama de flujo: documento 3">
            <a:extLst>
              <a:ext uri="{FF2B5EF4-FFF2-40B4-BE49-F238E27FC236}">
                <a16:creationId xmlns:a16="http://schemas.microsoft.com/office/drawing/2014/main" id="{47057CC7-26D2-6BAE-63C9-5F44FCEBC5B5}"/>
              </a:ext>
            </a:extLst>
          </p:cNvPr>
          <p:cNvSpPr/>
          <p:nvPr/>
        </p:nvSpPr>
        <p:spPr>
          <a:xfrm>
            <a:off x="8325602" y="4635633"/>
            <a:ext cx="1333260" cy="504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(Intereses por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766D2A3-F8F1-1AFA-CA70-1A7BB862FAB7}"/>
              </a:ext>
            </a:extLst>
          </p:cNvPr>
          <p:cNvSpPr txBox="1"/>
          <p:nvPr/>
        </p:nvSpPr>
        <p:spPr>
          <a:xfrm>
            <a:off x="9609655" y="4581018"/>
            <a:ext cx="2046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</a:t>
            </a:r>
            <a:r>
              <a:rPr lang="es-ES_tradnl" sz="800">
                <a:latin typeface="Arial Nova" panose="020B0504020202020204" pitchFamily="34" charset="0"/>
              </a:rPr>
              <a:t>I</a:t>
            </a:r>
            <a:r>
              <a:rPr lang="es-ES_tradnl" sz="800"/>
              <a:t>dentificar documento:</a:t>
            </a:r>
          </a:p>
          <a:p>
            <a:r>
              <a:rPr lang="es-ES_tradnl" sz="800">
                <a:solidFill>
                  <a:srgbClr val="0070C0"/>
                </a:solidFill>
              </a:rPr>
              <a:t>*No afecta estado de cuenta de cliente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39F00850-37A1-EC16-5F6A-47EB9A3DBFAC}"/>
              </a:ext>
            </a:extLst>
          </p:cNvPr>
          <p:cNvCxnSpPr>
            <a:cxnSpLocks/>
            <a:stCxn id="28" idx="3"/>
            <a:endCxn id="26" idx="1"/>
          </p:cNvCxnSpPr>
          <p:nvPr/>
        </p:nvCxnSpPr>
        <p:spPr>
          <a:xfrm>
            <a:off x="7888112" y="5489273"/>
            <a:ext cx="434413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9CCAFDC-0B2C-E2F8-66C0-58CD18CEE318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>
            <a:off x="7901126" y="3626087"/>
            <a:ext cx="424476" cy="4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23">
            <a:extLst>
              <a:ext uri="{FF2B5EF4-FFF2-40B4-BE49-F238E27FC236}">
                <a16:creationId xmlns:a16="http://schemas.microsoft.com/office/drawing/2014/main" id="{74335498-9947-B5CB-9A28-E2AB33FE5600}"/>
              </a:ext>
            </a:extLst>
          </p:cNvPr>
          <p:cNvCxnSpPr>
            <a:cxnSpLocks/>
            <a:stCxn id="57" idx="3"/>
            <a:endCxn id="53" idx="0"/>
          </p:cNvCxnSpPr>
          <p:nvPr/>
        </p:nvCxnSpPr>
        <p:spPr>
          <a:xfrm>
            <a:off x="9658862" y="4887633"/>
            <a:ext cx="168141" cy="11734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4281FDB-6697-DD29-E524-14C7315F4BE1}"/>
              </a:ext>
            </a:extLst>
          </p:cNvPr>
          <p:cNvSpPr txBox="1"/>
          <p:nvPr/>
        </p:nvSpPr>
        <p:spPr>
          <a:xfrm>
            <a:off x="10227147" y="2187331"/>
            <a:ext cx="1759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*Exponga el saldo real de cada movimiento del cliente considerando los abonos que ya existen, aunque no exista la compensación como tal: lista explicita de los movimientos que tendrá la API (anticipos/enganches no aplicados, facturas con saldo, débitos con saldo, nota de crédito con saldo)</a:t>
            </a:r>
            <a:endParaRPr lang="es-ES_tradnl" sz="80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0E16221-A825-9C73-9693-8DE28A7C95BE}"/>
              </a:ext>
            </a:extLst>
          </p:cNvPr>
          <p:cNvSpPr txBox="1"/>
          <p:nvPr/>
        </p:nvSpPr>
        <p:spPr>
          <a:xfrm>
            <a:off x="10197948" y="5576651"/>
            <a:ext cx="1868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 la Nota de Crédito (Bonificación Financiamiento) No CFDI operativo que la detona</a:t>
            </a:r>
          </a:p>
        </p:txBody>
      </p:sp>
      <p:sp>
        <p:nvSpPr>
          <p:cNvPr id="64" name="CuadroTexto 118">
            <a:extLst>
              <a:ext uri="{FF2B5EF4-FFF2-40B4-BE49-F238E27FC236}">
                <a16:creationId xmlns:a16="http://schemas.microsoft.com/office/drawing/2014/main" id="{51667DA3-5519-7829-4B3E-C4438FF54060}"/>
              </a:ext>
            </a:extLst>
          </p:cNvPr>
          <p:cNvSpPr txBox="1"/>
          <p:nvPr/>
        </p:nvSpPr>
        <p:spPr>
          <a:xfrm>
            <a:off x="9447103" y="1676292"/>
            <a:ext cx="666319" cy="22468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AA980F96-C764-907C-FB73-ED07A253FC39}"/>
              </a:ext>
            </a:extLst>
          </p:cNvPr>
          <p:cNvSpPr txBox="1"/>
          <p:nvPr/>
        </p:nvSpPr>
        <p:spPr>
          <a:xfrm>
            <a:off x="8421518" y="5721134"/>
            <a:ext cx="666319" cy="224689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</p:spTree>
    <p:extLst>
      <p:ext uri="{BB962C8B-B14F-4D97-AF65-F5344CB8AC3E}">
        <p14:creationId xmlns:p14="http://schemas.microsoft.com/office/powerpoint/2010/main" val="38828233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1213-C2E8-A6E6-51A9-7CE2C077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C2970334-6AE1-BB76-DC72-39D08719D16D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D3E0198-0AD4-4A43-62BB-5A772C41D11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76236C22-ED03-0118-3310-CC486B2BEA2D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96AAF933-5F1E-C16D-5BAC-7126174168F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6231DE1-CC47-011A-5C61-D637DA159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0C0A25E3-1BC6-1509-5D50-82482B6C349C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158896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F516-4D01-ABE5-E3B8-3655A0C2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0B4C951-997E-53E4-37E3-8D41106197B9}"/>
              </a:ext>
            </a:extLst>
          </p:cNvPr>
          <p:cNvSpPr/>
          <p:nvPr/>
        </p:nvSpPr>
        <p:spPr>
          <a:xfrm>
            <a:off x="908999" y="438480"/>
            <a:ext cx="9863375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 dirty="0">
                <a:latin typeface="Arial"/>
              </a:rPr>
              <a:t>Arquitectura – Reversa Notas Cargo en S4 (Mercaderías/Débitos/Credilanas/Seguros Vida)</a:t>
            </a:r>
            <a:endParaRPr lang="es-MX" sz="2000" b="1" strike="noStrike" spc="-1" dirty="0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52F23F5-3C56-BF6F-A4CA-DD8661BF7D18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1F80460-3916-EB48-B04F-117A8A97B36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1F56CD9-0862-0FA8-3CFA-A2736D17DD7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4731FF8-E2C7-B9DF-41A0-A61D3F93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D7ED758-7B11-6B63-D6B8-C1F3DE265BCC}"/>
              </a:ext>
            </a:extLst>
          </p:cNvPr>
          <p:cNvSpPr/>
          <p:nvPr/>
        </p:nvSpPr>
        <p:spPr>
          <a:xfrm>
            <a:off x="1465101" y="1661226"/>
            <a:ext cx="2967247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C788C7-B12C-9AD0-6C69-27D61BDF8BE8}"/>
              </a:ext>
            </a:extLst>
          </p:cNvPr>
          <p:cNvSpPr/>
          <p:nvPr/>
        </p:nvSpPr>
        <p:spPr>
          <a:xfrm>
            <a:off x="5396900" y="1667050"/>
            <a:ext cx="6642141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0CAE5-CD92-C663-2015-A0CE87A393BF}"/>
              </a:ext>
            </a:extLst>
          </p:cNvPr>
          <p:cNvSpPr txBox="1"/>
          <p:nvPr/>
        </p:nvSpPr>
        <p:spPr>
          <a:xfrm>
            <a:off x="5396900" y="1316898"/>
            <a:ext cx="664214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BDD344-FE34-FE9D-B1E8-3CD0103E1A57}"/>
              </a:ext>
            </a:extLst>
          </p:cNvPr>
          <p:cNvSpPr txBox="1"/>
          <p:nvPr/>
        </p:nvSpPr>
        <p:spPr>
          <a:xfrm>
            <a:off x="136824" y="6136914"/>
            <a:ext cx="10635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Notas: 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 a) Este escenario describe integraciones compatibles con la nube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b)El sistema origen que mande a crear la  nota de débito deberá enviar la clase de documento para que se identifique cuando será CFDI y cuando No CFDI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3F8442-E2AD-3554-AF5B-5A3595376AAF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D9A19A-ADC3-2183-6FBE-9BAD1F3C61BF}"/>
              </a:ext>
            </a:extLst>
          </p:cNvPr>
          <p:cNvSpPr txBox="1"/>
          <p:nvPr/>
        </p:nvSpPr>
        <p:spPr>
          <a:xfrm>
            <a:off x="1465101" y="1316898"/>
            <a:ext cx="2967247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33E762-AE01-04A2-9FBE-CD4747C7A016}"/>
              </a:ext>
            </a:extLst>
          </p:cNvPr>
          <p:cNvSpPr/>
          <p:nvPr/>
        </p:nvSpPr>
        <p:spPr>
          <a:xfrm>
            <a:off x="136825" y="1642537"/>
            <a:ext cx="1260000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CD9F26-CBF4-93A9-FF2C-C0B1CB48D4F2}"/>
              </a:ext>
            </a:extLst>
          </p:cNvPr>
          <p:cNvSpPr txBox="1"/>
          <p:nvPr/>
        </p:nvSpPr>
        <p:spPr>
          <a:xfrm>
            <a:off x="136825" y="1316898"/>
            <a:ext cx="1260000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7F9B55-1BAD-4605-F518-A1039EAE48C0}"/>
              </a:ext>
            </a:extLst>
          </p:cNvPr>
          <p:cNvSpPr/>
          <p:nvPr/>
        </p:nvSpPr>
        <p:spPr>
          <a:xfrm>
            <a:off x="1526200" y="2054472"/>
            <a:ext cx="2858090" cy="3746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C746CE6F-A37E-6C07-CA42-F1DB04ADA73D}"/>
              </a:ext>
            </a:extLst>
          </p:cNvPr>
          <p:cNvSpPr/>
          <p:nvPr/>
        </p:nvSpPr>
        <p:spPr>
          <a:xfrm>
            <a:off x="8511314" y="4224084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3446E4-35C1-B8BD-ABD6-7118CF386CE7}"/>
              </a:ext>
            </a:extLst>
          </p:cNvPr>
          <p:cNvSpPr txBox="1"/>
          <p:nvPr/>
        </p:nvSpPr>
        <p:spPr>
          <a:xfrm>
            <a:off x="7675211" y="2859586"/>
            <a:ext cx="1108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Documentos manuales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A9CBE71-160B-DDF5-C8D0-5CC9DB3AF53C}"/>
              </a:ext>
            </a:extLst>
          </p:cNvPr>
          <p:cNvSpPr/>
          <p:nvPr/>
        </p:nvSpPr>
        <p:spPr>
          <a:xfrm>
            <a:off x="7675211" y="3231311"/>
            <a:ext cx="118800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(R) sin contabilizar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13FA816-8E72-AAE2-EE6B-8A0A85DAD983}"/>
              </a:ext>
            </a:extLst>
          </p:cNvPr>
          <p:cNvSpPr/>
          <p:nvPr/>
        </p:nvSpPr>
        <p:spPr>
          <a:xfrm>
            <a:off x="1596516" y="4160737"/>
            <a:ext cx="1080000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>
                <a:solidFill>
                  <a:schemeClr val="tx1"/>
                </a:solidFill>
                <a:latin typeface="Arial Nova" panose="020B0504020202020204" pitchFamily="34" charset="0"/>
              </a:rPr>
              <a:t>Actualiza estatus de  parcialidades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8674A3-F20E-CA5C-A0C0-16B1B4E7021F}"/>
              </a:ext>
            </a:extLst>
          </p:cNvPr>
          <p:cNvSpPr/>
          <p:nvPr/>
        </p:nvSpPr>
        <p:spPr>
          <a:xfrm>
            <a:off x="6076226" y="3265051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SD49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0E71F2-F530-3526-8D97-AEBBFE35F2B9}"/>
              </a:ext>
            </a:extLst>
          </p:cNvPr>
          <p:cNvSpPr/>
          <p:nvPr/>
        </p:nvSpPr>
        <p:spPr>
          <a:xfrm>
            <a:off x="4500624" y="1661528"/>
            <a:ext cx="828000" cy="424197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5274F7F-7E36-EC9B-FE08-5FCA294E4CDA}"/>
              </a:ext>
            </a:extLst>
          </p:cNvPr>
          <p:cNvSpPr txBox="1"/>
          <p:nvPr/>
        </p:nvSpPr>
        <p:spPr>
          <a:xfrm>
            <a:off x="4500624" y="1316898"/>
            <a:ext cx="82800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19" name="Conector angular 11">
            <a:extLst>
              <a:ext uri="{FF2B5EF4-FFF2-40B4-BE49-F238E27FC236}">
                <a16:creationId xmlns:a16="http://schemas.microsoft.com/office/drawing/2014/main" id="{6F899DA3-F156-AD3D-54C8-BA2A41DEB80A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2676516" y="4402699"/>
            <a:ext cx="3399710" cy="5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64EF43B-B293-FF08-9DC2-AA19447C5E05}"/>
              </a:ext>
            </a:extLst>
          </p:cNvPr>
          <p:cNvSpPr/>
          <p:nvPr/>
        </p:nvSpPr>
        <p:spPr>
          <a:xfrm>
            <a:off x="6076226" y="4242398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839624F-94B1-E322-FE22-27D0074250FC}"/>
              </a:ext>
            </a:extLst>
          </p:cNvPr>
          <p:cNvSpPr/>
          <p:nvPr/>
        </p:nvSpPr>
        <p:spPr>
          <a:xfrm>
            <a:off x="9584375" y="5054732"/>
            <a:ext cx="1188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Crédito (R) para contabilizar </a:t>
            </a:r>
          </a:p>
        </p:txBody>
      </p:sp>
      <p:cxnSp>
        <p:nvCxnSpPr>
          <p:cNvPr id="22" name="Conector angular 6">
            <a:extLst>
              <a:ext uri="{FF2B5EF4-FFF2-40B4-BE49-F238E27FC236}">
                <a16:creationId xmlns:a16="http://schemas.microsoft.com/office/drawing/2014/main" id="{A67DE5CA-094D-7CF1-A497-41244B338E8C}"/>
              </a:ext>
            </a:extLst>
          </p:cNvPr>
          <p:cNvCxnSpPr>
            <a:cxnSpLocks/>
            <a:stCxn id="15" idx="2"/>
            <a:endCxn id="23" idx="1"/>
          </p:cNvCxnSpPr>
          <p:nvPr/>
        </p:nvCxnSpPr>
        <p:spPr>
          <a:xfrm rot="16200000" flipH="1">
            <a:off x="3758620" y="3022556"/>
            <a:ext cx="695503" cy="39397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252CB1C-1B11-F075-F351-DCF8FA4A264B}"/>
              </a:ext>
            </a:extLst>
          </p:cNvPr>
          <p:cNvSpPr/>
          <p:nvPr/>
        </p:nvSpPr>
        <p:spPr>
          <a:xfrm>
            <a:off x="6076226" y="5174563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SD30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454CA7-6A74-929E-CFB2-B7E5D8F96519}"/>
              </a:ext>
            </a:extLst>
          </p:cNvPr>
          <p:cNvSpPr txBox="1"/>
          <p:nvPr/>
        </p:nvSpPr>
        <p:spPr>
          <a:xfrm>
            <a:off x="4119736" y="3259696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S4H Retorna a BAS el  # nota débito</a:t>
            </a:r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BE9B9FC9-D80A-E198-70AD-965541702F0C}"/>
              </a:ext>
            </a:extLst>
          </p:cNvPr>
          <p:cNvSpPr/>
          <p:nvPr/>
        </p:nvSpPr>
        <p:spPr>
          <a:xfrm>
            <a:off x="8511314" y="2229182"/>
            <a:ext cx="3183297" cy="34102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Estándar Condiciones de Pago con su complemento en tabla </a:t>
            </a:r>
            <a:r>
              <a:rPr lang="es-ES_tradnl" sz="900" b="1" err="1">
                <a:latin typeface="Arial Nova" panose="020B0504020202020204" pitchFamily="34" charset="0"/>
              </a:rPr>
              <a:t>ZAgrupadoresCobro</a:t>
            </a:r>
            <a:endParaRPr lang="es-ES_tradnl" sz="900" b="1">
              <a:latin typeface="Arial Nova" panose="020B05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7010FA3-A21D-4E46-AD7E-0BD6B14EA231}"/>
              </a:ext>
            </a:extLst>
          </p:cNvPr>
          <p:cNvSpPr/>
          <p:nvPr/>
        </p:nvSpPr>
        <p:spPr>
          <a:xfrm>
            <a:off x="6076226" y="2236457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SD40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9F5DCEB-111F-4B3D-404E-036425126048}"/>
              </a:ext>
            </a:extLst>
          </p:cNvPr>
          <p:cNvCxnSpPr>
            <a:cxnSpLocks/>
            <a:stCxn id="26" idx="3"/>
            <a:endCxn id="25" idx="5"/>
          </p:cNvCxnSpPr>
          <p:nvPr/>
        </p:nvCxnSpPr>
        <p:spPr>
          <a:xfrm flipV="1">
            <a:off x="7156226" y="2399694"/>
            <a:ext cx="1397716" cy="2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ctor angular 42">
            <a:extLst>
              <a:ext uri="{FF2B5EF4-FFF2-40B4-BE49-F238E27FC236}">
                <a16:creationId xmlns:a16="http://schemas.microsoft.com/office/drawing/2014/main" id="{7BDECB0A-4FB2-D21C-0DF1-1BF3F83EE164}"/>
              </a:ext>
            </a:extLst>
          </p:cNvPr>
          <p:cNvCxnSpPr>
            <a:cxnSpLocks/>
            <a:stCxn id="32" idx="3"/>
            <a:endCxn id="26" idx="1"/>
          </p:cNvCxnSpPr>
          <p:nvPr/>
        </p:nvCxnSpPr>
        <p:spPr>
          <a:xfrm>
            <a:off x="2684089" y="2401937"/>
            <a:ext cx="3392137" cy="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12E1EF4-DB48-CFAE-BAB6-B279C2157407}"/>
              </a:ext>
            </a:extLst>
          </p:cNvPr>
          <p:cNvCxnSpPr>
            <a:stCxn id="23" idx="3"/>
            <a:endCxn id="21" idx="1"/>
          </p:cNvCxnSpPr>
          <p:nvPr/>
        </p:nvCxnSpPr>
        <p:spPr>
          <a:xfrm>
            <a:off x="7156226" y="5340163"/>
            <a:ext cx="2428149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06A6460-FC1E-D8F3-7FC9-EB141378063F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7156226" y="3430651"/>
            <a:ext cx="518985" cy="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0A5CEFC0-CC42-7486-0FD6-3B6B19CB4C58}"/>
              </a:ext>
            </a:extLst>
          </p:cNvPr>
          <p:cNvCxnSpPr>
            <a:stCxn id="20" idx="3"/>
            <a:endCxn id="12" idx="5"/>
          </p:cNvCxnSpPr>
          <p:nvPr/>
        </p:nvCxnSpPr>
        <p:spPr>
          <a:xfrm flipV="1">
            <a:off x="7156226" y="4405331"/>
            <a:ext cx="1400400" cy="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428FF1B-6564-2FFA-76A2-7212B5B2F12D}"/>
              </a:ext>
            </a:extLst>
          </p:cNvPr>
          <p:cNvSpPr/>
          <p:nvPr/>
        </p:nvSpPr>
        <p:spPr>
          <a:xfrm>
            <a:off x="1604089" y="2159975"/>
            <a:ext cx="1080000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>
                <a:solidFill>
                  <a:schemeClr val="tx1"/>
                </a:solidFill>
                <a:latin typeface="Arial Nova" panose="020B0504020202020204" pitchFamily="34" charset="0"/>
              </a:rPr>
              <a:t>Evalúa Documento creado manual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AAF5C5C-D086-7A8C-8356-697B91880560}"/>
              </a:ext>
            </a:extLst>
          </p:cNvPr>
          <p:cNvCxnSpPr>
            <a:cxnSpLocks/>
            <a:stCxn id="16" idx="1"/>
            <a:endCxn id="34" idx="3"/>
          </p:cNvCxnSpPr>
          <p:nvPr/>
        </p:nvCxnSpPr>
        <p:spPr>
          <a:xfrm flipH="1" flipV="1">
            <a:off x="3438370" y="3426938"/>
            <a:ext cx="2637856" cy="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2BD21F5-8DF8-C10A-63BA-6622D97DC625}"/>
              </a:ext>
            </a:extLst>
          </p:cNvPr>
          <p:cNvSpPr/>
          <p:nvPr/>
        </p:nvSpPr>
        <p:spPr>
          <a:xfrm>
            <a:off x="2358370" y="3261338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MAVI03</a:t>
            </a:r>
          </a:p>
        </p:txBody>
      </p:sp>
      <p:sp>
        <p:nvSpPr>
          <p:cNvPr id="35" name="CuadroTexto 54">
            <a:extLst>
              <a:ext uri="{FF2B5EF4-FFF2-40B4-BE49-F238E27FC236}">
                <a16:creationId xmlns:a16="http://schemas.microsoft.com/office/drawing/2014/main" id="{6EE66283-F82E-8918-6AB0-6B35EBB1D440}"/>
              </a:ext>
            </a:extLst>
          </p:cNvPr>
          <p:cNvSpPr txBox="1"/>
          <p:nvPr/>
        </p:nvSpPr>
        <p:spPr>
          <a:xfrm>
            <a:off x="9736532" y="3235866"/>
            <a:ext cx="880880" cy="396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36" name="CuadroTexto 55">
            <a:extLst>
              <a:ext uri="{FF2B5EF4-FFF2-40B4-BE49-F238E27FC236}">
                <a16:creationId xmlns:a16="http://schemas.microsoft.com/office/drawing/2014/main" id="{D3979AA2-331A-3F3D-FF76-7A450A60060F}"/>
              </a:ext>
            </a:extLst>
          </p:cNvPr>
          <p:cNvSpPr txBox="1"/>
          <p:nvPr/>
        </p:nvSpPr>
        <p:spPr>
          <a:xfrm>
            <a:off x="10555434" y="3203033"/>
            <a:ext cx="1367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Débito creado en S4</a:t>
            </a:r>
          </a:p>
        </p:txBody>
      </p:sp>
      <p:sp>
        <p:nvSpPr>
          <p:cNvPr id="37" name="CuadroTexto 6">
            <a:extLst>
              <a:ext uri="{FF2B5EF4-FFF2-40B4-BE49-F238E27FC236}">
                <a16:creationId xmlns:a16="http://schemas.microsoft.com/office/drawing/2014/main" id="{89FE03FF-EBAD-2E87-8ED5-2D0B31DE958B}"/>
              </a:ext>
            </a:extLst>
          </p:cNvPr>
          <p:cNvSpPr txBox="1"/>
          <p:nvPr/>
        </p:nvSpPr>
        <p:spPr>
          <a:xfrm>
            <a:off x="2927373" y="4209978"/>
            <a:ext cx="30745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>
                <a:solidFill>
                  <a:srgbClr val="000000"/>
                </a:solidFill>
                <a:latin typeface="Arial Nova" panose="020B0504020202020204" pitchFamily="34" charset="0"/>
              </a:rPr>
              <a:t>* Se debe enviar </a:t>
            </a:r>
            <a:r>
              <a:rPr lang="es-MX" sz="800" b="0" i="0" u="none" strike="noStrike">
                <a:solidFill>
                  <a:srgbClr val="000000"/>
                </a:solidFill>
                <a:effectLst/>
                <a:latin typeface="Arial Nova" panose="020B0504020202020204" pitchFamily="34" charset="0"/>
              </a:rPr>
              <a:t>n registros con la INFO de cada parcialidad</a:t>
            </a:r>
            <a:endParaRPr lang="es-MX" sz="800">
              <a:latin typeface="Arial Nova" panose="020B0504020202020204" pitchFamily="34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7BDB505B-123F-3AD9-3B65-AF95BB1FB268}"/>
              </a:ext>
            </a:extLst>
          </p:cNvPr>
          <p:cNvCxnSpPr>
            <a:stCxn id="14" idx="3"/>
            <a:endCxn id="35" idx="1"/>
          </p:cNvCxnSpPr>
          <p:nvPr/>
        </p:nvCxnSpPr>
        <p:spPr>
          <a:xfrm>
            <a:off x="8863211" y="3431366"/>
            <a:ext cx="873321" cy="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>
            <a:extLst>
              <a:ext uri="{FF2B5EF4-FFF2-40B4-BE49-F238E27FC236}">
                <a16:creationId xmlns:a16="http://schemas.microsoft.com/office/drawing/2014/main" id="{A31B1879-17FB-A5A8-63D7-B5AC73B71CD2}"/>
              </a:ext>
            </a:extLst>
          </p:cNvPr>
          <p:cNvCxnSpPr>
            <a:cxnSpLocks/>
            <a:stCxn id="34" idx="0"/>
          </p:cNvCxnSpPr>
          <p:nvPr/>
        </p:nvCxnSpPr>
        <p:spPr>
          <a:xfrm rot="16200000" flipV="1">
            <a:off x="2285512" y="2648480"/>
            <a:ext cx="617440" cy="6082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95C5163-1787-88A7-28E2-FC468F93867C}"/>
              </a:ext>
            </a:extLst>
          </p:cNvPr>
          <p:cNvCxnSpPr>
            <a:stCxn id="32" idx="2"/>
            <a:endCxn id="15" idx="0"/>
          </p:cNvCxnSpPr>
          <p:nvPr/>
        </p:nvCxnSpPr>
        <p:spPr>
          <a:xfrm flipH="1">
            <a:off x="2136516" y="2643898"/>
            <a:ext cx="7573" cy="1516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05217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6C52-DFCA-8898-6B87-25B564A1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92AD8B3-8CAC-4377-C19B-1C47DEC964A5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F622853-DAD3-B436-C17A-5D973954DBA0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DEB48F1-1822-DD04-A867-1161F831EDC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E0C4AE5-0EB0-4CAB-6052-D0550FFD0D9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C50FEA7-492C-CD8F-2040-F7652A07C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51C6AA2E-C2F4-CC38-ADB6-6318F60EFC3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83458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96C65-52BE-6657-DD9E-79BA5225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B3AD5864-4825-F6E6-A51E-C066A87072C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B07B9C2-175E-8912-1445-CD8243B5A86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ED4ADD8-43A7-4498-6B40-6F3A61344D9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244AF1E-5A6B-E746-B42D-9B760211A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5">
            <a:extLst>
              <a:ext uri="{FF2B5EF4-FFF2-40B4-BE49-F238E27FC236}">
                <a16:creationId xmlns:a16="http://schemas.microsoft.com/office/drawing/2014/main" id="{45C64A2E-0F12-6FCE-D5A4-FD08804D4911}"/>
              </a:ext>
            </a:extLst>
          </p:cNvPr>
          <p:cNvSpPr/>
          <p:nvPr/>
        </p:nvSpPr>
        <p:spPr>
          <a:xfrm>
            <a:off x="909000" y="438480"/>
            <a:ext cx="9952288" cy="6725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 dirty="0">
                <a:latin typeface="Arial"/>
              </a:rPr>
              <a:t>Arquitectura – Reversa Notas Crédito en S4 </a:t>
            </a:r>
            <a:r>
              <a:rPr lang="es-MX" b="1" spc="-1" dirty="0">
                <a:latin typeface="Arial"/>
              </a:rPr>
              <a:t>(Mercaderías/Débitos/Credilanas/Seguros Vida)</a:t>
            </a:r>
            <a:endParaRPr lang="es-MX" sz="2400" b="1" strike="noStrike" spc="-1" dirty="0">
              <a:latin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2B9958-6894-18B4-8645-A8B446D18A59}"/>
              </a:ext>
            </a:extLst>
          </p:cNvPr>
          <p:cNvSpPr/>
          <p:nvPr/>
        </p:nvSpPr>
        <p:spPr>
          <a:xfrm>
            <a:off x="2443446" y="1661226"/>
            <a:ext cx="2264069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3C0890-C670-72DF-E587-DC599F8B7E1E}"/>
              </a:ext>
            </a:extLst>
          </p:cNvPr>
          <p:cNvSpPr/>
          <p:nvPr/>
        </p:nvSpPr>
        <p:spPr>
          <a:xfrm>
            <a:off x="7006359" y="1667050"/>
            <a:ext cx="5032681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5F18F9-D7E1-8B9E-BE45-2EE3EFB368B2}"/>
              </a:ext>
            </a:extLst>
          </p:cNvPr>
          <p:cNvSpPr txBox="1"/>
          <p:nvPr/>
        </p:nvSpPr>
        <p:spPr>
          <a:xfrm>
            <a:off x="7006359" y="1316898"/>
            <a:ext cx="5032682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6A7DB2-A10C-41AF-82E6-E4113A33B9C2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A27FF8-990B-1AB7-FF27-83E3C492DC05}"/>
              </a:ext>
            </a:extLst>
          </p:cNvPr>
          <p:cNvSpPr txBox="1"/>
          <p:nvPr/>
        </p:nvSpPr>
        <p:spPr>
          <a:xfrm>
            <a:off x="2443445" y="1316898"/>
            <a:ext cx="22640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5D9EF0-C54E-4772-F8A6-FE577FE5E798}"/>
              </a:ext>
            </a:extLst>
          </p:cNvPr>
          <p:cNvSpPr/>
          <p:nvPr/>
        </p:nvSpPr>
        <p:spPr>
          <a:xfrm>
            <a:off x="136825" y="1642537"/>
            <a:ext cx="2222424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49D505-A674-535F-16E8-6CF1468E3BE6}"/>
              </a:ext>
            </a:extLst>
          </p:cNvPr>
          <p:cNvSpPr txBox="1"/>
          <p:nvPr/>
        </p:nvSpPr>
        <p:spPr>
          <a:xfrm>
            <a:off x="136825" y="1316898"/>
            <a:ext cx="222242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7EB80BB-D05B-555C-CBFF-AD4F295AD8EF}"/>
              </a:ext>
            </a:extLst>
          </p:cNvPr>
          <p:cNvSpPr/>
          <p:nvPr/>
        </p:nvSpPr>
        <p:spPr>
          <a:xfrm>
            <a:off x="2529080" y="2054472"/>
            <a:ext cx="2070341" cy="3820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62F16193-A6AB-6638-271F-98F930102F0B}"/>
              </a:ext>
            </a:extLst>
          </p:cNvPr>
          <p:cNvSpPr/>
          <p:nvPr/>
        </p:nvSpPr>
        <p:spPr>
          <a:xfrm>
            <a:off x="8580138" y="3752142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0A8C7A-5CD7-954C-CBDF-C4EB7E88E612}"/>
              </a:ext>
            </a:extLst>
          </p:cNvPr>
          <p:cNvSpPr txBox="1"/>
          <p:nvPr/>
        </p:nvSpPr>
        <p:spPr>
          <a:xfrm>
            <a:off x="10772375" y="2161499"/>
            <a:ext cx="1108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Documentos manuales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30EB48E-072D-D6B2-E2A1-B8A82BB294E5}"/>
              </a:ext>
            </a:extLst>
          </p:cNvPr>
          <p:cNvSpPr/>
          <p:nvPr/>
        </p:nvSpPr>
        <p:spPr>
          <a:xfrm>
            <a:off x="10772375" y="2533224"/>
            <a:ext cx="11088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Cargo sin contabilizar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BD5D766-6819-11A8-7BF1-1A947071AD33}"/>
              </a:ext>
            </a:extLst>
          </p:cNvPr>
          <p:cNvSpPr/>
          <p:nvPr/>
        </p:nvSpPr>
        <p:spPr>
          <a:xfrm>
            <a:off x="2931999" y="3686920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Distribuir el importe de la nota de crédito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2BA10C2-EAFF-5B2C-7448-FC70F86FFEB6}"/>
              </a:ext>
            </a:extLst>
          </p:cNvPr>
          <p:cNvSpPr/>
          <p:nvPr/>
        </p:nvSpPr>
        <p:spPr>
          <a:xfrm>
            <a:off x="7177437" y="257679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SD49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F4E211C-AF76-DB0D-8375-96F420699D9A}"/>
              </a:ext>
            </a:extLst>
          </p:cNvPr>
          <p:cNvSpPr/>
          <p:nvPr/>
        </p:nvSpPr>
        <p:spPr>
          <a:xfrm>
            <a:off x="4829833" y="1661528"/>
            <a:ext cx="2063708" cy="43634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C5A9FEC-BE11-FF3A-1282-3244C4892A0E}"/>
              </a:ext>
            </a:extLst>
          </p:cNvPr>
          <p:cNvSpPr txBox="1"/>
          <p:nvPr/>
        </p:nvSpPr>
        <p:spPr>
          <a:xfrm>
            <a:off x="4825083" y="1316898"/>
            <a:ext cx="2063708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6D467E-90DB-306D-7CD4-6EFF8E93F686}"/>
              </a:ext>
            </a:extLst>
          </p:cNvPr>
          <p:cNvSpPr/>
          <p:nvPr/>
        </p:nvSpPr>
        <p:spPr>
          <a:xfrm>
            <a:off x="7177437" y="3770460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15D4EF8-5F80-E3C4-A43A-60414CC448C1}"/>
              </a:ext>
            </a:extLst>
          </p:cNvPr>
          <p:cNvSpPr/>
          <p:nvPr/>
        </p:nvSpPr>
        <p:spPr>
          <a:xfrm>
            <a:off x="8886283" y="4572950"/>
            <a:ext cx="1188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Cargo para contabilizar</a:t>
            </a:r>
          </a:p>
        </p:txBody>
      </p:sp>
      <p:cxnSp>
        <p:nvCxnSpPr>
          <p:cNvPr id="21" name="Conector angular 6">
            <a:extLst>
              <a:ext uri="{FF2B5EF4-FFF2-40B4-BE49-F238E27FC236}">
                <a16:creationId xmlns:a16="http://schemas.microsoft.com/office/drawing/2014/main" id="{38E8E635-520B-CB3C-4022-AB7E66D6095F}"/>
              </a:ext>
            </a:extLst>
          </p:cNvPr>
          <p:cNvCxnSpPr>
            <a:cxnSpLocks/>
            <a:stCxn id="15" idx="2"/>
            <a:endCxn id="22" idx="1"/>
          </p:cNvCxnSpPr>
          <p:nvPr/>
        </p:nvCxnSpPr>
        <p:spPr>
          <a:xfrm rot="16200000" flipH="1">
            <a:off x="5027472" y="2708416"/>
            <a:ext cx="687538" cy="36123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F09A4C1-C940-D9A7-D8E0-4B388B1520B2}"/>
              </a:ext>
            </a:extLst>
          </p:cNvPr>
          <p:cNvSpPr/>
          <p:nvPr/>
        </p:nvSpPr>
        <p:spPr>
          <a:xfrm>
            <a:off x="7177437" y="4692781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30E719D-22C2-2FFA-023F-0494ABE58F08}"/>
              </a:ext>
            </a:extLst>
          </p:cNvPr>
          <p:cNvSpPr txBox="1"/>
          <p:nvPr/>
        </p:nvSpPr>
        <p:spPr>
          <a:xfrm>
            <a:off x="4857815" y="2558110"/>
            <a:ext cx="1986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*S4H Retorna a BAS el  # nota débito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40AA0A7-0376-A7ED-704D-1F05645DA882}"/>
              </a:ext>
            </a:extLst>
          </p:cNvPr>
          <p:cNvCxnSpPr>
            <a:stCxn id="22" idx="3"/>
            <a:endCxn id="20" idx="1"/>
          </p:cNvCxnSpPr>
          <p:nvPr/>
        </p:nvCxnSpPr>
        <p:spPr>
          <a:xfrm>
            <a:off x="8257437" y="4858381"/>
            <a:ext cx="628846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2D1B12E-A5D6-4F6A-FDF0-32B5088882B5}"/>
              </a:ext>
            </a:extLst>
          </p:cNvPr>
          <p:cNvCxnSpPr>
            <a:stCxn id="19" idx="3"/>
            <a:endCxn id="12" idx="5"/>
          </p:cNvCxnSpPr>
          <p:nvPr/>
        </p:nvCxnSpPr>
        <p:spPr>
          <a:xfrm flipV="1">
            <a:off x="8257437" y="3933389"/>
            <a:ext cx="368013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CC7BC5C-A7A8-21FF-EF17-784C6C1D27EC}"/>
              </a:ext>
            </a:extLst>
          </p:cNvPr>
          <p:cNvSpPr txBox="1"/>
          <p:nvPr/>
        </p:nvSpPr>
        <p:spPr>
          <a:xfrm>
            <a:off x="4922122" y="3727293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*Actualización de parcialidades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E1FBBC6-9E1F-5D5F-8D85-4F1330D46CA4}"/>
              </a:ext>
            </a:extLst>
          </p:cNvPr>
          <p:cNvSpPr txBox="1"/>
          <p:nvPr/>
        </p:nvSpPr>
        <p:spPr>
          <a:xfrm>
            <a:off x="136824" y="6136914"/>
            <a:ext cx="10860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>
                <a:latin typeface="Arial Nova" panose="020B0504020202020204" pitchFamily="34" charset="0"/>
              </a:rPr>
              <a:t>Notas: 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 a) Este escenario describe integraciones compatibles con la nube</a:t>
            </a:r>
          </a:p>
          <a:p>
            <a:r>
              <a:rPr lang="es-ES_tradnl" sz="1200" i="1">
                <a:latin typeface="Arial Nova" panose="020B0504020202020204" pitchFamily="34" charset="0"/>
              </a:rPr>
              <a:t>b)El sistema origen que mande a crear la  nota de crédito deberá enviar la clase de documento para que se identifique cuando será CFDI y cuando No CFDI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4DCDABC-38A7-5AC4-8D35-377916DBBEBA}"/>
              </a:ext>
            </a:extLst>
          </p:cNvPr>
          <p:cNvSpPr/>
          <p:nvPr/>
        </p:nvSpPr>
        <p:spPr>
          <a:xfrm>
            <a:off x="3024250" y="2575430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MAVI04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EA0AA75-62F6-B2E5-E858-A5C1F508D30E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4198091" y="3928882"/>
            <a:ext cx="2979346" cy="7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CBBA637A-3EC0-ABB3-E428-4C6350D26DDC}"/>
              </a:ext>
            </a:extLst>
          </p:cNvPr>
          <p:cNvCxnSpPr>
            <a:cxnSpLocks/>
            <a:stCxn id="28" idx="2"/>
            <a:endCxn id="15" idx="0"/>
          </p:cNvCxnSpPr>
          <p:nvPr/>
        </p:nvCxnSpPr>
        <p:spPr>
          <a:xfrm>
            <a:off x="3564250" y="2906630"/>
            <a:ext cx="795" cy="780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3BC860A-0C7E-C397-E7F3-60F23A4C0131}"/>
              </a:ext>
            </a:extLst>
          </p:cNvPr>
          <p:cNvCxnSpPr>
            <a:stCxn id="16" idx="1"/>
            <a:endCxn id="28" idx="3"/>
          </p:cNvCxnSpPr>
          <p:nvPr/>
        </p:nvCxnSpPr>
        <p:spPr>
          <a:xfrm flipH="1" flipV="1">
            <a:off x="4104250" y="2741030"/>
            <a:ext cx="3073187" cy="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F7B44FB-FFD0-40C1-0296-814CBB904224}"/>
              </a:ext>
            </a:extLst>
          </p:cNvPr>
          <p:cNvCxnSpPr>
            <a:stCxn id="14" idx="1"/>
            <a:endCxn id="16" idx="3"/>
          </p:cNvCxnSpPr>
          <p:nvPr/>
        </p:nvCxnSpPr>
        <p:spPr>
          <a:xfrm flipH="1">
            <a:off x="8257437" y="2733279"/>
            <a:ext cx="2514938" cy="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70859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88687-5EFA-6CBA-A9D4-08125B8D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66A5D1EA-7453-F5FE-766D-9770E776C929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E370E1F-ED9E-D9BA-9764-51EE0B45573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58E1F9A5-C7C5-C27A-2E87-4FF19B2439F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358A812-ED91-CD91-C2C3-3255744AE7DB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7D752F9-B3EB-68F1-F8CD-7843FA82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A645B06F-8376-72B6-98A6-7C3777F7757C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551259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0FDB-0035-E50A-9F7D-37BD5838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16">
            <a:extLst>
              <a:ext uri="{FF2B5EF4-FFF2-40B4-BE49-F238E27FC236}">
                <a16:creationId xmlns:a16="http://schemas.microsoft.com/office/drawing/2014/main" id="{9C9914DD-7B6F-09AD-2F94-FA7213A07C8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4356C6EA-2184-A119-926A-3DD7ECBA3FF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22B5466-40F0-3E5D-C29A-332DCF10EF7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BB33DC9-F451-4102-4917-4337FF3A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0703F08-5D4D-694A-019C-E813BEF135BD}"/>
              </a:ext>
            </a:extLst>
          </p:cNvPr>
          <p:cNvSpPr/>
          <p:nvPr/>
        </p:nvSpPr>
        <p:spPr>
          <a:xfrm>
            <a:off x="2443446" y="1661226"/>
            <a:ext cx="226406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4D7D50-18C6-8745-0D41-EF4FBE3EA926}"/>
              </a:ext>
            </a:extLst>
          </p:cNvPr>
          <p:cNvSpPr/>
          <p:nvPr/>
        </p:nvSpPr>
        <p:spPr>
          <a:xfrm>
            <a:off x="6429593" y="1667050"/>
            <a:ext cx="5609448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87E3BD6-576B-995B-44BA-9894AD8C18C2}"/>
              </a:ext>
            </a:extLst>
          </p:cNvPr>
          <p:cNvSpPr txBox="1"/>
          <p:nvPr/>
        </p:nvSpPr>
        <p:spPr>
          <a:xfrm>
            <a:off x="6429592" y="1316898"/>
            <a:ext cx="560944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D263E7D-ADCE-79E4-5BA7-A10407E23A7B}"/>
              </a:ext>
            </a:extLst>
          </p:cNvPr>
          <p:cNvSpPr txBox="1"/>
          <p:nvPr/>
        </p:nvSpPr>
        <p:spPr>
          <a:xfrm>
            <a:off x="269298" y="6531229"/>
            <a:ext cx="4089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>
                <a:latin typeface="Arial Nova" panose="020B0504020202020204" pitchFamily="34" charset="0"/>
              </a:rPr>
              <a:t>Nota: Este escenario describe integraciones compatibles con la nube</a:t>
            </a:r>
          </a:p>
        </p:txBody>
      </p:sp>
      <p:sp>
        <p:nvSpPr>
          <p:cNvPr id="18" name="Rectángulo 15">
            <a:extLst>
              <a:ext uri="{FF2B5EF4-FFF2-40B4-BE49-F238E27FC236}">
                <a16:creationId xmlns:a16="http://schemas.microsoft.com/office/drawing/2014/main" id="{B52BC73D-10D6-85F7-D4BF-CC268753F929}"/>
              </a:ext>
            </a:extLst>
          </p:cNvPr>
          <p:cNvSpPr/>
          <p:nvPr/>
        </p:nvSpPr>
        <p:spPr>
          <a:xfrm>
            <a:off x="908999" y="438480"/>
            <a:ext cx="1017457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 Nova" panose="020B0504020202020204" pitchFamily="34" charset="0"/>
              </a:rPr>
              <a:t>Arquitectura – Reversa Cancelación Seguros de Vida</a:t>
            </a:r>
            <a:endParaRPr lang="es-MX" sz="2000" b="1" strike="noStrike" spc="-1">
              <a:latin typeface="Arial Nova" panose="020B05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E8BCD3-56FF-0981-BE05-ADF0EB95BC28}"/>
              </a:ext>
            </a:extLst>
          </p:cNvPr>
          <p:cNvSpPr txBox="1"/>
          <p:nvPr/>
        </p:nvSpPr>
        <p:spPr>
          <a:xfrm>
            <a:off x="2453606" y="1685140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latin typeface="Arial Nova" panose="020B0504020202020204" pitchFamily="34" charset="0"/>
              </a:rPr>
              <a:t>BAS</a:t>
            </a:r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F26A49-CE56-2120-3163-A88B7D2CB1A8}"/>
              </a:ext>
            </a:extLst>
          </p:cNvPr>
          <p:cNvSpPr txBox="1"/>
          <p:nvPr/>
        </p:nvSpPr>
        <p:spPr>
          <a:xfrm>
            <a:off x="2443445" y="1316898"/>
            <a:ext cx="2264069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017F71-2DBA-29FB-749B-A4FBF595293C}"/>
              </a:ext>
            </a:extLst>
          </p:cNvPr>
          <p:cNvSpPr/>
          <p:nvPr/>
        </p:nvSpPr>
        <p:spPr>
          <a:xfrm>
            <a:off x="136825" y="1642537"/>
            <a:ext cx="2222424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52D5A0C-F6AF-1426-309A-6B8E519D7D19}"/>
              </a:ext>
            </a:extLst>
          </p:cNvPr>
          <p:cNvSpPr txBox="1"/>
          <p:nvPr/>
        </p:nvSpPr>
        <p:spPr>
          <a:xfrm>
            <a:off x="136825" y="1316898"/>
            <a:ext cx="2222424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6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AWS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EA12C9C-27E8-D545-4CBD-BCEF42F86DB2}"/>
              </a:ext>
            </a:extLst>
          </p:cNvPr>
          <p:cNvSpPr/>
          <p:nvPr/>
        </p:nvSpPr>
        <p:spPr>
          <a:xfrm>
            <a:off x="2529080" y="2054472"/>
            <a:ext cx="2070341" cy="424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83" name="Paralelogramo 82">
            <a:extLst>
              <a:ext uri="{FF2B5EF4-FFF2-40B4-BE49-F238E27FC236}">
                <a16:creationId xmlns:a16="http://schemas.microsoft.com/office/drawing/2014/main" id="{91CCDF3E-242E-BDD7-D205-7AAB57EFC245}"/>
              </a:ext>
            </a:extLst>
          </p:cNvPr>
          <p:cNvSpPr/>
          <p:nvPr/>
        </p:nvSpPr>
        <p:spPr>
          <a:xfrm>
            <a:off x="8600091" y="5035018"/>
            <a:ext cx="1412163" cy="36249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F3E82F-6DBD-69BA-1ED6-8FFB5C4D19B7}"/>
              </a:ext>
            </a:extLst>
          </p:cNvPr>
          <p:cNvSpPr/>
          <p:nvPr/>
        </p:nvSpPr>
        <p:spPr>
          <a:xfrm>
            <a:off x="10772375" y="3688827"/>
            <a:ext cx="11088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Nota Débito</a:t>
            </a:r>
          </a:p>
          <a:p>
            <a:pPr algn="ctr"/>
            <a:r>
              <a:rPr lang="es-MX" sz="1000" b="1">
                <a:solidFill>
                  <a:schemeClr val="tx1"/>
                </a:solidFill>
                <a:latin typeface="Arial Nova" panose="020B0504020202020204" pitchFamily="34" charset="0"/>
              </a:rPr>
              <a:t>(No CFDI)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06138C-A29B-8DC7-C0FD-6C169059BB89}"/>
              </a:ext>
            </a:extLst>
          </p:cNvPr>
          <p:cNvSpPr/>
          <p:nvPr/>
        </p:nvSpPr>
        <p:spPr>
          <a:xfrm>
            <a:off x="2933692" y="3556041"/>
            <a:ext cx="1266092" cy="6855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 de la distribucion del importe de la nota de crédito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08EDF13-D4BD-4443-0E0A-060C5684AAEE}"/>
              </a:ext>
            </a:extLst>
          </p:cNvPr>
          <p:cNvSpPr/>
          <p:nvPr/>
        </p:nvSpPr>
        <p:spPr>
          <a:xfrm>
            <a:off x="7177437" y="3732399"/>
            <a:ext cx="1080000" cy="33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bg1"/>
                </a:solidFill>
                <a:latin typeface="Arial Nova" panose="020B0504020202020204" pitchFamily="34" charset="0"/>
              </a:rPr>
              <a:t>SD11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401F151-8668-1992-C492-DB53BD865B49}"/>
              </a:ext>
            </a:extLst>
          </p:cNvPr>
          <p:cNvSpPr/>
          <p:nvPr/>
        </p:nvSpPr>
        <p:spPr>
          <a:xfrm>
            <a:off x="4829833" y="1661528"/>
            <a:ext cx="148694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0AAEFB2-E620-1FBE-0990-D2C7CB6AA58F}"/>
              </a:ext>
            </a:extLst>
          </p:cNvPr>
          <p:cNvSpPr txBox="1"/>
          <p:nvPr/>
        </p:nvSpPr>
        <p:spPr>
          <a:xfrm>
            <a:off x="4825083" y="1316898"/>
            <a:ext cx="1486940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cxnSp>
        <p:nvCxnSpPr>
          <p:cNvPr id="12" name="Conector angular 11">
            <a:extLst>
              <a:ext uri="{FF2B5EF4-FFF2-40B4-BE49-F238E27FC236}">
                <a16:creationId xmlns:a16="http://schemas.microsoft.com/office/drawing/2014/main" id="{24985F9F-92F8-39EA-84C3-B4C8C8BC1A60}"/>
              </a:ext>
            </a:extLst>
          </p:cNvPr>
          <p:cNvCxnSpPr>
            <a:cxnSpLocks/>
            <a:stCxn id="11" idx="2"/>
            <a:endCxn id="14" idx="1"/>
          </p:cNvCxnSpPr>
          <p:nvPr/>
        </p:nvCxnSpPr>
        <p:spPr>
          <a:xfrm rot="16200000" flipH="1">
            <a:off x="4883390" y="2924889"/>
            <a:ext cx="977394" cy="36106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22AA411-9702-C2D4-6F85-2370BE75F541}"/>
              </a:ext>
            </a:extLst>
          </p:cNvPr>
          <p:cNvSpPr/>
          <p:nvPr/>
        </p:nvSpPr>
        <p:spPr>
          <a:xfrm>
            <a:off x="7177437" y="5053336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A10298C-7137-9573-406B-26749ED69128}"/>
              </a:ext>
            </a:extLst>
          </p:cNvPr>
          <p:cNvCxnSpPr>
            <a:cxnSpLocks/>
            <a:stCxn id="11" idx="3"/>
            <a:endCxn id="64" idx="1"/>
          </p:cNvCxnSpPr>
          <p:nvPr/>
        </p:nvCxnSpPr>
        <p:spPr>
          <a:xfrm flipV="1">
            <a:off x="4199784" y="3897999"/>
            <a:ext cx="2977653" cy="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4AB4289-1896-FCB7-A303-7D8FB27CA37F}"/>
              </a:ext>
            </a:extLst>
          </p:cNvPr>
          <p:cNvCxnSpPr>
            <a:cxnSpLocks/>
            <a:stCxn id="64" idx="3"/>
            <a:endCxn id="10" idx="1"/>
          </p:cNvCxnSpPr>
          <p:nvPr/>
        </p:nvCxnSpPr>
        <p:spPr>
          <a:xfrm flipV="1">
            <a:off x="8257437" y="3888882"/>
            <a:ext cx="2514938" cy="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064EC7A-F85E-F295-2B7F-AE2748B6652F}"/>
              </a:ext>
            </a:extLst>
          </p:cNvPr>
          <p:cNvCxnSpPr>
            <a:stCxn id="14" idx="3"/>
            <a:endCxn id="83" idx="5"/>
          </p:cNvCxnSpPr>
          <p:nvPr/>
        </p:nvCxnSpPr>
        <p:spPr>
          <a:xfrm flipV="1">
            <a:off x="8257437" y="5216265"/>
            <a:ext cx="387966" cy="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523B32A-1154-914F-8633-B26C1A3D974F}"/>
              </a:ext>
            </a:extLst>
          </p:cNvPr>
          <p:cNvSpPr txBox="1"/>
          <p:nvPr/>
        </p:nvSpPr>
        <p:spPr>
          <a:xfrm>
            <a:off x="9938915" y="5128386"/>
            <a:ext cx="1844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*Actualización de parcialidades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7A9C6F-026B-0B51-E311-B90377E16221}"/>
              </a:ext>
            </a:extLst>
          </p:cNvPr>
          <p:cNvSpPr/>
          <p:nvPr/>
        </p:nvSpPr>
        <p:spPr>
          <a:xfrm>
            <a:off x="674702" y="2636668"/>
            <a:ext cx="1208579" cy="610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Anulación del seguro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F78153DA-32E8-3927-C8B2-4687A95EB428}"/>
              </a:ext>
            </a:extLst>
          </p:cNvPr>
          <p:cNvSpPr/>
          <p:nvPr/>
        </p:nvSpPr>
        <p:spPr>
          <a:xfrm>
            <a:off x="8645403" y="2733476"/>
            <a:ext cx="1502698" cy="412646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ZSE_SPLIT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C9767A1-C2B3-68B6-54DF-F5A0942FEDA4}"/>
              </a:ext>
            </a:extLst>
          </p:cNvPr>
          <p:cNvSpPr/>
          <p:nvPr/>
        </p:nvSpPr>
        <p:spPr>
          <a:xfrm>
            <a:off x="7177437" y="2778295"/>
            <a:ext cx="1080000" cy="3312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>
                <a:solidFill>
                  <a:schemeClr val="bg1"/>
                </a:solidFill>
                <a:latin typeface="Arial Nova" panose="020B0504020202020204" pitchFamily="34" charset="0"/>
              </a:rPr>
              <a:t>N-TZ01-Seguros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4023550-FB56-6094-3479-3C93D4666D65}"/>
              </a:ext>
            </a:extLst>
          </p:cNvPr>
          <p:cNvSpPr/>
          <p:nvPr/>
        </p:nvSpPr>
        <p:spPr>
          <a:xfrm>
            <a:off x="2942433" y="2702786"/>
            <a:ext cx="1266092" cy="483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parcialidades</a:t>
            </a:r>
          </a:p>
        </p:txBody>
      </p:sp>
      <p:cxnSp>
        <p:nvCxnSpPr>
          <p:cNvPr id="33" name="Conector angular 32">
            <a:extLst>
              <a:ext uri="{FF2B5EF4-FFF2-40B4-BE49-F238E27FC236}">
                <a16:creationId xmlns:a16="http://schemas.microsoft.com/office/drawing/2014/main" id="{D423AB9B-123D-D5E0-6BEF-463DDE5CBC7C}"/>
              </a:ext>
            </a:extLst>
          </p:cNvPr>
          <p:cNvCxnSpPr>
            <a:stCxn id="5" idx="3"/>
            <a:endCxn id="31" idx="1"/>
          </p:cNvCxnSpPr>
          <p:nvPr/>
        </p:nvCxnSpPr>
        <p:spPr>
          <a:xfrm>
            <a:off x="1883281" y="2941720"/>
            <a:ext cx="1059152" cy="30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2677056-8F17-EFCF-2C85-352A3D6E4ABA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 flipV="1">
            <a:off x="4208525" y="2943895"/>
            <a:ext cx="2968912" cy="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5DA6406-8296-AC44-8898-EADC88FF9157}"/>
              </a:ext>
            </a:extLst>
          </p:cNvPr>
          <p:cNvCxnSpPr>
            <a:stCxn id="30" idx="3"/>
            <a:endCxn id="28" idx="5"/>
          </p:cNvCxnSpPr>
          <p:nvPr/>
        </p:nvCxnSpPr>
        <p:spPr>
          <a:xfrm flipV="1">
            <a:off x="8257437" y="2939799"/>
            <a:ext cx="439547" cy="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Conector angular 47">
            <a:extLst>
              <a:ext uri="{FF2B5EF4-FFF2-40B4-BE49-F238E27FC236}">
                <a16:creationId xmlns:a16="http://schemas.microsoft.com/office/drawing/2014/main" id="{45F6B7AB-FC96-E2F9-83E4-63393A66C847}"/>
              </a:ext>
            </a:extLst>
          </p:cNvPr>
          <p:cNvCxnSpPr>
            <a:cxnSpLocks/>
            <a:stCxn id="5" idx="2"/>
            <a:endCxn id="11" idx="1"/>
          </p:cNvCxnSpPr>
          <p:nvPr/>
        </p:nvCxnSpPr>
        <p:spPr>
          <a:xfrm rot="16200000" flipH="1">
            <a:off x="1780332" y="2745431"/>
            <a:ext cx="652021" cy="16547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118">
            <a:extLst>
              <a:ext uri="{FF2B5EF4-FFF2-40B4-BE49-F238E27FC236}">
                <a16:creationId xmlns:a16="http://schemas.microsoft.com/office/drawing/2014/main" id="{F04B8A20-55ED-7565-8F99-C208EBF52DDA}"/>
              </a:ext>
            </a:extLst>
          </p:cNvPr>
          <p:cNvSpPr txBox="1"/>
          <p:nvPr/>
        </p:nvSpPr>
        <p:spPr>
          <a:xfrm>
            <a:off x="9145571" y="253586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  <p:sp>
        <p:nvSpPr>
          <p:cNvPr id="8" name="CuadroTexto 118">
            <a:extLst>
              <a:ext uri="{FF2B5EF4-FFF2-40B4-BE49-F238E27FC236}">
                <a16:creationId xmlns:a16="http://schemas.microsoft.com/office/drawing/2014/main" id="{262889C6-2ACC-A3AA-3B45-72BD07BFC787}"/>
              </a:ext>
            </a:extLst>
          </p:cNvPr>
          <p:cNvSpPr txBox="1"/>
          <p:nvPr/>
        </p:nvSpPr>
        <p:spPr>
          <a:xfrm>
            <a:off x="9014775" y="4845482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N-TZ-17</a:t>
            </a:r>
          </a:p>
        </p:txBody>
      </p:sp>
    </p:spTree>
    <p:extLst>
      <p:ext uri="{BB962C8B-B14F-4D97-AF65-F5344CB8AC3E}">
        <p14:creationId xmlns:p14="http://schemas.microsoft.com/office/powerpoint/2010/main" val="320429144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193B-B9BF-1636-9A18-C9802482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222404C-68E5-0B61-648E-8B6F9C201722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BAA8B20-9F35-56CF-7AD1-217B6BF869F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2A05BF1-FA47-670F-F882-B12CEC1EC7D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3AC57AD1-71E4-A162-0337-6DDA3D63DF9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8ECDF0C-D5D9-B9B4-B874-6BF146FC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0FFC405E-5CDB-B320-611D-49838E1CF232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Debitos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Caja y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222488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33BEF-E0B3-240F-C316-AEE9E3FA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EB4B6A08-C396-CDC2-DDAE-AEDB25798BEF}"/>
              </a:ext>
            </a:extLst>
          </p:cNvPr>
          <p:cNvSpPr/>
          <p:nvPr/>
        </p:nvSpPr>
        <p:spPr>
          <a:xfrm>
            <a:off x="908999" y="438480"/>
            <a:ext cx="10088175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 dirty="0">
                <a:latin typeface="Arial"/>
              </a:rPr>
              <a:t>Arquitectura – Reversa Credilanas Mavicob - Cuentas Incobrables - Generación Notas</a:t>
            </a:r>
            <a:endParaRPr lang="es-MX" sz="2000" b="1" strike="noStrike" spc="-1" dirty="0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53C6D1EA-7E88-74A1-0ACD-3EAB139592B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D2E8890-09BD-A716-DBC1-7836F278F992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9A329931-2FFF-A1FE-F6AE-322414BFFD4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9DF43AE-6CE7-721D-6DD6-9ADD225F5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8141DE0-FB78-B61B-7DC0-AE1C790E9B94}"/>
              </a:ext>
            </a:extLst>
          </p:cNvPr>
          <p:cNvSpPr/>
          <p:nvPr/>
        </p:nvSpPr>
        <p:spPr>
          <a:xfrm>
            <a:off x="663835" y="1733550"/>
            <a:ext cx="1829950" cy="45968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540E5B-6905-6D02-6793-EC10E5376313}"/>
              </a:ext>
            </a:extLst>
          </p:cNvPr>
          <p:cNvSpPr/>
          <p:nvPr/>
        </p:nvSpPr>
        <p:spPr>
          <a:xfrm>
            <a:off x="2701007" y="1428750"/>
            <a:ext cx="1576117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3DB9C1-8589-E97F-B731-F6D27066CD41}"/>
              </a:ext>
            </a:extLst>
          </p:cNvPr>
          <p:cNvSpPr txBox="1"/>
          <p:nvPr/>
        </p:nvSpPr>
        <p:spPr>
          <a:xfrm>
            <a:off x="4415963" y="1062902"/>
            <a:ext cx="7410278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A79ED2-13BE-EE3C-8045-D23BF58AEE17}"/>
              </a:ext>
            </a:extLst>
          </p:cNvPr>
          <p:cNvSpPr txBox="1"/>
          <p:nvPr/>
        </p:nvSpPr>
        <p:spPr>
          <a:xfrm>
            <a:off x="269298" y="6531229"/>
            <a:ext cx="4980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C9620896-B4BB-0548-FF09-5C6857F46449}"/>
              </a:ext>
            </a:extLst>
          </p:cNvPr>
          <p:cNvSpPr/>
          <p:nvPr/>
        </p:nvSpPr>
        <p:spPr>
          <a:xfrm>
            <a:off x="10051868" y="1868383"/>
            <a:ext cx="1220413" cy="37803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A7F9FA-659F-0C5B-E849-9770E5F168F3}"/>
              </a:ext>
            </a:extLst>
          </p:cNvPr>
          <p:cNvSpPr/>
          <p:nvPr/>
        </p:nvSpPr>
        <p:spPr>
          <a:xfrm>
            <a:off x="7818338" y="2452079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 anchorCtr="0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9E26E0A-9A33-5C1F-D583-80457B203FBC}"/>
              </a:ext>
            </a:extLst>
          </p:cNvPr>
          <p:cNvSpPr/>
          <p:nvPr/>
        </p:nvSpPr>
        <p:spPr>
          <a:xfrm>
            <a:off x="6007691" y="1428750"/>
            <a:ext cx="5818549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7E94EE-DBE5-2845-817D-50A1C912C5D4}"/>
              </a:ext>
            </a:extLst>
          </p:cNvPr>
          <p:cNvSpPr/>
          <p:nvPr/>
        </p:nvSpPr>
        <p:spPr>
          <a:xfrm>
            <a:off x="586768" y="1428750"/>
            <a:ext cx="1985540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50F9593-E709-B20A-0516-5061EEF6E0BC}"/>
              </a:ext>
            </a:extLst>
          </p:cNvPr>
          <p:cNvSpPr txBox="1"/>
          <p:nvPr/>
        </p:nvSpPr>
        <p:spPr>
          <a:xfrm>
            <a:off x="2709534" y="1062902"/>
            <a:ext cx="1569202" cy="270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CB1BC1-144B-9BCD-6D40-374C93EC1C95}"/>
              </a:ext>
            </a:extLst>
          </p:cNvPr>
          <p:cNvSpPr txBox="1"/>
          <p:nvPr/>
        </p:nvSpPr>
        <p:spPr>
          <a:xfrm>
            <a:off x="586768" y="1062902"/>
            <a:ext cx="1985540" cy="270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D2B11A7-6336-4E88-10E8-EDB84FFDEABF}"/>
              </a:ext>
            </a:extLst>
          </p:cNvPr>
          <p:cNvSpPr/>
          <p:nvPr/>
        </p:nvSpPr>
        <p:spPr>
          <a:xfrm>
            <a:off x="950255" y="1806428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2E06CE-E40B-65C9-5BE0-00F4DE438B37}"/>
              </a:ext>
            </a:extLst>
          </p:cNvPr>
          <p:cNvSpPr/>
          <p:nvPr/>
        </p:nvSpPr>
        <p:spPr>
          <a:xfrm>
            <a:off x="950255" y="3159211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Reversa del Quebranto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CC05FCD-1EF4-33FA-6043-FC8AC137D78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490255" y="2238428"/>
            <a:ext cx="0" cy="92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A6849AC-5A4D-20BD-6060-07BC47C9A3B7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030255" y="2022428"/>
            <a:ext cx="6974182" cy="35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A337060-733C-44C9-430E-A09BE54078ED}"/>
              </a:ext>
            </a:extLst>
          </p:cNvPr>
          <p:cNvSpPr txBox="1"/>
          <p:nvPr/>
        </p:nvSpPr>
        <p:spPr>
          <a:xfrm>
            <a:off x="9004437" y="1895518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7E1BF90-B1A5-9015-3240-B82E8291C716}"/>
              </a:ext>
            </a:extLst>
          </p:cNvPr>
          <p:cNvCxnSpPr>
            <a:cxnSpLocks/>
            <a:stCxn id="17" idx="3"/>
            <a:endCxn id="7" idx="5"/>
          </p:cNvCxnSpPr>
          <p:nvPr/>
        </p:nvCxnSpPr>
        <p:spPr>
          <a:xfrm flipV="1">
            <a:off x="9797145" y="2057398"/>
            <a:ext cx="301977" cy="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8B6796-1F86-1C11-855B-98E3DC520C61}"/>
              </a:ext>
            </a:extLst>
          </p:cNvPr>
          <p:cNvSpPr txBox="1"/>
          <p:nvPr/>
        </p:nvSpPr>
        <p:spPr>
          <a:xfrm>
            <a:off x="6473624" y="2506289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PV02_CMCOB-INC-NC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E4D5E57-A78C-EBCF-14F2-6C83BC7B971C}"/>
              </a:ext>
            </a:extLst>
          </p:cNvPr>
          <p:cNvCxnSpPr>
            <a:stCxn id="19" idx="3"/>
            <a:endCxn id="8" idx="1"/>
          </p:cNvCxnSpPr>
          <p:nvPr/>
        </p:nvCxnSpPr>
        <p:spPr>
          <a:xfrm flipV="1">
            <a:off x="7435106" y="2668079"/>
            <a:ext cx="383232" cy="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C5AF221-65A9-F469-6B1D-A7776A617082}"/>
              </a:ext>
            </a:extLst>
          </p:cNvPr>
          <p:cNvSpPr txBox="1"/>
          <p:nvPr/>
        </p:nvSpPr>
        <p:spPr>
          <a:xfrm>
            <a:off x="6486525" y="3223043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PV02_CMCOB-INC-NDCFDI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B8CD5C6-E6B3-90A8-DB75-B57255145E33}"/>
              </a:ext>
            </a:extLst>
          </p:cNvPr>
          <p:cNvSpPr txBox="1"/>
          <p:nvPr/>
        </p:nvSpPr>
        <p:spPr>
          <a:xfrm>
            <a:off x="6504455" y="3813815"/>
            <a:ext cx="961482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PV02_CMCOB-INC-NCCFDI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92771A4-2E23-47C8-B665-07076F679277}"/>
              </a:ext>
            </a:extLst>
          </p:cNvPr>
          <p:cNvSpPr/>
          <p:nvPr/>
        </p:nvSpPr>
        <p:spPr>
          <a:xfrm>
            <a:off x="7818338" y="3162870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(intereses x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3666649-F1F7-7AA5-9BD7-E733D9F7D8DB}"/>
              </a:ext>
            </a:extLst>
          </p:cNvPr>
          <p:cNvSpPr/>
          <p:nvPr/>
        </p:nvSpPr>
        <p:spPr>
          <a:xfrm>
            <a:off x="7818338" y="3759815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(intereses x cobrar)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CFDI </a:t>
            </a:r>
          </a:p>
        </p:txBody>
      </p:sp>
      <p:cxnSp>
        <p:nvCxnSpPr>
          <p:cNvPr id="25" name="Conector angular 67">
            <a:extLst>
              <a:ext uri="{FF2B5EF4-FFF2-40B4-BE49-F238E27FC236}">
                <a16:creationId xmlns:a16="http://schemas.microsoft.com/office/drawing/2014/main" id="{90490A3E-A196-B447-17E0-A38F37A61DF9}"/>
              </a:ext>
            </a:extLst>
          </p:cNvPr>
          <p:cNvCxnSpPr>
            <a:cxnSpLocks/>
            <a:stCxn id="43" idx="3"/>
            <a:endCxn id="21" idx="1"/>
          </p:cNvCxnSpPr>
          <p:nvPr/>
        </p:nvCxnSpPr>
        <p:spPr>
          <a:xfrm>
            <a:off x="5686424" y="3381561"/>
            <a:ext cx="800101" cy="3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72">
            <a:extLst>
              <a:ext uri="{FF2B5EF4-FFF2-40B4-BE49-F238E27FC236}">
                <a16:creationId xmlns:a16="http://schemas.microsoft.com/office/drawing/2014/main" id="{A16A3FF1-61E5-25D0-763E-06BADFAD36B7}"/>
              </a:ext>
            </a:extLst>
          </p:cNvPr>
          <p:cNvCxnSpPr>
            <a:cxnSpLocks/>
            <a:stCxn id="43" idx="3"/>
            <a:endCxn id="22" idx="1"/>
          </p:cNvCxnSpPr>
          <p:nvPr/>
        </p:nvCxnSpPr>
        <p:spPr>
          <a:xfrm>
            <a:off x="5686424" y="3381561"/>
            <a:ext cx="818031" cy="594254"/>
          </a:xfrm>
          <a:prstGeom prst="bentConnector3">
            <a:avLst>
              <a:gd name="adj1" fmla="val 593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F7F22F8-3B53-75D9-287B-DD290F521660}"/>
              </a:ext>
            </a:extLst>
          </p:cNvPr>
          <p:cNvSpPr/>
          <p:nvPr/>
        </p:nvSpPr>
        <p:spPr>
          <a:xfrm>
            <a:off x="950255" y="5587986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Elimina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28" name="Paralelogramo 27">
            <a:extLst>
              <a:ext uri="{FF2B5EF4-FFF2-40B4-BE49-F238E27FC236}">
                <a16:creationId xmlns:a16="http://schemas.microsoft.com/office/drawing/2014/main" id="{D97E0DD7-13BC-28C3-FAC0-BFFDA4FEA8AE}"/>
              </a:ext>
            </a:extLst>
          </p:cNvPr>
          <p:cNvSpPr/>
          <p:nvPr/>
        </p:nvSpPr>
        <p:spPr>
          <a:xfrm>
            <a:off x="10111555" y="5596931"/>
            <a:ext cx="1483290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F5E0462-CA52-21CB-6238-E36916C830E7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2030255" y="5803986"/>
            <a:ext cx="6974182" cy="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575BDC8-E064-2CAF-7DF6-C2ACE07AD0A4}"/>
              </a:ext>
            </a:extLst>
          </p:cNvPr>
          <p:cNvSpPr txBox="1"/>
          <p:nvPr/>
        </p:nvSpPr>
        <p:spPr>
          <a:xfrm>
            <a:off x="9004437" y="5647524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425DBF8-9226-8CF9-78B6-10B3790C6596}"/>
              </a:ext>
            </a:extLst>
          </p:cNvPr>
          <p:cNvCxnSpPr>
            <a:cxnSpLocks/>
            <a:stCxn id="30" idx="3"/>
            <a:endCxn id="28" idx="5"/>
          </p:cNvCxnSpPr>
          <p:nvPr/>
        </p:nvCxnSpPr>
        <p:spPr>
          <a:xfrm>
            <a:off x="9797145" y="5809524"/>
            <a:ext cx="368009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r 88">
            <a:extLst>
              <a:ext uri="{FF2B5EF4-FFF2-40B4-BE49-F238E27FC236}">
                <a16:creationId xmlns:a16="http://schemas.microsoft.com/office/drawing/2014/main" id="{5DC73EB8-9B15-3697-C293-285DB1860990}"/>
              </a:ext>
            </a:extLst>
          </p:cNvPr>
          <p:cNvCxnSpPr>
            <a:cxnSpLocks/>
            <a:stCxn id="43" idx="3"/>
            <a:endCxn id="19" idx="1"/>
          </p:cNvCxnSpPr>
          <p:nvPr/>
        </p:nvCxnSpPr>
        <p:spPr>
          <a:xfrm flipV="1">
            <a:off x="5686424" y="2668289"/>
            <a:ext cx="787200" cy="713272"/>
          </a:xfrm>
          <a:prstGeom prst="bentConnector3">
            <a:avLst>
              <a:gd name="adj1" fmla="val 621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0BF05AA-60D8-E9C3-AFAC-1E871F4682FE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 flipV="1">
            <a:off x="7448007" y="3378870"/>
            <a:ext cx="370331" cy="6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89F4A0E0-69DF-A665-73CB-7DAF7C588285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7465937" y="3975815"/>
            <a:ext cx="352401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E6C05189-91D5-7D92-5707-4643D9193E62}"/>
              </a:ext>
            </a:extLst>
          </p:cNvPr>
          <p:cNvCxnSpPr>
            <a:stCxn id="14" idx="2"/>
            <a:endCxn id="50" idx="0"/>
          </p:cNvCxnSpPr>
          <p:nvPr/>
        </p:nvCxnSpPr>
        <p:spPr>
          <a:xfrm rot="5400000">
            <a:off x="953830" y="4127636"/>
            <a:ext cx="1072850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9411F6D-D7F5-9F20-E2B8-92745314AC12}"/>
              </a:ext>
            </a:extLst>
          </p:cNvPr>
          <p:cNvSpPr txBox="1"/>
          <p:nvPr/>
        </p:nvSpPr>
        <p:spPr>
          <a:xfrm>
            <a:off x="9025241" y="2437246"/>
            <a:ext cx="2502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en la cabecera del documento para que se registre el concepto operativo del quebranto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16D6AFA-4FF9-5FD0-100C-C2DA010C489F}"/>
              </a:ext>
            </a:extLst>
          </p:cNvPr>
          <p:cNvSpPr txBox="1"/>
          <p:nvPr/>
        </p:nvSpPr>
        <p:spPr>
          <a:xfrm>
            <a:off x="10111555" y="3186005"/>
            <a:ext cx="935673" cy="39312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F8115C2-AAF0-1F85-9E85-640559F69B95}"/>
              </a:ext>
            </a:extLst>
          </p:cNvPr>
          <p:cNvSpPr txBox="1"/>
          <p:nvPr/>
        </p:nvSpPr>
        <p:spPr>
          <a:xfrm>
            <a:off x="8993582" y="3992332"/>
            <a:ext cx="2601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en asiento contable el folio, fecha u otros campos tanto del Credilana involucrado como de la Nota de Crédito por la reserva que la detona</a:t>
            </a:r>
          </a:p>
        </p:txBody>
      </p:sp>
      <p:cxnSp>
        <p:nvCxnSpPr>
          <p:cNvPr id="41" name="Conector angular 13">
            <a:extLst>
              <a:ext uri="{FF2B5EF4-FFF2-40B4-BE49-F238E27FC236}">
                <a16:creationId xmlns:a16="http://schemas.microsoft.com/office/drawing/2014/main" id="{42B252EF-8274-788D-64F0-3AF0A37B773E}"/>
              </a:ext>
            </a:extLst>
          </p:cNvPr>
          <p:cNvCxnSpPr>
            <a:stCxn id="24" idx="3"/>
            <a:endCxn id="38" idx="2"/>
          </p:cNvCxnSpPr>
          <p:nvPr/>
        </p:nvCxnSpPr>
        <p:spPr>
          <a:xfrm flipV="1">
            <a:off x="9038750" y="3579134"/>
            <a:ext cx="1540642" cy="3966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6AB165E-8CF0-9156-6F09-226B6EE0C990}"/>
              </a:ext>
            </a:extLst>
          </p:cNvPr>
          <p:cNvSpPr/>
          <p:nvPr/>
        </p:nvSpPr>
        <p:spPr>
          <a:xfrm>
            <a:off x="4403379" y="1428750"/>
            <a:ext cx="1541520" cy="495235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890933F-44D5-7B72-7535-8704F2221BA1}"/>
              </a:ext>
            </a:extLst>
          </p:cNvPr>
          <p:cNvSpPr txBox="1"/>
          <p:nvPr/>
        </p:nvSpPr>
        <p:spPr>
          <a:xfrm>
            <a:off x="4610099" y="3219561"/>
            <a:ext cx="1076325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PV02_CMCOB-INC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C323B90E-F75F-DB93-74E7-ADF9B25DE77B}"/>
              </a:ext>
            </a:extLst>
          </p:cNvPr>
          <p:cNvCxnSpPr>
            <a:cxnSpLocks/>
            <a:stCxn id="14" idx="3"/>
            <a:endCxn id="43" idx="1"/>
          </p:cNvCxnSpPr>
          <p:nvPr/>
        </p:nvCxnSpPr>
        <p:spPr>
          <a:xfrm>
            <a:off x="2030255" y="3375211"/>
            <a:ext cx="2579844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CBFF0F0-51BD-60BA-3CB7-776CD4FB8E7A}"/>
              </a:ext>
            </a:extLst>
          </p:cNvPr>
          <p:cNvSpPr txBox="1"/>
          <p:nvPr/>
        </p:nvSpPr>
        <p:spPr>
          <a:xfrm>
            <a:off x="4725391" y="3551933"/>
            <a:ext cx="126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*Se reciben de BAS 3 transacciones en 1 mensaje</a:t>
            </a:r>
          </a:p>
        </p:txBody>
      </p:sp>
      <p:cxnSp>
        <p:nvCxnSpPr>
          <p:cNvPr id="49" name="68 Conector recto de flecha">
            <a:extLst>
              <a:ext uri="{FF2B5EF4-FFF2-40B4-BE49-F238E27FC236}">
                <a16:creationId xmlns:a16="http://schemas.microsoft.com/office/drawing/2014/main" id="{E9B80F8D-7152-938E-5CAE-7825E6B03FDD}"/>
              </a:ext>
            </a:extLst>
          </p:cNvPr>
          <p:cNvCxnSpPr>
            <a:stCxn id="23" idx="3"/>
            <a:endCxn id="38" idx="1"/>
          </p:cNvCxnSpPr>
          <p:nvPr/>
        </p:nvCxnSpPr>
        <p:spPr>
          <a:xfrm>
            <a:off x="9038750" y="3378870"/>
            <a:ext cx="1072805" cy="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76">
            <a:extLst>
              <a:ext uri="{FF2B5EF4-FFF2-40B4-BE49-F238E27FC236}">
                <a16:creationId xmlns:a16="http://schemas.microsoft.com/office/drawing/2014/main" id="{41DCF540-F18B-BA70-6C34-8A8B3FE23AA2}"/>
              </a:ext>
            </a:extLst>
          </p:cNvPr>
          <p:cNvSpPr/>
          <p:nvPr/>
        </p:nvSpPr>
        <p:spPr>
          <a:xfrm>
            <a:off x="950255" y="4664061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 y Activa Saldo Parcialidades</a:t>
            </a:r>
          </a:p>
        </p:txBody>
      </p:sp>
      <p:sp>
        <p:nvSpPr>
          <p:cNvPr id="51" name="Paralelogramo 78">
            <a:extLst>
              <a:ext uri="{FF2B5EF4-FFF2-40B4-BE49-F238E27FC236}">
                <a16:creationId xmlns:a16="http://schemas.microsoft.com/office/drawing/2014/main" id="{458F61EC-BD49-045F-A205-40A445CD579E}"/>
              </a:ext>
            </a:extLst>
          </p:cNvPr>
          <p:cNvSpPr/>
          <p:nvPr/>
        </p:nvSpPr>
        <p:spPr>
          <a:xfrm>
            <a:off x="8073205" y="4678546"/>
            <a:ext cx="1220413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ZPR_SPLIT</a:t>
            </a:r>
          </a:p>
        </p:txBody>
      </p:sp>
      <p:sp>
        <p:nvSpPr>
          <p:cNvPr id="52" name="CuadroTexto 85">
            <a:extLst>
              <a:ext uri="{FF2B5EF4-FFF2-40B4-BE49-F238E27FC236}">
                <a16:creationId xmlns:a16="http://schemas.microsoft.com/office/drawing/2014/main" id="{06A7F25E-9B58-A06C-8413-7853C42C0FD2}"/>
              </a:ext>
            </a:extLst>
          </p:cNvPr>
          <p:cNvSpPr txBox="1"/>
          <p:nvPr/>
        </p:nvSpPr>
        <p:spPr>
          <a:xfrm>
            <a:off x="6518412" y="4729139"/>
            <a:ext cx="94918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TZ01</a:t>
            </a:r>
          </a:p>
        </p:txBody>
      </p:sp>
      <p:cxnSp>
        <p:nvCxnSpPr>
          <p:cNvPr id="53" name="Conector recto de flecha 101">
            <a:extLst>
              <a:ext uri="{FF2B5EF4-FFF2-40B4-BE49-F238E27FC236}">
                <a16:creationId xmlns:a16="http://schemas.microsoft.com/office/drawing/2014/main" id="{9CED9695-9E52-6DB2-D181-325D4A9B177F}"/>
              </a:ext>
            </a:extLst>
          </p:cNvPr>
          <p:cNvCxnSpPr>
            <a:stCxn id="52" idx="3"/>
            <a:endCxn id="51" idx="5"/>
          </p:cNvCxnSpPr>
          <p:nvPr/>
        </p:nvCxnSpPr>
        <p:spPr>
          <a:xfrm>
            <a:off x="7467600" y="4891139"/>
            <a:ext cx="659204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9 Conector recto de flecha">
            <a:extLst>
              <a:ext uri="{FF2B5EF4-FFF2-40B4-BE49-F238E27FC236}">
                <a16:creationId xmlns:a16="http://schemas.microsoft.com/office/drawing/2014/main" id="{E04716BB-56EE-F0D6-148F-FFC941C59CB0}"/>
              </a:ext>
            </a:extLst>
          </p:cNvPr>
          <p:cNvCxnSpPr>
            <a:stCxn id="50" idx="3"/>
            <a:endCxn id="52" idx="1"/>
          </p:cNvCxnSpPr>
          <p:nvPr/>
        </p:nvCxnSpPr>
        <p:spPr>
          <a:xfrm>
            <a:off x="2030255" y="4880061"/>
            <a:ext cx="4488157" cy="110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118">
            <a:extLst>
              <a:ext uri="{FF2B5EF4-FFF2-40B4-BE49-F238E27FC236}">
                <a16:creationId xmlns:a16="http://schemas.microsoft.com/office/drawing/2014/main" id="{F5D108C4-4B5B-17D0-1D83-3A5202737F11}"/>
              </a:ext>
            </a:extLst>
          </p:cNvPr>
          <p:cNvSpPr txBox="1"/>
          <p:nvPr/>
        </p:nvSpPr>
        <p:spPr>
          <a:xfrm>
            <a:off x="10388601" y="168170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56" name="CuadroTexto 118">
            <a:extLst>
              <a:ext uri="{FF2B5EF4-FFF2-40B4-BE49-F238E27FC236}">
                <a16:creationId xmlns:a16="http://schemas.microsoft.com/office/drawing/2014/main" id="{7B3F7E04-AB1A-07FA-2004-6586AD56DFD1}"/>
              </a:ext>
            </a:extLst>
          </p:cNvPr>
          <p:cNvSpPr txBox="1"/>
          <p:nvPr/>
        </p:nvSpPr>
        <p:spPr>
          <a:xfrm>
            <a:off x="8428544" y="4497013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N-TZ-16</a:t>
            </a:r>
          </a:p>
        </p:txBody>
      </p:sp>
      <p:sp>
        <p:nvSpPr>
          <p:cNvPr id="57" name="CuadroTexto 118">
            <a:extLst>
              <a:ext uri="{FF2B5EF4-FFF2-40B4-BE49-F238E27FC236}">
                <a16:creationId xmlns:a16="http://schemas.microsoft.com/office/drawing/2014/main" id="{6DB556DA-0DD4-0FAD-96C9-2E9F23B4FE12}"/>
              </a:ext>
            </a:extLst>
          </p:cNvPr>
          <p:cNvSpPr txBox="1"/>
          <p:nvPr/>
        </p:nvSpPr>
        <p:spPr>
          <a:xfrm>
            <a:off x="10579391" y="5411639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B488A75-9BFE-F421-7821-31209820095F}"/>
              </a:ext>
            </a:extLst>
          </p:cNvPr>
          <p:cNvCxnSpPr>
            <a:endCxn id="27" idx="0"/>
          </p:cNvCxnSpPr>
          <p:nvPr/>
        </p:nvCxnSpPr>
        <p:spPr>
          <a:xfrm>
            <a:off x="1489461" y="5107336"/>
            <a:ext cx="794" cy="480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87752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03E3-21E5-FEF8-539C-D5FB2C5F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ACE7573C-A42C-351A-AC23-BA42EB71479C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1442335-B5D8-A2AD-EBA5-F67B383A76C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02F6732-C377-3142-DF41-26D07BF8467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79D634DE-F322-AE4B-09C3-A2CCE8FA572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6873F23-C4FB-2EC4-24F0-8A1A65AF7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4FC8BC40-2A3B-93B7-C63F-D7DCD7288019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</a:t>
            </a:r>
            <a:r>
              <a:rPr lang="es-MX" sz="1100" b="1" spc="-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Debitos</a:t>
            </a: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/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Mavicob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Caja y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</a:t>
            </a:r>
            <a:r>
              <a:rPr lang="es-MX" sz="1100" b="1" spc="-1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</a:t>
            </a: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748897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F294-C458-8F7D-DC1B-6E0E47FA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95CBCC2A-3BE5-0146-5915-13CDAEA13DE9}"/>
              </a:ext>
            </a:extLst>
          </p:cNvPr>
          <p:cNvSpPr/>
          <p:nvPr/>
        </p:nvSpPr>
        <p:spPr>
          <a:xfrm>
            <a:off x="908999" y="438480"/>
            <a:ext cx="9994767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 dirty="0">
                <a:latin typeface="Arial"/>
              </a:rPr>
              <a:t>Arquitectura – Reversa Mercaderias/Debitos Mavicob - Cuentas incobrables –Generación</a:t>
            </a:r>
            <a:endParaRPr lang="es-MX" sz="2000" b="1" strike="noStrike" spc="-1" dirty="0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0C4C5B04-5911-E836-81F1-81AF7FF4B1F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48EDB01-1649-22C2-8B18-5521FFFB0F7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03BE9BD8-30D3-050A-637F-9F6012B1198C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52E53CB-4854-9089-A08C-5AE0E6D5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8586C8C-56BA-5553-0143-B81ED7E217CD}"/>
              </a:ext>
            </a:extLst>
          </p:cNvPr>
          <p:cNvSpPr/>
          <p:nvPr/>
        </p:nvSpPr>
        <p:spPr>
          <a:xfrm>
            <a:off x="663835" y="1939483"/>
            <a:ext cx="1829950" cy="43909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  <a:latin typeface="Arial Nova" panose="020B0504020202020204" pitchFamily="34" charset="0"/>
              </a:rPr>
              <a:t>POS/Crédito</a:t>
            </a:r>
            <a:endParaRPr lang="es-ES_tradnl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68E38D-ACD0-EAC6-A6C3-6E60C862D2A1}"/>
              </a:ext>
            </a:extLst>
          </p:cNvPr>
          <p:cNvSpPr/>
          <p:nvPr/>
        </p:nvSpPr>
        <p:spPr>
          <a:xfrm>
            <a:off x="2701007" y="1577262"/>
            <a:ext cx="1576117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CPI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4CEE2B-C635-6057-C17A-F266964879A4}"/>
              </a:ext>
            </a:extLst>
          </p:cNvPr>
          <p:cNvSpPr txBox="1"/>
          <p:nvPr/>
        </p:nvSpPr>
        <p:spPr>
          <a:xfrm>
            <a:off x="4415963" y="1167677"/>
            <a:ext cx="7410278" cy="26161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94D736-8B95-82E8-863C-ABCC1DFB433E}"/>
              </a:ext>
            </a:extLst>
          </p:cNvPr>
          <p:cNvSpPr txBox="1"/>
          <p:nvPr/>
        </p:nvSpPr>
        <p:spPr>
          <a:xfrm>
            <a:off x="269298" y="6531229"/>
            <a:ext cx="4980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FAACC817-656E-DEFD-2712-3A561B8A66E1}"/>
              </a:ext>
            </a:extLst>
          </p:cNvPr>
          <p:cNvSpPr/>
          <p:nvPr/>
        </p:nvSpPr>
        <p:spPr>
          <a:xfrm>
            <a:off x="10051868" y="2107162"/>
            <a:ext cx="1220413" cy="37803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A15BBC-531A-6974-F9D7-C13A6E73AE92}"/>
              </a:ext>
            </a:extLst>
          </p:cNvPr>
          <p:cNvSpPr/>
          <p:nvPr/>
        </p:nvSpPr>
        <p:spPr>
          <a:xfrm>
            <a:off x="7770782" y="3089272"/>
            <a:ext cx="1220412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Cargo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 o CFDI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566844-901C-1BC0-D0AB-8D9B6E2F944B}"/>
              </a:ext>
            </a:extLst>
          </p:cNvPr>
          <p:cNvSpPr/>
          <p:nvPr/>
        </p:nvSpPr>
        <p:spPr>
          <a:xfrm>
            <a:off x="6007691" y="1577262"/>
            <a:ext cx="581854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S4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8E22887-2DC3-A228-7CCF-921C15C786D0}"/>
              </a:ext>
            </a:extLst>
          </p:cNvPr>
          <p:cNvSpPr/>
          <p:nvPr/>
        </p:nvSpPr>
        <p:spPr>
          <a:xfrm>
            <a:off x="586768" y="1577262"/>
            <a:ext cx="198554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BAS</a:t>
            </a:r>
          </a:p>
          <a:p>
            <a:endParaRPr lang="es-MX" b="1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60ED5D-920B-507E-D758-A600CBBA8317}"/>
              </a:ext>
            </a:extLst>
          </p:cNvPr>
          <p:cNvSpPr txBox="1"/>
          <p:nvPr/>
        </p:nvSpPr>
        <p:spPr>
          <a:xfrm>
            <a:off x="2709534" y="1167677"/>
            <a:ext cx="1569202" cy="270000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1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31AC7E-D24E-EDBD-FB0C-88F76724E7D3}"/>
              </a:ext>
            </a:extLst>
          </p:cNvPr>
          <p:cNvSpPr txBox="1"/>
          <p:nvPr/>
        </p:nvSpPr>
        <p:spPr>
          <a:xfrm>
            <a:off x="586768" y="1167677"/>
            <a:ext cx="1985540" cy="2700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100">
                <a:latin typeface="Arial Nova" panose="020B0504020202020204" pitchFamily="34" charset="0"/>
              </a:rPr>
              <a:t>Plataforma desarrollo	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8504496-18D1-6AF2-4492-A97BB0F78BA8}"/>
              </a:ext>
            </a:extLst>
          </p:cNvPr>
          <p:cNvSpPr/>
          <p:nvPr/>
        </p:nvSpPr>
        <p:spPr>
          <a:xfrm>
            <a:off x="950255" y="2045207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Consulta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95BF62B-D0A7-A3F0-9EAB-A1CFD3F27C31}"/>
              </a:ext>
            </a:extLst>
          </p:cNvPr>
          <p:cNvSpPr/>
          <p:nvPr/>
        </p:nvSpPr>
        <p:spPr>
          <a:xfrm>
            <a:off x="950255" y="3088532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Reverso del Quebranto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CE89BF1-D72C-97BD-AE66-1D697F81B5F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5400000">
            <a:off x="1184593" y="2782869"/>
            <a:ext cx="61132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77C94CD-0B0C-D55D-EE43-018D93F0622C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030255" y="2261207"/>
            <a:ext cx="6974182" cy="35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24E4762-24D0-65D3-FE12-10EC31BEF67A}"/>
              </a:ext>
            </a:extLst>
          </p:cNvPr>
          <p:cNvSpPr txBox="1"/>
          <p:nvPr/>
        </p:nvSpPr>
        <p:spPr>
          <a:xfrm>
            <a:off x="9004437" y="2134297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MX" sz="900">
                <a:solidFill>
                  <a:schemeClr val="bg1"/>
                </a:solidFill>
                <a:latin typeface="Arial Nova" panose="020B0504020202020204" pitchFamily="34" charset="0"/>
              </a:rPr>
              <a:t>TZ01</a:t>
            </a:r>
            <a:endParaRPr lang="es-MX" sz="90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05046C8-283B-A981-4168-6EE2E3DD2FB2}"/>
              </a:ext>
            </a:extLst>
          </p:cNvPr>
          <p:cNvCxnSpPr>
            <a:cxnSpLocks/>
            <a:stCxn id="17" idx="3"/>
            <a:endCxn id="7" idx="5"/>
          </p:cNvCxnSpPr>
          <p:nvPr/>
        </p:nvCxnSpPr>
        <p:spPr>
          <a:xfrm flipV="1">
            <a:off x="9797145" y="2296177"/>
            <a:ext cx="301977" cy="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F94C98E-4F70-12A7-F318-8453865B2324}"/>
              </a:ext>
            </a:extLst>
          </p:cNvPr>
          <p:cNvSpPr txBox="1"/>
          <p:nvPr/>
        </p:nvSpPr>
        <p:spPr>
          <a:xfrm>
            <a:off x="6495691" y="3143482"/>
            <a:ext cx="891859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PV02_MMCOB-INC-NC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9892CCE-3634-05F3-642E-DE8400843D08}"/>
              </a:ext>
            </a:extLst>
          </p:cNvPr>
          <p:cNvCxnSpPr>
            <a:stCxn id="19" idx="3"/>
            <a:endCxn id="8" idx="1"/>
          </p:cNvCxnSpPr>
          <p:nvPr/>
        </p:nvCxnSpPr>
        <p:spPr>
          <a:xfrm flipV="1">
            <a:off x="7387550" y="3305272"/>
            <a:ext cx="383232" cy="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1D1A3D4-5BA4-CF07-C45C-FB9C63735FE0}"/>
              </a:ext>
            </a:extLst>
          </p:cNvPr>
          <p:cNvSpPr/>
          <p:nvPr/>
        </p:nvSpPr>
        <p:spPr>
          <a:xfrm>
            <a:off x="950255" y="5496526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Elimina </a:t>
            </a:r>
            <a:r>
              <a:rPr lang="es-MX" sz="1000" err="1">
                <a:solidFill>
                  <a:schemeClr val="tx1"/>
                </a:solidFill>
                <a:latin typeface="Arial Nova" panose="020B0504020202020204" pitchFamily="34" charset="0"/>
              </a:rPr>
              <a:t>splits</a:t>
            </a:r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 quebrantados</a:t>
            </a:r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9E59EDF3-024A-9224-0C04-79AE2E0483F8}"/>
              </a:ext>
            </a:extLst>
          </p:cNvPr>
          <p:cNvSpPr/>
          <p:nvPr/>
        </p:nvSpPr>
        <p:spPr>
          <a:xfrm>
            <a:off x="10111555" y="5526737"/>
            <a:ext cx="1493677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7659194-DA72-E7CF-E2F1-BDA57060B7FD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2030255" y="5712526"/>
            <a:ext cx="6974182" cy="26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97C67E-7EBE-8B04-BD45-752DC7CAB728}"/>
              </a:ext>
            </a:extLst>
          </p:cNvPr>
          <p:cNvSpPr txBox="1"/>
          <p:nvPr/>
        </p:nvSpPr>
        <p:spPr>
          <a:xfrm>
            <a:off x="9004437" y="5577330"/>
            <a:ext cx="79270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AAA6EB2-B8E7-0A02-FEBE-2F8FE002077D}"/>
              </a:ext>
            </a:extLst>
          </p:cNvPr>
          <p:cNvCxnSpPr>
            <a:cxnSpLocks/>
            <a:stCxn id="24" idx="3"/>
            <a:endCxn id="22" idx="5"/>
          </p:cNvCxnSpPr>
          <p:nvPr/>
        </p:nvCxnSpPr>
        <p:spPr>
          <a:xfrm>
            <a:off x="9797145" y="5739330"/>
            <a:ext cx="368009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88">
            <a:extLst>
              <a:ext uri="{FF2B5EF4-FFF2-40B4-BE49-F238E27FC236}">
                <a16:creationId xmlns:a16="http://schemas.microsoft.com/office/drawing/2014/main" id="{75DBF42C-B564-A03F-22CB-9CA028934824}"/>
              </a:ext>
            </a:extLst>
          </p:cNvPr>
          <p:cNvCxnSpPr>
            <a:cxnSpLocks/>
            <a:stCxn id="31" idx="3"/>
            <a:endCxn id="19" idx="1"/>
          </p:cNvCxnSpPr>
          <p:nvPr/>
        </p:nvCxnSpPr>
        <p:spPr>
          <a:xfrm>
            <a:off x="5623791" y="3303185"/>
            <a:ext cx="871900" cy="22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1328B74-2077-D67C-B047-0A953AD4AB69}"/>
              </a:ext>
            </a:extLst>
          </p:cNvPr>
          <p:cNvCxnSpPr>
            <a:stCxn id="14" idx="2"/>
            <a:endCxn id="21" idx="0"/>
          </p:cNvCxnSpPr>
          <p:nvPr/>
        </p:nvCxnSpPr>
        <p:spPr>
          <a:xfrm rot="5400000">
            <a:off x="502258" y="4508529"/>
            <a:ext cx="1975994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FF594B-6A11-B659-F17B-2A16A18E3755}"/>
              </a:ext>
            </a:extLst>
          </p:cNvPr>
          <p:cNvSpPr txBox="1"/>
          <p:nvPr/>
        </p:nvSpPr>
        <p:spPr>
          <a:xfrm>
            <a:off x="9007263" y="3081852"/>
            <a:ext cx="189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*Identificar campo en la cabecera del documento para que se registre el concepto operativo del quebranto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2989171-8842-5328-07F7-C1394F382449}"/>
              </a:ext>
            </a:extLst>
          </p:cNvPr>
          <p:cNvSpPr/>
          <p:nvPr/>
        </p:nvSpPr>
        <p:spPr>
          <a:xfrm>
            <a:off x="4403379" y="1577262"/>
            <a:ext cx="1541520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  <a:latin typeface="Arial Nova" panose="020B0504020202020204" pitchFamily="34" charset="0"/>
              </a:rPr>
              <a:t>CAR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66DE3CA-A47A-6818-CD29-2240CDFF400C}"/>
              </a:ext>
            </a:extLst>
          </p:cNvPr>
          <p:cNvSpPr txBox="1"/>
          <p:nvPr/>
        </p:nvSpPr>
        <p:spPr>
          <a:xfrm>
            <a:off x="4735902" y="3141185"/>
            <a:ext cx="887889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700">
                <a:latin typeface="Arial Nova" panose="020B0504020202020204" pitchFamily="34" charset="0"/>
              </a:rPr>
              <a:t>PV02_MMCOB-INC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1DF3D38-33DE-8743-6D26-37235B65A6FB}"/>
              </a:ext>
            </a:extLst>
          </p:cNvPr>
          <p:cNvCxnSpPr>
            <a:cxnSpLocks/>
            <a:stCxn id="14" idx="3"/>
            <a:endCxn id="31" idx="1"/>
          </p:cNvCxnSpPr>
          <p:nvPr/>
        </p:nvCxnSpPr>
        <p:spPr>
          <a:xfrm flipV="1">
            <a:off x="2030255" y="3303185"/>
            <a:ext cx="2705647" cy="1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76">
            <a:extLst>
              <a:ext uri="{FF2B5EF4-FFF2-40B4-BE49-F238E27FC236}">
                <a16:creationId xmlns:a16="http://schemas.microsoft.com/office/drawing/2014/main" id="{A294A924-76D0-8045-BA33-10984775CFF5}"/>
              </a:ext>
            </a:extLst>
          </p:cNvPr>
          <p:cNvSpPr/>
          <p:nvPr/>
        </p:nvSpPr>
        <p:spPr>
          <a:xfrm>
            <a:off x="950255" y="4249374"/>
            <a:ext cx="1080000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>
                <a:solidFill>
                  <a:schemeClr val="tx1"/>
                </a:solidFill>
                <a:latin typeface="Arial Nova" panose="020B0504020202020204" pitchFamily="34" charset="0"/>
              </a:rPr>
              <a:t>Actualiza Saldo Parcialidades</a:t>
            </a:r>
          </a:p>
        </p:txBody>
      </p:sp>
      <p:sp>
        <p:nvSpPr>
          <p:cNvPr id="34" name="Paralelogramo 78">
            <a:extLst>
              <a:ext uri="{FF2B5EF4-FFF2-40B4-BE49-F238E27FC236}">
                <a16:creationId xmlns:a16="http://schemas.microsoft.com/office/drawing/2014/main" id="{A751B653-41AF-7274-B19A-62679CAD25F7}"/>
              </a:ext>
            </a:extLst>
          </p:cNvPr>
          <p:cNvSpPr/>
          <p:nvPr/>
        </p:nvSpPr>
        <p:spPr>
          <a:xfrm>
            <a:off x="8073205" y="4263859"/>
            <a:ext cx="1220413" cy="42879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ZSPLIT</a:t>
            </a:r>
          </a:p>
        </p:txBody>
      </p:sp>
      <p:sp>
        <p:nvSpPr>
          <p:cNvPr id="35" name="CuadroTexto 85">
            <a:extLst>
              <a:ext uri="{FF2B5EF4-FFF2-40B4-BE49-F238E27FC236}">
                <a16:creationId xmlns:a16="http://schemas.microsoft.com/office/drawing/2014/main" id="{FC82225C-166D-3C78-6BDD-F3AEB5C23548}"/>
              </a:ext>
            </a:extLst>
          </p:cNvPr>
          <p:cNvSpPr txBox="1"/>
          <p:nvPr/>
        </p:nvSpPr>
        <p:spPr>
          <a:xfrm>
            <a:off x="6518412" y="4314452"/>
            <a:ext cx="949188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TZ01</a:t>
            </a:r>
          </a:p>
        </p:txBody>
      </p:sp>
      <p:cxnSp>
        <p:nvCxnSpPr>
          <p:cNvPr id="36" name="Conector recto de flecha 24">
            <a:extLst>
              <a:ext uri="{FF2B5EF4-FFF2-40B4-BE49-F238E27FC236}">
                <a16:creationId xmlns:a16="http://schemas.microsoft.com/office/drawing/2014/main" id="{0CE0B1DD-ED6E-EAFE-F0D5-824281A50555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2030255" y="4465374"/>
            <a:ext cx="4488157" cy="11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8">
            <a:extLst>
              <a:ext uri="{FF2B5EF4-FFF2-40B4-BE49-F238E27FC236}">
                <a16:creationId xmlns:a16="http://schemas.microsoft.com/office/drawing/2014/main" id="{0E516325-0305-D2CD-7021-408FEE2400B2}"/>
              </a:ext>
            </a:extLst>
          </p:cNvPr>
          <p:cNvCxnSpPr>
            <a:stCxn id="35" idx="3"/>
            <a:endCxn id="34" idx="5"/>
          </p:cNvCxnSpPr>
          <p:nvPr/>
        </p:nvCxnSpPr>
        <p:spPr>
          <a:xfrm>
            <a:off x="7467600" y="4476452"/>
            <a:ext cx="659204" cy="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118">
            <a:extLst>
              <a:ext uri="{FF2B5EF4-FFF2-40B4-BE49-F238E27FC236}">
                <a16:creationId xmlns:a16="http://schemas.microsoft.com/office/drawing/2014/main" id="{7D3C3B5F-FA64-491D-AD23-8B806321D695}"/>
              </a:ext>
            </a:extLst>
          </p:cNvPr>
          <p:cNvSpPr txBox="1"/>
          <p:nvPr/>
        </p:nvSpPr>
        <p:spPr>
          <a:xfrm>
            <a:off x="10575426" y="5343580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</p:spTree>
    <p:extLst>
      <p:ext uri="{BB962C8B-B14F-4D97-AF65-F5344CB8AC3E}">
        <p14:creationId xmlns:p14="http://schemas.microsoft.com/office/powerpoint/2010/main" val="78899738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D966-4D97-D46B-E314-8D42E533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AD08DC3-9233-B43C-2B79-BC8836B01081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875CFEE-EB03-5E8F-87AF-AD778DA40AC6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D164E11-4A8A-82AF-A8F3-6C6B1E91088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4CA219FA-4E9B-A8DB-EAC3-792BF914F6D2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C8F4A14-94DB-7DF1-3B09-01BD6EC7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65AA6881-D62A-BCB4-D9CF-83A497433C20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204104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945C-33D7-BFD2-6270-7B497A2B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977E23B9-1E17-461C-9452-D92A04829EDE}"/>
              </a:ext>
            </a:extLst>
          </p:cNvPr>
          <p:cNvSpPr/>
          <p:nvPr/>
        </p:nvSpPr>
        <p:spPr>
          <a:xfrm>
            <a:off x="909000" y="438480"/>
            <a:ext cx="988538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 dirty="0">
                <a:latin typeface="Arial"/>
              </a:rPr>
              <a:t>Arquitectura – Reversa Mercaderias/Credilanas Mavicob - Reactivación cuentas incobrables</a:t>
            </a:r>
            <a:endParaRPr lang="es-MX" sz="2000" b="1" strike="noStrike" spc="-1" dirty="0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ACC379A6-71C7-1BB3-9404-C23C9DF4940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95A8B47-7B46-BE6C-F0D3-C5BB895B6773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D40154B8-015A-313A-D72C-BA045C2FA4A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BC46C8B-7A97-6601-6723-E18859DD3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A393FEED-6A38-6669-A35E-62AD95F4A8B1}"/>
              </a:ext>
            </a:extLst>
          </p:cNvPr>
          <p:cNvSpPr/>
          <p:nvPr/>
        </p:nvSpPr>
        <p:spPr>
          <a:xfrm>
            <a:off x="4010244" y="2048984"/>
            <a:ext cx="1815859" cy="4330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BC31055-A509-DD3F-C5EA-7C6352C0678A}"/>
              </a:ext>
            </a:extLst>
          </p:cNvPr>
          <p:cNvSpPr/>
          <p:nvPr/>
        </p:nvSpPr>
        <p:spPr>
          <a:xfrm>
            <a:off x="142800" y="1615680"/>
            <a:ext cx="1941545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AD65E42-8C12-B6DA-0FFB-252556BB6ACA}"/>
              </a:ext>
            </a:extLst>
          </p:cNvPr>
          <p:cNvSpPr/>
          <p:nvPr/>
        </p:nvSpPr>
        <p:spPr>
          <a:xfrm>
            <a:off x="8187070" y="1587661"/>
            <a:ext cx="3885291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2EFC419-BB49-BEB1-4B92-CBEBBD7B31F5}"/>
              </a:ext>
            </a:extLst>
          </p:cNvPr>
          <p:cNvSpPr/>
          <p:nvPr/>
        </p:nvSpPr>
        <p:spPr>
          <a:xfrm>
            <a:off x="6052937" y="1615680"/>
            <a:ext cx="1988812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753B258-0401-9F7E-F5E3-A099CE8A9544}"/>
              </a:ext>
            </a:extLst>
          </p:cNvPr>
          <p:cNvSpPr txBox="1"/>
          <p:nvPr/>
        </p:nvSpPr>
        <p:spPr>
          <a:xfrm>
            <a:off x="8171292" y="1263736"/>
            <a:ext cx="3867748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3D2B2F1-067B-5383-09A5-F87DB6CAB762}"/>
              </a:ext>
            </a:extLst>
          </p:cNvPr>
          <p:cNvSpPr txBox="1"/>
          <p:nvPr/>
        </p:nvSpPr>
        <p:spPr>
          <a:xfrm>
            <a:off x="6052936" y="1263736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2D6A64B-454A-754C-9AF5-84AE806ED5C7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49" name="Paralelogramo 48">
            <a:extLst>
              <a:ext uri="{FF2B5EF4-FFF2-40B4-BE49-F238E27FC236}">
                <a16:creationId xmlns:a16="http://schemas.microsoft.com/office/drawing/2014/main" id="{D4F69DA1-E99D-7421-12A4-22E3E70D06F4}"/>
              </a:ext>
            </a:extLst>
          </p:cNvPr>
          <p:cNvSpPr/>
          <p:nvPr/>
        </p:nvSpPr>
        <p:spPr>
          <a:xfrm>
            <a:off x="8469700" y="2901091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ZMAVICOB_SPLITS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20A2B9E-631F-DCB6-5283-7FD8EEB8849E}"/>
              </a:ext>
            </a:extLst>
          </p:cNvPr>
          <p:cNvSpPr txBox="1"/>
          <p:nvPr/>
        </p:nvSpPr>
        <p:spPr>
          <a:xfrm>
            <a:off x="6769653" y="2879825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000" b="1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MX"/>
              <a:t>N-TZ01-Mavicob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C017F0A-B6C1-D9DE-73AF-19E3E87357EF}"/>
              </a:ext>
            </a:extLst>
          </p:cNvPr>
          <p:cNvSpPr/>
          <p:nvPr/>
        </p:nvSpPr>
        <p:spPr>
          <a:xfrm>
            <a:off x="4237077" y="4873699"/>
            <a:ext cx="1235002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Distribución Cobros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A6B69B37-0FCA-227C-0965-AFBF5673D224}"/>
              </a:ext>
            </a:extLst>
          </p:cNvPr>
          <p:cNvSpPr/>
          <p:nvPr/>
        </p:nvSpPr>
        <p:spPr>
          <a:xfrm>
            <a:off x="4660362" y="5640141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AF6E28C-0ED1-69A2-389C-15118B2CE96B}"/>
              </a:ext>
            </a:extLst>
          </p:cNvPr>
          <p:cNvSpPr/>
          <p:nvPr/>
        </p:nvSpPr>
        <p:spPr>
          <a:xfrm>
            <a:off x="374833" y="2767907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MAVI POS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EB56E94-799F-1DF1-CFD3-C5585763C533}"/>
              </a:ext>
            </a:extLst>
          </p:cNvPr>
          <p:cNvSpPr txBox="1"/>
          <p:nvPr/>
        </p:nvSpPr>
        <p:spPr>
          <a:xfrm>
            <a:off x="152960" y="1639594"/>
            <a:ext cx="8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tx1"/>
                </a:solidFill>
              </a:rPr>
              <a:t>AWS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9B1EAE8-609F-1E71-B3A6-AA815F394C39}"/>
              </a:ext>
            </a:extLst>
          </p:cNvPr>
          <p:cNvSpPr txBox="1"/>
          <p:nvPr/>
        </p:nvSpPr>
        <p:spPr>
          <a:xfrm>
            <a:off x="142799" y="1263736"/>
            <a:ext cx="1941545" cy="246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AWS</a:t>
            </a:r>
          </a:p>
        </p:txBody>
      </p:sp>
      <p:cxnSp>
        <p:nvCxnSpPr>
          <p:cNvPr id="56" name="Conector angular 23">
            <a:extLst>
              <a:ext uri="{FF2B5EF4-FFF2-40B4-BE49-F238E27FC236}">
                <a16:creationId xmlns:a16="http://schemas.microsoft.com/office/drawing/2014/main" id="{CBFB7F89-C6E2-7710-5EB0-90C839B27002}"/>
              </a:ext>
            </a:extLst>
          </p:cNvPr>
          <p:cNvCxnSpPr>
            <a:cxnSpLocks/>
            <a:stCxn id="53" idx="3"/>
            <a:endCxn id="50" idx="1"/>
          </p:cNvCxnSpPr>
          <p:nvPr/>
        </p:nvCxnSpPr>
        <p:spPr>
          <a:xfrm flipV="1">
            <a:off x="1602148" y="3045425"/>
            <a:ext cx="5167505" cy="52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6BAC5D62-4778-9505-0ED4-9B13EF343276}"/>
              </a:ext>
            </a:extLst>
          </p:cNvPr>
          <p:cNvCxnSpPr>
            <a:cxnSpLocks/>
            <a:stCxn id="50" idx="3"/>
            <a:endCxn id="49" idx="5"/>
          </p:cNvCxnSpPr>
          <p:nvPr/>
        </p:nvCxnSpPr>
        <p:spPr>
          <a:xfrm>
            <a:off x="7849653" y="3045425"/>
            <a:ext cx="657595" cy="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Paralelogramo 57">
            <a:extLst>
              <a:ext uri="{FF2B5EF4-FFF2-40B4-BE49-F238E27FC236}">
                <a16:creationId xmlns:a16="http://schemas.microsoft.com/office/drawing/2014/main" id="{7BA84C63-A06C-2A63-7024-136BDB9F739F}"/>
              </a:ext>
            </a:extLst>
          </p:cNvPr>
          <p:cNvSpPr/>
          <p:nvPr/>
        </p:nvSpPr>
        <p:spPr>
          <a:xfrm>
            <a:off x="8469700" y="3851182"/>
            <a:ext cx="1250681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Actualización tabla Z condonaciones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54B327B-6161-0E15-41B6-D8660EFFF613}"/>
              </a:ext>
            </a:extLst>
          </p:cNvPr>
          <p:cNvSpPr txBox="1"/>
          <p:nvPr/>
        </p:nvSpPr>
        <p:spPr>
          <a:xfrm>
            <a:off x="6769653" y="3896089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TZ05</a:t>
            </a:r>
            <a:endParaRPr lang="es-MX" sz="1000">
              <a:latin typeface="Arial Nova" panose="020B0504020202020204" pitchFamily="34" charset="0"/>
            </a:endParaRP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EB2A466B-4C35-766F-7EF0-1BBDD2F34A19}"/>
              </a:ext>
            </a:extLst>
          </p:cNvPr>
          <p:cNvCxnSpPr>
            <a:cxnSpLocks/>
            <a:stCxn id="59" idx="3"/>
            <a:endCxn id="58" idx="5"/>
          </p:cNvCxnSpPr>
          <p:nvPr/>
        </p:nvCxnSpPr>
        <p:spPr>
          <a:xfrm flipV="1">
            <a:off x="7849653" y="4061369"/>
            <a:ext cx="672594" cy="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E1B2A2F-22D8-6331-3902-36158384CB54}"/>
              </a:ext>
            </a:extLst>
          </p:cNvPr>
          <p:cNvSpPr txBox="1"/>
          <p:nvPr/>
        </p:nvSpPr>
        <p:spPr>
          <a:xfrm>
            <a:off x="6769653" y="4403284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1000" b="1">
                <a:solidFill>
                  <a:schemeClr val="bg1"/>
                </a:solidFill>
                <a:latin typeface="Arial Nova" panose="020B0504020202020204" pitchFamily="34" charset="0"/>
              </a:rPr>
              <a:t>TZ06</a:t>
            </a:r>
            <a:endParaRPr lang="es-MX" sz="1000">
              <a:latin typeface="Arial Nova" panose="020B0504020202020204" pitchFamily="34" charset="0"/>
            </a:endParaRPr>
          </a:p>
        </p:txBody>
      </p:sp>
      <p:sp>
        <p:nvSpPr>
          <p:cNvPr id="62" name="Paralelogramo 61">
            <a:extLst>
              <a:ext uri="{FF2B5EF4-FFF2-40B4-BE49-F238E27FC236}">
                <a16:creationId xmlns:a16="http://schemas.microsoft.com/office/drawing/2014/main" id="{E40CDAC8-019E-68E1-6F21-9EA38C76E3CB}"/>
              </a:ext>
            </a:extLst>
          </p:cNvPr>
          <p:cNvSpPr/>
          <p:nvPr/>
        </p:nvSpPr>
        <p:spPr>
          <a:xfrm>
            <a:off x="8469700" y="4364888"/>
            <a:ext cx="1288126" cy="420374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Mostrar  tabla Z condonaciones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4583F7AD-764E-D799-55F4-1A4D104DF239}"/>
              </a:ext>
            </a:extLst>
          </p:cNvPr>
          <p:cNvCxnSpPr>
            <a:cxnSpLocks/>
            <a:stCxn id="61" idx="3"/>
            <a:endCxn id="62" idx="5"/>
          </p:cNvCxnSpPr>
          <p:nvPr/>
        </p:nvCxnSpPr>
        <p:spPr>
          <a:xfrm>
            <a:off x="7849653" y="4568884"/>
            <a:ext cx="672594" cy="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150D078-4D76-9839-02D6-E7CC98A57DA5}"/>
              </a:ext>
            </a:extLst>
          </p:cNvPr>
          <p:cNvSpPr/>
          <p:nvPr/>
        </p:nvSpPr>
        <p:spPr>
          <a:xfrm>
            <a:off x="374833" y="3931442"/>
            <a:ext cx="1227315" cy="56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Proceso reversa de condonación moratorios</a:t>
            </a:r>
          </a:p>
        </p:txBody>
      </p:sp>
      <p:cxnSp>
        <p:nvCxnSpPr>
          <p:cNvPr id="65" name="Conector angular 50">
            <a:extLst>
              <a:ext uri="{FF2B5EF4-FFF2-40B4-BE49-F238E27FC236}">
                <a16:creationId xmlns:a16="http://schemas.microsoft.com/office/drawing/2014/main" id="{7A72D5C0-4808-E02E-BE3E-A4127AB4D7DC}"/>
              </a:ext>
            </a:extLst>
          </p:cNvPr>
          <p:cNvCxnSpPr>
            <a:cxnSpLocks/>
            <a:stCxn id="64" idx="3"/>
            <a:endCxn id="61" idx="1"/>
          </p:cNvCxnSpPr>
          <p:nvPr/>
        </p:nvCxnSpPr>
        <p:spPr>
          <a:xfrm>
            <a:off x="1602148" y="4214223"/>
            <a:ext cx="5167505" cy="354661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ector angular 51">
            <a:extLst>
              <a:ext uri="{FF2B5EF4-FFF2-40B4-BE49-F238E27FC236}">
                <a16:creationId xmlns:a16="http://schemas.microsoft.com/office/drawing/2014/main" id="{D804FE6A-9F69-F0A5-7DC4-13EF496B4163}"/>
              </a:ext>
            </a:extLst>
          </p:cNvPr>
          <p:cNvCxnSpPr>
            <a:cxnSpLocks/>
            <a:stCxn id="64" idx="3"/>
            <a:endCxn id="59" idx="1"/>
          </p:cNvCxnSpPr>
          <p:nvPr/>
        </p:nvCxnSpPr>
        <p:spPr>
          <a:xfrm flipV="1">
            <a:off x="1602148" y="4061689"/>
            <a:ext cx="5167505" cy="152534"/>
          </a:xfrm>
          <a:prstGeom prst="bentConnector3">
            <a:avLst>
              <a:gd name="adj1" fmla="val 9382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AEEC0D87-5724-5674-4B5E-3FF8073A3E07}"/>
              </a:ext>
            </a:extLst>
          </p:cNvPr>
          <p:cNvCxnSpPr>
            <a:cxnSpLocks/>
            <a:stCxn id="53" idx="2"/>
            <a:endCxn id="64" idx="0"/>
          </p:cNvCxnSpPr>
          <p:nvPr/>
        </p:nvCxnSpPr>
        <p:spPr>
          <a:xfrm>
            <a:off x="988491" y="3333469"/>
            <a:ext cx="0" cy="59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1A248373-380A-B1D8-3A41-0112C3254EC9}"/>
              </a:ext>
            </a:extLst>
          </p:cNvPr>
          <p:cNvSpPr/>
          <p:nvPr/>
        </p:nvSpPr>
        <p:spPr>
          <a:xfrm>
            <a:off x="3932425" y="1631445"/>
            <a:ext cx="2002153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4E75FC7-6E6A-D521-4ACA-B6A8540B8B5E}"/>
              </a:ext>
            </a:extLst>
          </p:cNvPr>
          <p:cNvSpPr txBox="1"/>
          <p:nvPr/>
        </p:nvSpPr>
        <p:spPr>
          <a:xfrm>
            <a:off x="3932425" y="1263736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70" name="Conector angular 43">
            <a:extLst>
              <a:ext uri="{FF2B5EF4-FFF2-40B4-BE49-F238E27FC236}">
                <a16:creationId xmlns:a16="http://schemas.microsoft.com/office/drawing/2014/main" id="{1A1B68EF-6700-3C4A-AA21-061D61C4E014}"/>
              </a:ext>
            </a:extLst>
          </p:cNvPr>
          <p:cNvCxnSpPr>
            <a:cxnSpLocks/>
            <a:stCxn id="64" idx="2"/>
            <a:endCxn id="51" idx="0"/>
          </p:cNvCxnSpPr>
          <p:nvPr/>
        </p:nvCxnSpPr>
        <p:spPr>
          <a:xfrm rot="16200000" flipH="1">
            <a:off x="2733187" y="2752307"/>
            <a:ext cx="376695" cy="38660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ángulo 70">
            <a:extLst>
              <a:ext uri="{FF2B5EF4-FFF2-40B4-BE49-F238E27FC236}">
                <a16:creationId xmlns:a16="http://schemas.microsoft.com/office/drawing/2014/main" id="{13F629AB-6ADB-7172-5898-A29B39F8CDA7}"/>
              </a:ext>
            </a:extLst>
          </p:cNvPr>
          <p:cNvSpPr/>
          <p:nvPr/>
        </p:nvSpPr>
        <p:spPr>
          <a:xfrm>
            <a:off x="2186953" y="1623321"/>
            <a:ext cx="1651799" cy="480384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BD</a:t>
            </a:r>
          </a:p>
          <a:p>
            <a:endParaRPr lang="es-MX" b="1">
              <a:solidFill>
                <a:schemeClr val="tx1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2665C889-E979-20B0-3DA9-A6A9828997EF}"/>
              </a:ext>
            </a:extLst>
          </p:cNvPr>
          <p:cNvSpPr txBox="1"/>
          <p:nvPr/>
        </p:nvSpPr>
        <p:spPr>
          <a:xfrm>
            <a:off x="2186952" y="1263736"/>
            <a:ext cx="1651799" cy="24622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HANA CLOUD</a:t>
            </a:r>
          </a:p>
        </p:txBody>
      </p:sp>
      <p:sp>
        <p:nvSpPr>
          <p:cNvPr id="73" name="Paralelogramo 72">
            <a:extLst>
              <a:ext uri="{FF2B5EF4-FFF2-40B4-BE49-F238E27FC236}">
                <a16:creationId xmlns:a16="http://schemas.microsoft.com/office/drawing/2014/main" id="{A1EB39B3-55CA-317A-E69A-826B54F22680}"/>
              </a:ext>
            </a:extLst>
          </p:cNvPr>
          <p:cNvSpPr/>
          <p:nvPr/>
        </p:nvSpPr>
        <p:spPr>
          <a:xfrm>
            <a:off x="2507557" y="2177823"/>
            <a:ext cx="987318" cy="300380"/>
          </a:xfrm>
          <a:prstGeom prst="parallelogram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b="1">
                <a:latin typeface="Arial Nova" panose="020B0504020202020204" pitchFamily="34" charset="0"/>
              </a:rPr>
              <a:t>Formas de Pago</a:t>
            </a:r>
          </a:p>
        </p:txBody>
      </p:sp>
      <p:cxnSp>
        <p:nvCxnSpPr>
          <p:cNvPr id="74" name="Conector angular 9">
            <a:extLst>
              <a:ext uri="{FF2B5EF4-FFF2-40B4-BE49-F238E27FC236}">
                <a16:creationId xmlns:a16="http://schemas.microsoft.com/office/drawing/2014/main" id="{6035E3C2-BA0B-03D9-DCE3-7B87F77903DD}"/>
              </a:ext>
            </a:extLst>
          </p:cNvPr>
          <p:cNvCxnSpPr>
            <a:cxnSpLocks/>
            <a:stCxn id="53" idx="3"/>
            <a:endCxn id="73" idx="4"/>
          </p:cNvCxnSpPr>
          <p:nvPr/>
        </p:nvCxnSpPr>
        <p:spPr>
          <a:xfrm flipV="1">
            <a:off x="1602148" y="2478203"/>
            <a:ext cx="1399068" cy="5724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6E375C20-BD4F-4043-F8B0-31E2C76397DE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>
            <a:off x="4854578" y="5341699"/>
            <a:ext cx="3784" cy="29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118">
            <a:extLst>
              <a:ext uri="{FF2B5EF4-FFF2-40B4-BE49-F238E27FC236}">
                <a16:creationId xmlns:a16="http://schemas.microsoft.com/office/drawing/2014/main" id="{76F35406-3B59-E9BF-0B10-F4D53BB3E725}"/>
              </a:ext>
            </a:extLst>
          </p:cNvPr>
          <p:cNvSpPr txBox="1"/>
          <p:nvPr/>
        </p:nvSpPr>
        <p:spPr>
          <a:xfrm>
            <a:off x="8865857" y="2715387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</p:spTree>
    <p:extLst>
      <p:ext uri="{BB962C8B-B14F-4D97-AF65-F5344CB8AC3E}">
        <p14:creationId xmlns:p14="http://schemas.microsoft.com/office/powerpoint/2010/main" val="218742127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7EEA-5F63-5CC7-1F6C-7C623203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B4817AA-1789-B44E-CFE9-3A5D5D749C4C}"/>
              </a:ext>
            </a:extLst>
          </p:cNvPr>
          <p:cNvSpPr/>
          <p:nvPr/>
        </p:nvSpPr>
        <p:spPr>
          <a:xfrm>
            <a:off x="909000" y="438480"/>
            <a:ext cx="88095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000" b="1" spc="-1">
                <a:latin typeface="Arial"/>
              </a:rPr>
              <a:t>Arquitectura – Reversa </a:t>
            </a:r>
            <a:r>
              <a:rPr lang="es-MX" sz="2000" b="1" spc="-1" err="1">
                <a:latin typeface="Arial"/>
              </a:rPr>
              <a:t>Mercaderias</a:t>
            </a:r>
            <a:r>
              <a:rPr lang="es-MX" sz="2000" b="1" spc="-1">
                <a:latin typeface="Arial"/>
              </a:rPr>
              <a:t>/</a:t>
            </a:r>
            <a:r>
              <a:rPr lang="es-MX" sz="2000" b="1" spc="-1" err="1">
                <a:latin typeface="Arial"/>
              </a:rPr>
              <a:t>Credilanas</a:t>
            </a:r>
            <a:r>
              <a:rPr lang="es-MX" sz="2000" b="1" spc="-1">
                <a:latin typeface="Arial"/>
              </a:rPr>
              <a:t> </a:t>
            </a:r>
            <a:r>
              <a:rPr lang="es-MX" sz="2000" b="1" spc="-1" err="1">
                <a:latin typeface="Arial"/>
              </a:rPr>
              <a:t>Mavicob</a:t>
            </a:r>
            <a:r>
              <a:rPr lang="es-MX" sz="2000" b="1" spc="-1">
                <a:latin typeface="Arial"/>
              </a:rPr>
              <a:t> - Reactivación cuentas incobrables</a:t>
            </a:r>
            <a:endParaRPr lang="es-MX" sz="20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3FDF29A-CA62-D27E-51B8-BB6668BF641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088ACD23-9019-8B3C-FB2B-6E220C94CFB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22818A5-EA49-0264-D1A1-D5ED01AAE2D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C9BFB5C-F632-98F2-72B2-2AC2848C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8567EB3-C187-4B5A-0B42-C8DC7682E1C6}"/>
              </a:ext>
            </a:extLst>
          </p:cNvPr>
          <p:cNvSpPr/>
          <p:nvPr/>
        </p:nvSpPr>
        <p:spPr>
          <a:xfrm>
            <a:off x="476931" y="1783976"/>
            <a:ext cx="1815859" cy="4630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ES_tradnl" sz="1400" b="1">
                <a:solidFill>
                  <a:schemeClr val="tx1"/>
                </a:solidFill>
              </a:rPr>
              <a:t>POS/Crédito</a:t>
            </a:r>
            <a:endParaRPr lang="es-ES_tradnl" b="1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D9EE1A-3AEE-581D-8FDA-5496781826F7}"/>
              </a:ext>
            </a:extLst>
          </p:cNvPr>
          <p:cNvSpPr/>
          <p:nvPr/>
        </p:nvSpPr>
        <p:spPr>
          <a:xfrm>
            <a:off x="6745318" y="1464578"/>
            <a:ext cx="5327043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S4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DC0BB8-F954-7563-6825-886CB5FF08DF}"/>
              </a:ext>
            </a:extLst>
          </p:cNvPr>
          <p:cNvSpPr/>
          <p:nvPr/>
        </p:nvSpPr>
        <p:spPr>
          <a:xfrm>
            <a:off x="2523408" y="1464578"/>
            <a:ext cx="1988812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CPI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216C25-7030-E177-119F-EF2DF550EB3A}"/>
              </a:ext>
            </a:extLst>
          </p:cNvPr>
          <p:cNvSpPr txBox="1"/>
          <p:nvPr/>
        </p:nvSpPr>
        <p:spPr>
          <a:xfrm>
            <a:off x="4634361" y="1096869"/>
            <a:ext cx="7404679" cy="2462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S4 HANA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60FE28-6ACA-2E8B-3082-48087A2D6122}"/>
              </a:ext>
            </a:extLst>
          </p:cNvPr>
          <p:cNvSpPr txBox="1"/>
          <p:nvPr/>
        </p:nvSpPr>
        <p:spPr>
          <a:xfrm>
            <a:off x="2523407" y="1096869"/>
            <a:ext cx="1988812" cy="246221"/>
          </a:xfrm>
          <a:prstGeom prst="rect">
            <a:avLst/>
          </a:prstGeom>
          <a:solidFill>
            <a:srgbClr val="CA69B3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000" b="1">
                <a:latin typeface="Arial Nova" panose="020B0504020202020204" pitchFamily="34" charset="0"/>
              </a:rPr>
              <a:t>SAP BTP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126850-AD68-18EA-44E8-C958E0BDEC14}"/>
              </a:ext>
            </a:extLst>
          </p:cNvPr>
          <p:cNvSpPr txBox="1"/>
          <p:nvPr/>
        </p:nvSpPr>
        <p:spPr>
          <a:xfrm>
            <a:off x="269298" y="6531229"/>
            <a:ext cx="5251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i="1"/>
              <a:t>Nota: Este escenario describe integraciones compatibles con la nube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9618AE-425F-7CC3-A720-EA2989E2CF52}"/>
              </a:ext>
            </a:extLst>
          </p:cNvPr>
          <p:cNvSpPr/>
          <p:nvPr/>
        </p:nvSpPr>
        <p:spPr>
          <a:xfrm>
            <a:off x="821880" y="2679819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  <a:latin typeface="Arial Nova" panose="020B0504020202020204" pitchFamily="34" charset="0"/>
              </a:rPr>
              <a:t>Reversa Cobro Moratorios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5BA1545-5A87-5F27-4ADA-98C139E5E66A}"/>
              </a:ext>
            </a:extLst>
          </p:cNvPr>
          <p:cNvSpPr/>
          <p:nvPr/>
        </p:nvSpPr>
        <p:spPr>
          <a:xfrm>
            <a:off x="1127049" y="1821399"/>
            <a:ext cx="396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50" b="1">
                <a:solidFill>
                  <a:schemeClr val="tx1"/>
                </a:solidFill>
                <a:latin typeface="Arial Nova" panose="020B0504020202020204" pitchFamily="34" charset="0"/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06087A-9EEF-1056-1CDF-F83E40F1A25F}"/>
              </a:ext>
            </a:extLst>
          </p:cNvPr>
          <p:cNvSpPr/>
          <p:nvPr/>
        </p:nvSpPr>
        <p:spPr>
          <a:xfrm>
            <a:off x="399112" y="1464578"/>
            <a:ext cx="2002153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BAS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813D31-43AC-A7DC-0198-D2FC8A9EB477}"/>
              </a:ext>
            </a:extLst>
          </p:cNvPr>
          <p:cNvSpPr txBox="1"/>
          <p:nvPr/>
        </p:nvSpPr>
        <p:spPr>
          <a:xfrm>
            <a:off x="399112" y="1096869"/>
            <a:ext cx="2002153" cy="246221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 sz="1400" b="1"/>
            </a:lvl1pPr>
          </a:lstStyle>
          <a:p>
            <a:r>
              <a:rPr lang="es-ES_tradnl" sz="1000">
                <a:latin typeface="Arial Nova" panose="020B0504020202020204" pitchFamily="34" charset="0"/>
              </a:rPr>
              <a:t>Plataforma Desarrollo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80E80BD-5CFC-0EC0-D971-C42ADC57773F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 rot="5400000">
            <a:off x="1073765" y="2428535"/>
            <a:ext cx="498420" cy="4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F3C79FD-167F-B9C2-2E7A-8A71FE59254E}"/>
              </a:ext>
            </a:extLst>
          </p:cNvPr>
          <p:cNvSpPr/>
          <p:nvPr/>
        </p:nvSpPr>
        <p:spPr>
          <a:xfrm>
            <a:off x="4634363" y="1464578"/>
            <a:ext cx="1988812" cy="50212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b="1">
                <a:solidFill>
                  <a:schemeClr val="tx1"/>
                </a:solidFill>
              </a:rPr>
              <a:t>CAR</a:t>
            </a:r>
          </a:p>
        </p:txBody>
      </p:sp>
      <p:sp>
        <p:nvSpPr>
          <p:cNvPr id="15" name="CuadroTexto 56">
            <a:extLst>
              <a:ext uri="{FF2B5EF4-FFF2-40B4-BE49-F238E27FC236}">
                <a16:creationId xmlns:a16="http://schemas.microsoft.com/office/drawing/2014/main" id="{673152B6-814D-85FA-11D2-D48B158BF5B0}"/>
              </a:ext>
            </a:extLst>
          </p:cNvPr>
          <p:cNvSpPr txBox="1"/>
          <p:nvPr/>
        </p:nvSpPr>
        <p:spPr>
          <a:xfrm>
            <a:off x="5201408" y="179852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</a:t>
            </a:r>
          </a:p>
        </p:txBody>
      </p:sp>
      <p:sp>
        <p:nvSpPr>
          <p:cNvPr id="16" name="Diagrama de flujo: documento 84">
            <a:extLst>
              <a:ext uri="{FF2B5EF4-FFF2-40B4-BE49-F238E27FC236}">
                <a16:creationId xmlns:a16="http://schemas.microsoft.com/office/drawing/2014/main" id="{E56467E5-11E4-AC6B-2EF5-841B91A2B621}"/>
              </a:ext>
            </a:extLst>
          </p:cNvPr>
          <p:cNvSpPr/>
          <p:nvPr/>
        </p:nvSpPr>
        <p:spPr>
          <a:xfrm>
            <a:off x="8868839" y="1744522"/>
            <a:ext cx="1080000" cy="432000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CFDI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2D41B16-B709-E6BB-7D19-CCD6B6554878}"/>
              </a:ext>
            </a:extLst>
          </p:cNvPr>
          <p:cNvSpPr/>
          <p:nvPr/>
        </p:nvSpPr>
        <p:spPr>
          <a:xfrm>
            <a:off x="8868839" y="2241160"/>
            <a:ext cx="1080000" cy="4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>
                <a:solidFill>
                  <a:schemeClr val="tx1"/>
                </a:solidFill>
                <a:latin typeface="Arial Nova" panose="020B0504020202020204" pitchFamily="34" charset="0"/>
              </a:rPr>
              <a:t>Documento Contable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29565F8-3BCC-3FCF-E8F7-AE79370DFEC5}"/>
              </a:ext>
            </a:extLst>
          </p:cNvPr>
          <p:cNvSpPr txBox="1"/>
          <p:nvPr/>
        </p:nvSpPr>
        <p:spPr>
          <a:xfrm>
            <a:off x="5201408" y="2298357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PV01_CM</a:t>
            </a:r>
          </a:p>
        </p:txBody>
      </p:sp>
      <p:sp>
        <p:nvSpPr>
          <p:cNvPr id="19" name="Paralelogramo 18">
            <a:extLst>
              <a:ext uri="{FF2B5EF4-FFF2-40B4-BE49-F238E27FC236}">
                <a16:creationId xmlns:a16="http://schemas.microsoft.com/office/drawing/2014/main" id="{822AB404-47A1-4CB5-B60F-D0AB8CDBF8E9}"/>
              </a:ext>
            </a:extLst>
          </p:cNvPr>
          <p:cNvSpPr/>
          <p:nvPr/>
        </p:nvSpPr>
        <p:spPr>
          <a:xfrm>
            <a:off x="8797436" y="2769106"/>
            <a:ext cx="1506624" cy="420653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800" b="1">
                <a:latin typeface="Arial Nova" panose="020B0504020202020204" pitchFamily="34" charset="0"/>
              </a:rPr>
              <a:t>Tabla ZMAVICOB_SPLITS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73D65D-7D6F-42AC-A2B4-A865225D3EF4}"/>
              </a:ext>
            </a:extLst>
          </p:cNvPr>
          <p:cNvSpPr txBox="1"/>
          <p:nvPr/>
        </p:nvSpPr>
        <p:spPr>
          <a:xfrm>
            <a:off x="7109503" y="2298357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CO07</a:t>
            </a:r>
          </a:p>
        </p:txBody>
      </p:sp>
      <p:sp>
        <p:nvSpPr>
          <p:cNvPr id="21" name="CuadroTexto 56">
            <a:extLst>
              <a:ext uri="{FF2B5EF4-FFF2-40B4-BE49-F238E27FC236}">
                <a16:creationId xmlns:a16="http://schemas.microsoft.com/office/drawing/2014/main" id="{D52E0867-E65E-A5DF-B8A7-BA38FA45EDA8}"/>
              </a:ext>
            </a:extLst>
          </p:cNvPr>
          <p:cNvSpPr txBox="1"/>
          <p:nvPr/>
        </p:nvSpPr>
        <p:spPr>
          <a:xfrm>
            <a:off x="7109503" y="1798522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>
                <a:latin typeface="Arial Nova" panose="020B0504020202020204" pitchFamily="34" charset="0"/>
              </a:rPr>
              <a:t>PV02_CM-NC</a:t>
            </a:r>
          </a:p>
        </p:txBody>
      </p:sp>
      <p:cxnSp>
        <p:nvCxnSpPr>
          <p:cNvPr id="22" name="Conector angular 71">
            <a:extLst>
              <a:ext uri="{FF2B5EF4-FFF2-40B4-BE49-F238E27FC236}">
                <a16:creationId xmlns:a16="http://schemas.microsoft.com/office/drawing/2014/main" id="{E50FC30C-F71E-7587-C17F-F1971E71350F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1819922" y="1960522"/>
            <a:ext cx="3381486" cy="926297"/>
          </a:xfrm>
          <a:prstGeom prst="bentConnector3">
            <a:avLst>
              <a:gd name="adj1" fmla="val 8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73">
            <a:extLst>
              <a:ext uri="{FF2B5EF4-FFF2-40B4-BE49-F238E27FC236}">
                <a16:creationId xmlns:a16="http://schemas.microsoft.com/office/drawing/2014/main" id="{CAF7950B-9563-737B-7C24-8B492180BAC6}"/>
              </a:ext>
            </a:extLst>
          </p:cNvPr>
          <p:cNvCxnSpPr>
            <a:stCxn id="9" idx="3"/>
            <a:endCxn id="18" idx="1"/>
          </p:cNvCxnSpPr>
          <p:nvPr/>
        </p:nvCxnSpPr>
        <p:spPr>
          <a:xfrm flipV="1">
            <a:off x="1819922" y="2460357"/>
            <a:ext cx="3381486" cy="426462"/>
          </a:xfrm>
          <a:prstGeom prst="bentConnector3">
            <a:avLst>
              <a:gd name="adj1" fmla="val 8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7121E1E-8D43-AB9B-0E4E-30EF4053DB3A}"/>
              </a:ext>
            </a:extLst>
          </p:cNvPr>
          <p:cNvCxnSpPr>
            <a:stCxn id="21" idx="3"/>
            <a:endCxn id="16" idx="1"/>
          </p:cNvCxnSpPr>
          <p:nvPr/>
        </p:nvCxnSpPr>
        <p:spPr>
          <a:xfrm>
            <a:off x="8189503" y="1960522"/>
            <a:ext cx="679336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44F676D-5740-662D-D143-3222659A0439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 flipV="1">
            <a:off x="8189503" y="2457160"/>
            <a:ext cx="679336" cy="3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39EDC02-1925-38F0-9DAA-63734C129AA5}"/>
              </a:ext>
            </a:extLst>
          </p:cNvPr>
          <p:cNvCxnSpPr>
            <a:stCxn id="15" idx="3"/>
            <a:endCxn id="21" idx="1"/>
          </p:cNvCxnSpPr>
          <p:nvPr/>
        </p:nvCxnSpPr>
        <p:spPr>
          <a:xfrm>
            <a:off x="6281408" y="1960522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4602327-1970-DBF2-8AA7-42E8F47A730F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6281408" y="2460357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1D2C572-96C7-6DEA-99C9-446379A8586E}"/>
              </a:ext>
            </a:extLst>
          </p:cNvPr>
          <p:cNvSpPr txBox="1"/>
          <p:nvPr/>
        </p:nvSpPr>
        <p:spPr>
          <a:xfrm>
            <a:off x="7109504" y="2817468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N-TZ01-Mavicob</a:t>
            </a:r>
            <a:endParaRPr lang="es-MX" sz="900">
              <a:latin typeface="Arial Nova" panose="020B0504020202020204" pitchFamily="34" charset="0"/>
            </a:endParaRPr>
          </a:p>
        </p:txBody>
      </p:sp>
      <p:cxnSp>
        <p:nvCxnSpPr>
          <p:cNvPr id="29" name="Conector angular 94">
            <a:extLst>
              <a:ext uri="{FF2B5EF4-FFF2-40B4-BE49-F238E27FC236}">
                <a16:creationId xmlns:a16="http://schemas.microsoft.com/office/drawing/2014/main" id="{C3804B45-F83B-C41F-740E-5AE472E2AE04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>
            <a:off x="1819922" y="2886819"/>
            <a:ext cx="5289582" cy="92649"/>
          </a:xfrm>
          <a:prstGeom prst="bentConnector3">
            <a:avLst>
              <a:gd name="adj1" fmla="val 95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DE81562-8492-9768-C793-987640B014C8}"/>
              </a:ext>
            </a:extLst>
          </p:cNvPr>
          <p:cNvSpPr txBox="1"/>
          <p:nvPr/>
        </p:nvSpPr>
        <p:spPr>
          <a:xfrm>
            <a:off x="4617852" y="2976677"/>
            <a:ext cx="1701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>
                <a:latin typeface="Arial Nova" panose="020B0504020202020204" pitchFamily="34" charset="0"/>
              </a:rPr>
              <a:t>*Actualiza importe de moratorios, remanente, fecha de pago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D4D6C9-4698-6761-5DF6-05E4DD613D73}"/>
              </a:ext>
            </a:extLst>
          </p:cNvPr>
          <p:cNvSpPr/>
          <p:nvPr/>
        </p:nvSpPr>
        <p:spPr>
          <a:xfrm>
            <a:off x="823223" y="3804992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Distribución cobros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7379FF4-CBF3-4CD5-1B06-BD9C441DB1E4}"/>
              </a:ext>
            </a:extLst>
          </p:cNvPr>
          <p:cNvSpPr txBox="1"/>
          <p:nvPr/>
        </p:nvSpPr>
        <p:spPr>
          <a:xfrm>
            <a:off x="5190199" y="3844361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PV02_CR-OI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8342652-76B0-D66D-14C2-A8B846E0FE16}"/>
              </a:ext>
            </a:extLst>
          </p:cNvPr>
          <p:cNvSpPr txBox="1"/>
          <p:nvPr/>
        </p:nvSpPr>
        <p:spPr>
          <a:xfrm>
            <a:off x="7098294" y="3539561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PV02_CR-FI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7D05A58-B579-C149-E519-30B19D01BF31}"/>
              </a:ext>
            </a:extLst>
          </p:cNvPr>
          <p:cNvCxnSpPr>
            <a:stCxn id="9" idx="2"/>
            <a:endCxn id="31" idx="0"/>
          </p:cNvCxnSpPr>
          <p:nvPr/>
        </p:nvCxnSpPr>
        <p:spPr>
          <a:xfrm rot="16200000" flipH="1">
            <a:off x="965986" y="3448733"/>
            <a:ext cx="711173" cy="1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r 113">
            <a:extLst>
              <a:ext uri="{FF2B5EF4-FFF2-40B4-BE49-F238E27FC236}">
                <a16:creationId xmlns:a16="http://schemas.microsoft.com/office/drawing/2014/main" id="{547BCE3C-924A-66C3-4C0E-8FCF461D8ACB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1821265" y="4006361"/>
            <a:ext cx="3368934" cy="56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F649A783-E269-63A1-F69A-3A9A00FD75B6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 flipV="1">
            <a:off x="8178294" y="3699972"/>
            <a:ext cx="723868" cy="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documento 84">
            <a:extLst>
              <a:ext uri="{FF2B5EF4-FFF2-40B4-BE49-F238E27FC236}">
                <a16:creationId xmlns:a16="http://schemas.microsoft.com/office/drawing/2014/main" id="{99A43F69-8044-A6DA-BBC8-5390E6164F2B}"/>
              </a:ext>
            </a:extLst>
          </p:cNvPr>
          <p:cNvSpPr/>
          <p:nvPr/>
        </p:nvSpPr>
        <p:spPr>
          <a:xfrm>
            <a:off x="8902162" y="3426482"/>
            <a:ext cx="1080000" cy="546979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Nota de Crédito 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(</a:t>
            </a:r>
            <a:r>
              <a:rPr lang="es-MX" sz="800" b="1" err="1">
                <a:solidFill>
                  <a:schemeClr val="tx1"/>
                </a:solidFill>
                <a:latin typeface="Arial Nova" panose="020B0504020202020204" pitchFamily="34" charset="0"/>
              </a:rPr>
              <a:t>Ctas</a:t>
            </a:r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 Reserva)</a:t>
            </a:r>
          </a:p>
          <a:p>
            <a:pPr algn="ctr"/>
            <a:r>
              <a:rPr lang="es-MX" sz="800" b="1">
                <a:solidFill>
                  <a:schemeClr val="tx1"/>
                </a:solidFill>
                <a:latin typeface="Arial Nova" panose="020B0504020202020204" pitchFamily="34" charset="0"/>
              </a:rPr>
              <a:t>No CFDI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6C4753D-7D77-82D8-3715-50CE323E146C}"/>
              </a:ext>
            </a:extLst>
          </p:cNvPr>
          <p:cNvSpPr txBox="1"/>
          <p:nvPr/>
        </p:nvSpPr>
        <p:spPr>
          <a:xfrm>
            <a:off x="7109503" y="4179867"/>
            <a:ext cx="1080000" cy="3312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</a:defRPr>
            </a:lvl1pPr>
          </a:lstStyle>
          <a:p>
            <a:r>
              <a:rPr lang="es-MX"/>
              <a:t>PV02_COI-FI</a:t>
            </a:r>
          </a:p>
        </p:txBody>
      </p:sp>
      <p:sp>
        <p:nvSpPr>
          <p:cNvPr id="39" name="Diagrama de flujo: documento 84">
            <a:extLst>
              <a:ext uri="{FF2B5EF4-FFF2-40B4-BE49-F238E27FC236}">
                <a16:creationId xmlns:a16="http://schemas.microsoft.com/office/drawing/2014/main" id="{F1E45B87-DF32-09E0-B874-83DC8295CB4E}"/>
              </a:ext>
            </a:extLst>
          </p:cNvPr>
          <p:cNvSpPr/>
          <p:nvPr/>
        </p:nvSpPr>
        <p:spPr>
          <a:xfrm>
            <a:off x="8902162" y="4080082"/>
            <a:ext cx="1080000" cy="546979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MX" sz="800" b="1">
                <a:solidFill>
                  <a:schemeClr val="tx1"/>
                </a:solidFill>
              </a:rPr>
              <a:t>Nota de Crédito </a:t>
            </a:r>
          </a:p>
          <a:p>
            <a:pPr algn="ctr"/>
            <a:r>
              <a:rPr lang="es-MX" sz="800" b="1">
                <a:solidFill>
                  <a:schemeClr val="tx1"/>
                </a:solidFill>
              </a:rPr>
              <a:t>(Otros ingresos)</a:t>
            </a:r>
          </a:p>
          <a:p>
            <a:pPr algn="ctr"/>
            <a:r>
              <a:rPr lang="es-MX" sz="800" b="1">
                <a:solidFill>
                  <a:schemeClr val="tx1"/>
                </a:solidFill>
              </a:rPr>
              <a:t>CFDI</a:t>
            </a:r>
          </a:p>
        </p:txBody>
      </p:sp>
      <p:cxnSp>
        <p:nvCxnSpPr>
          <p:cNvPr id="41" name="Conector angular 19">
            <a:extLst>
              <a:ext uri="{FF2B5EF4-FFF2-40B4-BE49-F238E27FC236}">
                <a16:creationId xmlns:a16="http://schemas.microsoft.com/office/drawing/2014/main" id="{8E665F3C-46E4-DCEB-58A9-F89FE5A49CB9}"/>
              </a:ext>
            </a:extLst>
          </p:cNvPr>
          <p:cNvCxnSpPr>
            <a:cxnSpLocks/>
            <a:stCxn id="32" idx="3"/>
            <a:endCxn id="38" idx="1"/>
          </p:cNvCxnSpPr>
          <p:nvPr/>
        </p:nvCxnSpPr>
        <p:spPr>
          <a:xfrm>
            <a:off x="6270199" y="4006361"/>
            <a:ext cx="839304" cy="339106"/>
          </a:xfrm>
          <a:prstGeom prst="bentConnector3">
            <a:avLst>
              <a:gd name="adj1" fmla="val 757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FBE42AD-EDE4-E963-DD3E-F050383663DD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8189503" y="4345467"/>
            <a:ext cx="712659" cy="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1840748-F0C7-07BB-A7D8-6D88EEB0B7E7}"/>
              </a:ext>
            </a:extLst>
          </p:cNvPr>
          <p:cNvSpPr txBox="1"/>
          <p:nvPr/>
        </p:nvSpPr>
        <p:spPr>
          <a:xfrm>
            <a:off x="5190199" y="4990573"/>
            <a:ext cx="1080000" cy="324000"/>
          </a:xfrm>
          <a:prstGeom prst="rect">
            <a:avLst/>
          </a:prstGeom>
          <a:solidFill>
            <a:schemeClr val="accent2"/>
          </a:solidFill>
          <a:ln>
            <a:solidFill>
              <a:srgbClr val="ED7D30"/>
            </a:solidFill>
          </a:ln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PV01_CP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3485817-9536-72DE-B742-D6E23D517D63}"/>
              </a:ext>
            </a:extLst>
          </p:cNvPr>
          <p:cNvSpPr txBox="1"/>
          <p:nvPr/>
        </p:nvSpPr>
        <p:spPr>
          <a:xfrm>
            <a:off x="7098294" y="4990573"/>
            <a:ext cx="1080000" cy="324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s-MX" sz="900" b="1">
                <a:solidFill>
                  <a:schemeClr val="bg1"/>
                </a:solidFill>
              </a:rPr>
              <a:t>CO01_CP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3BFAB39-7E88-7B2D-C358-71B5753516B6}"/>
              </a:ext>
            </a:extLst>
          </p:cNvPr>
          <p:cNvSpPr/>
          <p:nvPr/>
        </p:nvSpPr>
        <p:spPr>
          <a:xfrm>
            <a:off x="8903692" y="4913116"/>
            <a:ext cx="1045147" cy="4707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>
                <a:solidFill>
                  <a:schemeClr val="tx1"/>
                </a:solidFill>
              </a:rPr>
              <a:t>Documento Contable</a:t>
            </a:r>
          </a:p>
        </p:txBody>
      </p:sp>
      <p:sp>
        <p:nvSpPr>
          <p:cNvPr id="49" name="CuadroTexto 118">
            <a:extLst>
              <a:ext uri="{FF2B5EF4-FFF2-40B4-BE49-F238E27FC236}">
                <a16:creationId xmlns:a16="http://schemas.microsoft.com/office/drawing/2014/main" id="{99E6411C-EE71-B896-79FA-CA4C674B7F53}"/>
              </a:ext>
            </a:extLst>
          </p:cNvPr>
          <p:cNvSpPr txBox="1"/>
          <p:nvPr/>
        </p:nvSpPr>
        <p:spPr>
          <a:xfrm>
            <a:off x="7109503" y="5764809"/>
            <a:ext cx="1080000" cy="360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N-TZ01-Mavicob</a:t>
            </a:r>
          </a:p>
        </p:txBody>
      </p:sp>
      <p:sp>
        <p:nvSpPr>
          <p:cNvPr id="50" name="Paralelogramo 49">
            <a:extLst>
              <a:ext uri="{FF2B5EF4-FFF2-40B4-BE49-F238E27FC236}">
                <a16:creationId xmlns:a16="http://schemas.microsoft.com/office/drawing/2014/main" id="{80E3B870-6543-4EF0-CC96-043E1A2BB50A}"/>
              </a:ext>
            </a:extLst>
          </p:cNvPr>
          <p:cNvSpPr/>
          <p:nvPr/>
        </p:nvSpPr>
        <p:spPr>
          <a:xfrm>
            <a:off x="10339825" y="5782739"/>
            <a:ext cx="1288126" cy="300380"/>
          </a:xfrm>
          <a:prstGeom prst="parallelogram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700" b="1">
                <a:latin typeface="Arial Nova" panose="020B0504020202020204" pitchFamily="34" charset="0"/>
              </a:rPr>
              <a:t>Tabla ZMAVICOB_SPLITS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9C283464-3747-BDF5-3B9C-CB0186943193}"/>
              </a:ext>
            </a:extLst>
          </p:cNvPr>
          <p:cNvCxnSpPr>
            <a:stCxn id="28" idx="3"/>
            <a:endCxn id="19" idx="5"/>
          </p:cNvCxnSpPr>
          <p:nvPr/>
        </p:nvCxnSpPr>
        <p:spPr>
          <a:xfrm flipV="1">
            <a:off x="8189504" y="2979433"/>
            <a:ext cx="660514" cy="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BB3E3220-BE94-6C1A-E01A-D2A3070C8E88}"/>
              </a:ext>
            </a:extLst>
          </p:cNvPr>
          <p:cNvCxnSpPr>
            <a:stCxn id="44" idx="3"/>
            <a:endCxn id="48" idx="1"/>
          </p:cNvCxnSpPr>
          <p:nvPr/>
        </p:nvCxnSpPr>
        <p:spPr>
          <a:xfrm flipV="1">
            <a:off x="8178294" y="5148474"/>
            <a:ext cx="725398" cy="4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62">
            <a:extLst>
              <a:ext uri="{FF2B5EF4-FFF2-40B4-BE49-F238E27FC236}">
                <a16:creationId xmlns:a16="http://schemas.microsoft.com/office/drawing/2014/main" id="{64C28640-E813-8390-98E6-79B194E19B2E}"/>
              </a:ext>
            </a:extLst>
          </p:cNvPr>
          <p:cNvCxnSpPr>
            <a:cxnSpLocks/>
            <a:stCxn id="56" idx="2"/>
            <a:endCxn id="49" idx="1"/>
          </p:cNvCxnSpPr>
          <p:nvPr/>
        </p:nvCxnSpPr>
        <p:spPr>
          <a:xfrm rot="16200000" flipH="1">
            <a:off x="3931315" y="2766620"/>
            <a:ext cx="567775" cy="57886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3D25A8C7-0A17-6DA5-9A9F-ED2DBF0BD38F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6270199" y="5152573"/>
            <a:ext cx="828095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0B9C7F58-B4F4-9097-0A29-629BE3EBA937}"/>
              </a:ext>
            </a:extLst>
          </p:cNvPr>
          <p:cNvCxnSpPr>
            <a:stCxn id="49" idx="3"/>
            <a:endCxn id="50" idx="5"/>
          </p:cNvCxnSpPr>
          <p:nvPr/>
        </p:nvCxnSpPr>
        <p:spPr>
          <a:xfrm flipV="1">
            <a:off x="8189503" y="5932929"/>
            <a:ext cx="2187870" cy="11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92C5003-82DC-D55B-D875-7E6549F99BED}"/>
              </a:ext>
            </a:extLst>
          </p:cNvPr>
          <p:cNvSpPr/>
          <p:nvPr/>
        </p:nvSpPr>
        <p:spPr>
          <a:xfrm>
            <a:off x="821880" y="4963034"/>
            <a:ext cx="998042" cy="41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>
                <a:solidFill>
                  <a:schemeClr val="tx1"/>
                </a:solidFill>
              </a:rPr>
              <a:t>Reversa Cobro Parcialidad</a:t>
            </a: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612ABC75-3149-6F4B-48A0-B57A1D9FAF5F}"/>
              </a:ext>
            </a:extLst>
          </p:cNvPr>
          <p:cNvCxnSpPr>
            <a:stCxn id="56" idx="3"/>
            <a:endCxn id="43" idx="1"/>
          </p:cNvCxnSpPr>
          <p:nvPr/>
        </p:nvCxnSpPr>
        <p:spPr>
          <a:xfrm flipV="1">
            <a:off x="1819922" y="5152573"/>
            <a:ext cx="3370277" cy="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4B803E86-D853-FDA6-FB15-6F9A3448685B}"/>
              </a:ext>
            </a:extLst>
          </p:cNvPr>
          <p:cNvCxnSpPr>
            <a:endCxn id="56" idx="0"/>
          </p:cNvCxnSpPr>
          <p:nvPr/>
        </p:nvCxnSpPr>
        <p:spPr>
          <a:xfrm>
            <a:off x="1320901" y="4123295"/>
            <a:ext cx="0" cy="83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DE0F643-6325-56BE-50EA-F76A9F84D776}"/>
              </a:ext>
            </a:extLst>
          </p:cNvPr>
          <p:cNvSpPr txBox="1"/>
          <p:nvPr/>
        </p:nvSpPr>
        <p:spPr>
          <a:xfrm>
            <a:off x="10140224" y="4738844"/>
            <a:ext cx="184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b="1">
                <a:latin typeface="Arial Nova" panose="020B0504020202020204" pitchFamily="34" charset="0"/>
              </a:rPr>
              <a:t>Nota</a:t>
            </a:r>
            <a:r>
              <a:rPr lang="es-ES_tradnl" sz="800">
                <a:latin typeface="Arial Nova" panose="020B0504020202020204" pitchFamily="34" charset="0"/>
              </a:rPr>
              <a:t>: Las 3 Notas de Cargo deben estar asociadas a la recuperación del quebranto: colocar el folio de la factura quebrantada </a:t>
            </a:r>
          </a:p>
        </p:txBody>
      </p:sp>
      <p:sp>
        <p:nvSpPr>
          <p:cNvPr id="60" name="CuadroTexto 111">
            <a:extLst>
              <a:ext uri="{FF2B5EF4-FFF2-40B4-BE49-F238E27FC236}">
                <a16:creationId xmlns:a16="http://schemas.microsoft.com/office/drawing/2014/main" id="{73BA7531-9D21-0231-91D7-B045509F5E21}"/>
              </a:ext>
            </a:extLst>
          </p:cNvPr>
          <p:cNvSpPr txBox="1"/>
          <p:nvPr/>
        </p:nvSpPr>
        <p:spPr>
          <a:xfrm>
            <a:off x="10536072" y="2284890"/>
            <a:ext cx="1186061" cy="4583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MX" sz="900">
                <a:latin typeface="Arial Nova" panose="020B0504020202020204" pitchFamily="34" charset="0"/>
              </a:rPr>
              <a:t>D-CRED-02</a:t>
            </a:r>
          </a:p>
        </p:txBody>
      </p:sp>
      <p:sp>
        <p:nvSpPr>
          <p:cNvPr id="61" name="CuadroTexto 55">
            <a:extLst>
              <a:ext uri="{FF2B5EF4-FFF2-40B4-BE49-F238E27FC236}">
                <a16:creationId xmlns:a16="http://schemas.microsoft.com/office/drawing/2014/main" id="{F3287FED-A5EE-BF5B-FA17-A5DCFCD57B12}"/>
              </a:ext>
            </a:extLst>
          </p:cNvPr>
          <p:cNvSpPr txBox="1"/>
          <p:nvPr/>
        </p:nvSpPr>
        <p:spPr>
          <a:xfrm>
            <a:off x="10427897" y="1814075"/>
            <a:ext cx="138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>
                <a:latin typeface="Arial Nova" panose="020B0504020202020204" pitchFamily="34" charset="0"/>
              </a:rPr>
              <a:t>* Se actualiza campo asignación con el folio del  Débito creado en S4</a:t>
            </a:r>
          </a:p>
        </p:txBody>
      </p:sp>
      <p:cxnSp>
        <p:nvCxnSpPr>
          <p:cNvPr id="62" name="69 Conector angular">
            <a:extLst>
              <a:ext uri="{FF2B5EF4-FFF2-40B4-BE49-F238E27FC236}">
                <a16:creationId xmlns:a16="http://schemas.microsoft.com/office/drawing/2014/main" id="{5CBC0C8B-DC25-9CBE-9D0D-140ED2F151DF}"/>
              </a:ext>
            </a:extLst>
          </p:cNvPr>
          <p:cNvCxnSpPr>
            <a:stCxn id="16" idx="3"/>
            <a:endCxn id="60" idx="1"/>
          </p:cNvCxnSpPr>
          <p:nvPr/>
        </p:nvCxnSpPr>
        <p:spPr>
          <a:xfrm>
            <a:off x="9948839" y="1960522"/>
            <a:ext cx="587233" cy="553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76 Conector angular">
            <a:extLst>
              <a:ext uri="{FF2B5EF4-FFF2-40B4-BE49-F238E27FC236}">
                <a16:creationId xmlns:a16="http://schemas.microsoft.com/office/drawing/2014/main" id="{CA0AD0CB-36FA-B67F-7A3A-E85964A1E90F}"/>
              </a:ext>
            </a:extLst>
          </p:cNvPr>
          <p:cNvCxnSpPr>
            <a:stCxn id="37" idx="3"/>
            <a:endCxn id="60" idx="2"/>
          </p:cNvCxnSpPr>
          <p:nvPr/>
        </p:nvCxnSpPr>
        <p:spPr>
          <a:xfrm flipV="1">
            <a:off x="9982162" y="2743202"/>
            <a:ext cx="1146941" cy="9567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83 Conector angular">
            <a:extLst>
              <a:ext uri="{FF2B5EF4-FFF2-40B4-BE49-F238E27FC236}">
                <a16:creationId xmlns:a16="http://schemas.microsoft.com/office/drawing/2014/main" id="{1A1B918B-8864-4A3C-8B8E-E32C8769DAA8}"/>
              </a:ext>
            </a:extLst>
          </p:cNvPr>
          <p:cNvCxnSpPr>
            <a:stCxn id="39" idx="3"/>
            <a:endCxn id="60" idx="2"/>
          </p:cNvCxnSpPr>
          <p:nvPr/>
        </p:nvCxnSpPr>
        <p:spPr>
          <a:xfrm flipV="1">
            <a:off x="9982162" y="2743202"/>
            <a:ext cx="1146941" cy="1610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118">
            <a:extLst>
              <a:ext uri="{FF2B5EF4-FFF2-40B4-BE49-F238E27FC236}">
                <a16:creationId xmlns:a16="http://schemas.microsoft.com/office/drawing/2014/main" id="{AB5EB5B9-0DA1-BB78-691A-9C2C7886BE83}"/>
              </a:ext>
            </a:extLst>
          </p:cNvPr>
          <p:cNvSpPr txBox="1"/>
          <p:nvPr/>
        </p:nvSpPr>
        <p:spPr>
          <a:xfrm>
            <a:off x="10109369" y="2754701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sp>
        <p:nvSpPr>
          <p:cNvPr id="66" name="CuadroTexto 118">
            <a:extLst>
              <a:ext uri="{FF2B5EF4-FFF2-40B4-BE49-F238E27FC236}">
                <a16:creationId xmlns:a16="http://schemas.microsoft.com/office/drawing/2014/main" id="{9423180F-2A54-AFB6-3012-D585E2504363}"/>
              </a:ext>
            </a:extLst>
          </p:cNvPr>
          <p:cNvSpPr txBox="1"/>
          <p:nvPr/>
        </p:nvSpPr>
        <p:spPr>
          <a:xfrm>
            <a:off x="10727549" y="5587614"/>
            <a:ext cx="666319" cy="216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900" b="1">
                <a:solidFill>
                  <a:schemeClr val="bg1"/>
                </a:solidFill>
                <a:latin typeface="Arial Nova" panose="020B0504020202020204" pitchFamily="34" charset="0"/>
              </a:rPr>
              <a:t>N-TZ-19</a:t>
            </a:r>
          </a:p>
        </p:txBody>
      </p:sp>
      <p:cxnSp>
        <p:nvCxnSpPr>
          <p:cNvPr id="67" name="Conector angular 10">
            <a:extLst>
              <a:ext uri="{FF2B5EF4-FFF2-40B4-BE49-F238E27FC236}">
                <a16:creationId xmlns:a16="http://schemas.microsoft.com/office/drawing/2014/main" id="{C58BCEA1-7053-E8F1-1980-B0BA8C93CC72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 flipV="1">
            <a:off x="6270199" y="3701561"/>
            <a:ext cx="828095" cy="304800"/>
          </a:xfrm>
          <a:prstGeom prst="bentConnector3">
            <a:avLst>
              <a:gd name="adj1" fmla="val 773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35264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D1A6-89CE-F792-EABA-F3E78BCC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17ADC4DB-055B-0FF4-5679-408527E4F502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BBB3B71E-F93A-90D9-B640-B3164E1C2783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13B0D68-FA85-9D32-FF51-61614786BF77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CD16B123-3F55-17A7-EFAD-FB03C1F8FE8B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89A0160-6A3C-0A4B-5DC0-B82FB1C88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B049AD02-F5B4-685B-71CF-F7690D9B31D1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321710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C075-A40C-9D66-D46A-DA18AF6A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0E2C3503-35E2-2D34-B440-87F086FA67FE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7D0ED9F-35EE-87B5-A00D-873947AC1491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129A8E11-B419-5E74-5DE4-13FEC385CB6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1FE7831-9107-B7FA-8288-8DFD06BC944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6984C69-14BA-B02D-E8B4-08F303B6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4658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37944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Remesas / Envío Dinero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>
                    <a:solidFill>
                      <a:srgbClr val="195671"/>
                    </a:solidFill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263225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934298" y="978651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23717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Solicitud de registro para Proveedor</a:t>
            </a: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3" y="1073089"/>
            <a:ext cx="501088" cy="246888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084795" y="3990572"/>
            <a:ext cx="1530214" cy="131032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522232" y="3962145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45768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Tipo Servicio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Remesas</a:t>
            </a:r>
          </a:p>
        </p:txBody>
      </p:sp>
      <p:sp>
        <p:nvSpPr>
          <p:cNvPr id="509" name="Google Shape;425;p10"/>
          <p:cNvSpPr/>
          <p:nvPr/>
        </p:nvSpPr>
        <p:spPr>
          <a:xfrm>
            <a:off x="4131472" y="440021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Envío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875826" y="982355"/>
            <a:ext cx="5994262" cy="5465684"/>
            <a:chOff x="6001348" y="3036787"/>
            <a:chExt cx="3654166" cy="2466228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0977"/>
              <a:ext cx="263352" cy="9444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516056" y="3036787"/>
              <a:ext cx="1084927" cy="2372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S/4HANA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034657" y="4392834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8016731" y="4392834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Nota Cargo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</a:t>
            </a:r>
          </a:p>
        </p:txBody>
      </p:sp>
      <p:sp>
        <p:nvSpPr>
          <p:cNvPr id="362" name="CuadroTexto 100"/>
          <p:cNvSpPr txBox="1"/>
          <p:nvPr/>
        </p:nvSpPr>
        <p:spPr>
          <a:xfrm>
            <a:off x="5939221" y="4145153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7" name="Google Shape;425;p10"/>
          <p:cNvSpPr/>
          <p:nvPr/>
        </p:nvSpPr>
        <p:spPr>
          <a:xfrm>
            <a:off x="6118529" y="3341337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Registros</a:t>
            </a:r>
          </a:p>
        </p:txBody>
      </p:sp>
      <p:sp>
        <p:nvSpPr>
          <p:cNvPr id="16" name="Google Shape;381;p10"/>
          <p:cNvSpPr txBox="1"/>
          <p:nvPr/>
        </p:nvSpPr>
        <p:spPr>
          <a:xfrm>
            <a:off x="2237463" y="2377871"/>
            <a:ext cx="1656289" cy="338514"/>
          </a:xfrm>
          <a:prstGeom prst="rect">
            <a:avLst/>
          </a:prstGeom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ES" sz="1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 PROVEEDOR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CuadroTexto 100"/>
          <p:cNvSpPr txBox="1"/>
          <p:nvPr/>
        </p:nvSpPr>
        <p:spPr>
          <a:xfrm>
            <a:off x="2145473" y="2090474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Actividad del </a:t>
            </a:r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Cajero </a:t>
            </a:r>
            <a:endParaRPr lang="es-MX" sz="1100"/>
          </a:p>
        </p:txBody>
      </p:sp>
      <p:sp>
        <p:nvSpPr>
          <p:cNvPr id="456" name="Google Shape;425;p10"/>
          <p:cNvSpPr/>
          <p:nvPr/>
        </p:nvSpPr>
        <p:spPr>
          <a:xfrm>
            <a:off x="330530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Envío Dinero</a:t>
            </a:r>
          </a:p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(Ingreso a Caja)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" name="Google Shape;423;p10"/>
          <p:cNvCxnSpPr>
            <a:stCxn id="12" idx="3"/>
            <a:endCxn id="16" idx="1"/>
          </p:cNvCxnSpPr>
          <p:nvPr/>
        </p:nvCxnSpPr>
        <p:spPr>
          <a:xfrm>
            <a:off x="1767744" y="2543172"/>
            <a:ext cx="469719" cy="3956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423;p10"/>
          <p:cNvCxnSpPr>
            <a:stCxn id="277" idx="2"/>
            <a:endCxn id="12" idx="0"/>
          </p:cNvCxnSpPr>
          <p:nvPr/>
        </p:nvCxnSpPr>
        <p:spPr>
          <a:xfrm>
            <a:off x="1044059" y="2069681"/>
            <a:ext cx="3685" cy="16749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Google Shape;379;p10"/>
          <p:cNvSpPr/>
          <p:nvPr/>
        </p:nvSpPr>
        <p:spPr>
          <a:xfrm>
            <a:off x="2345324" y="2847229"/>
            <a:ext cx="1515263" cy="2453671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Rectángulo 106"/>
          <p:cNvSpPr/>
          <p:nvPr/>
        </p:nvSpPr>
        <p:spPr>
          <a:xfrm>
            <a:off x="2797797" y="3191711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RE01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63" name="Google Shape;425;p10"/>
          <p:cNvSpPr/>
          <p:nvPr/>
        </p:nvSpPr>
        <p:spPr>
          <a:xfrm>
            <a:off x="2371369" y="335014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de referencias e importes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Google Shape;381;p10"/>
          <p:cNvSpPr txBox="1"/>
          <p:nvPr/>
        </p:nvSpPr>
        <p:spPr>
          <a:xfrm>
            <a:off x="2779445" y="276315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8" name="Conector: angular 457"/>
          <p:cNvCxnSpPr>
            <a:stCxn id="12" idx="3"/>
            <a:endCxn id="63" idx="1"/>
          </p:cNvCxnSpPr>
          <p:nvPr/>
        </p:nvCxnSpPr>
        <p:spPr>
          <a:xfrm>
            <a:off x="1767744" y="2543172"/>
            <a:ext cx="603625" cy="1112973"/>
          </a:xfrm>
          <a:prstGeom prst="bentConnector3">
            <a:avLst>
              <a:gd name="adj1" fmla="val 2934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oogle Shape;423;p10"/>
          <p:cNvCxnSpPr>
            <a:stCxn id="63" idx="3"/>
            <a:endCxn id="7" idx="1"/>
          </p:cNvCxnSpPr>
          <p:nvPr/>
        </p:nvCxnSpPr>
        <p:spPr>
          <a:xfrm flipV="1">
            <a:off x="3811369" y="3647337"/>
            <a:ext cx="2307160" cy="8808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0" name="Google Shape;423;p10"/>
          <p:cNvCxnSpPr>
            <a:stCxn id="12" idx="2"/>
            <a:endCxn id="456" idx="0"/>
          </p:cNvCxnSpPr>
          <p:nvPr/>
        </p:nvCxnSpPr>
        <p:spPr>
          <a:xfrm>
            <a:off x="1047744" y="2849172"/>
            <a:ext cx="2786" cy="155897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Rectángulo 106"/>
          <p:cNvSpPr/>
          <p:nvPr/>
        </p:nvSpPr>
        <p:spPr>
          <a:xfrm>
            <a:off x="2797797" y="4248029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RE02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71369" y="4406463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Envío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91" name="Google Shape;423;p10"/>
          <p:cNvCxnSpPr>
            <a:stCxn id="456" idx="3"/>
            <a:endCxn id="30" idx="1"/>
          </p:cNvCxnSpPr>
          <p:nvPr/>
        </p:nvCxnSpPr>
        <p:spPr>
          <a:xfrm flipV="1">
            <a:off x="1770530" y="4712463"/>
            <a:ext cx="600839" cy="1679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4" name="Google Shape;423;p10"/>
          <p:cNvCxnSpPr>
            <a:stCxn id="30" idx="3"/>
            <a:endCxn id="509" idx="1"/>
          </p:cNvCxnSpPr>
          <p:nvPr/>
        </p:nvCxnSpPr>
        <p:spPr>
          <a:xfrm flipV="1">
            <a:off x="3811369" y="4706211"/>
            <a:ext cx="320103" cy="625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7" name="Google Shape;423;p10"/>
          <p:cNvCxnSpPr>
            <a:stCxn id="509" idx="3"/>
            <a:endCxn id="66" idx="1"/>
          </p:cNvCxnSpPr>
          <p:nvPr/>
        </p:nvCxnSpPr>
        <p:spPr>
          <a:xfrm flipV="1">
            <a:off x="5571472" y="4698834"/>
            <a:ext cx="463185" cy="7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0" name="Google Shape;423;p10"/>
          <p:cNvCxnSpPr>
            <a:stCxn id="66" idx="3"/>
            <a:endCxn id="74" idx="1"/>
          </p:cNvCxnSpPr>
          <p:nvPr/>
        </p:nvCxnSpPr>
        <p:spPr>
          <a:xfrm>
            <a:off x="7474657" y="4698834"/>
            <a:ext cx="54207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7" name="CuadroTexto 100"/>
          <p:cNvSpPr txBox="1"/>
          <p:nvPr/>
        </p:nvSpPr>
        <p:spPr>
          <a:xfrm>
            <a:off x="4036912" y="5012211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Ingreso Caja</a:t>
            </a:r>
            <a:endParaRPr lang="es-MX" sz="1100"/>
          </a:p>
        </p:txBody>
      </p:sp>
      <p:sp>
        <p:nvSpPr>
          <p:cNvPr id="2" name="Google Shape;315;p9"/>
          <p:cNvSpPr txBox="1"/>
          <p:nvPr/>
        </p:nvSpPr>
        <p:spPr>
          <a:xfrm>
            <a:off x="6150115" y="6448039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5" name="Rectangle 39"/>
          <p:cNvSpPr>
            <a:spLocks noChangeAspect="1"/>
          </p:cNvSpPr>
          <p:nvPr/>
        </p:nvSpPr>
        <p:spPr>
          <a:xfrm>
            <a:off x="5988808" y="6517598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9895043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Compensación</a:t>
            </a:r>
          </a:p>
        </p:txBody>
      </p:sp>
      <p:cxnSp>
        <p:nvCxnSpPr>
          <p:cNvPr id="9" name="Google Shape;423;p10"/>
          <p:cNvCxnSpPr>
            <a:endCxn id="6" idx="1"/>
          </p:cNvCxnSpPr>
          <p:nvPr/>
        </p:nvCxnSpPr>
        <p:spPr>
          <a:xfrm>
            <a:off x="9456731" y="4713302"/>
            <a:ext cx="438312" cy="84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CuadroTexto 100"/>
          <p:cNvSpPr txBox="1"/>
          <p:nvPr/>
        </p:nvSpPr>
        <p:spPr>
          <a:xfrm>
            <a:off x="9820631" y="5001489"/>
            <a:ext cx="1695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 podrá realizar compensación de Notas de Cargo y Crédito para el proveedor llamado las partidas abiertas automáticamente, que originan movimientos ya sea de cargo o crédito.</a:t>
            </a:r>
            <a:endParaRPr lang="es-MX" sz="1100"/>
          </a:p>
        </p:txBody>
      </p:sp>
      <p:sp>
        <p:nvSpPr>
          <p:cNvPr id="13" name="Google Shape;443;p10"/>
          <p:cNvSpPr/>
          <p:nvPr/>
        </p:nvSpPr>
        <p:spPr>
          <a:xfrm>
            <a:off x="8016731" y="5044519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11" name="Google Shape;333;p9"/>
          <p:cNvSpPr/>
          <p:nvPr/>
        </p:nvSpPr>
        <p:spPr>
          <a:xfrm>
            <a:off x="5990588" y="5692835"/>
            <a:ext cx="1301994" cy="2049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 MF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CuadroTexto 100"/>
          <p:cNvSpPr txBox="1"/>
          <p:nvPr/>
        </p:nvSpPr>
        <p:spPr>
          <a:xfrm>
            <a:off x="5944476" y="5441958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17" name="Google Shape;425;p10"/>
          <p:cNvSpPr/>
          <p:nvPr/>
        </p:nvSpPr>
        <p:spPr>
          <a:xfrm>
            <a:off x="8017299" y="5699112"/>
            <a:ext cx="1564713" cy="2049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Ingreso dinero a Caja</a:t>
            </a:r>
          </a:p>
        </p:txBody>
      </p:sp>
      <p:sp>
        <p:nvSpPr>
          <p:cNvPr id="18" name="Google Shape;443;p10"/>
          <p:cNvSpPr/>
          <p:nvPr/>
        </p:nvSpPr>
        <p:spPr>
          <a:xfrm>
            <a:off x="8016731" y="5932991"/>
            <a:ext cx="1381235" cy="26161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cxnSp>
        <p:nvCxnSpPr>
          <p:cNvPr id="20" name="Google Shape;423;p10"/>
          <p:cNvCxnSpPr>
            <a:stCxn id="11" idx="3"/>
            <a:endCxn id="17" idx="1"/>
          </p:cNvCxnSpPr>
          <p:nvPr/>
        </p:nvCxnSpPr>
        <p:spPr>
          <a:xfrm>
            <a:off x="7292582" y="5795325"/>
            <a:ext cx="724717" cy="62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Conector: angular 24"/>
          <p:cNvCxnSpPr>
            <a:stCxn id="509" idx="3"/>
            <a:endCxn id="11" idx="1"/>
          </p:cNvCxnSpPr>
          <p:nvPr/>
        </p:nvCxnSpPr>
        <p:spPr>
          <a:xfrm>
            <a:off x="5571472" y="4706211"/>
            <a:ext cx="419116" cy="1089114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9071-A079-014F-F496-CEF3CC37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1E29F5D-1F0D-0648-76E0-759029E711A9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Reversa del 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9B44C0AB-DE59-4C60-6B49-4DAA219CE93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AF4FBC92-90C4-011B-B447-3536E5D22CC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4E2D48F-F798-C850-017A-D34890A3752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1F27F44-C1DC-EDFA-D2CB-8C5CCD4D6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91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37944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Reverso Remesas / Envío Dinero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>
                    <a:solidFill>
                      <a:srgbClr val="195671"/>
                    </a:solidFill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263225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934298" y="978651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23717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Solicitud de registro para Proveedor</a:t>
            </a: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3" y="1073089"/>
            <a:ext cx="501088" cy="246888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084795" y="3990572"/>
            <a:ext cx="1530214" cy="131032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522232" y="3962145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45768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Tipo Servicio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Remesas Reverso</a:t>
            </a:r>
          </a:p>
        </p:txBody>
      </p:sp>
      <p:sp>
        <p:nvSpPr>
          <p:cNvPr id="509" name="Google Shape;425;p10"/>
          <p:cNvSpPr/>
          <p:nvPr/>
        </p:nvSpPr>
        <p:spPr>
          <a:xfrm>
            <a:off x="4131472" y="440021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PV01-RE02_RE03 Reversa Envío  y Pago de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875826" y="982355"/>
            <a:ext cx="5994262" cy="5465684"/>
            <a:chOff x="6001348" y="3036787"/>
            <a:chExt cx="3654166" cy="2466228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0977"/>
              <a:ext cx="263352" cy="9444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516056" y="3036787"/>
              <a:ext cx="1084927" cy="2372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S/4HANA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034657" y="4392834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8016731" y="4392834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Nota Crédito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</a:t>
            </a:r>
          </a:p>
        </p:txBody>
      </p:sp>
      <p:sp>
        <p:nvSpPr>
          <p:cNvPr id="362" name="CuadroTexto 100"/>
          <p:cNvSpPr txBox="1"/>
          <p:nvPr/>
        </p:nvSpPr>
        <p:spPr>
          <a:xfrm>
            <a:off x="5939221" y="4145153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7" name="Google Shape;425;p10"/>
          <p:cNvSpPr/>
          <p:nvPr/>
        </p:nvSpPr>
        <p:spPr>
          <a:xfrm>
            <a:off x="6118529" y="3341337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Registros</a:t>
            </a:r>
          </a:p>
        </p:txBody>
      </p:sp>
      <p:sp>
        <p:nvSpPr>
          <p:cNvPr id="44" name="CuadroTexto 100"/>
          <p:cNvSpPr txBox="1"/>
          <p:nvPr/>
        </p:nvSpPr>
        <p:spPr>
          <a:xfrm>
            <a:off x="2145473" y="2090474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Actividad del </a:t>
            </a:r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Cajero </a:t>
            </a:r>
            <a:endParaRPr lang="es-MX" sz="1100"/>
          </a:p>
        </p:txBody>
      </p:sp>
      <p:sp>
        <p:nvSpPr>
          <p:cNvPr id="456" name="Google Shape;425;p10"/>
          <p:cNvSpPr/>
          <p:nvPr/>
        </p:nvSpPr>
        <p:spPr>
          <a:xfrm>
            <a:off x="330530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Reverso Envío Dinero</a:t>
            </a:r>
          </a:p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2" name="Google Shape;423;p10"/>
          <p:cNvCxnSpPr>
            <a:stCxn id="277" idx="2"/>
            <a:endCxn id="12" idx="0"/>
          </p:cNvCxnSpPr>
          <p:nvPr/>
        </p:nvCxnSpPr>
        <p:spPr>
          <a:xfrm>
            <a:off x="1044059" y="2069681"/>
            <a:ext cx="3685" cy="16749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Google Shape;379;p10"/>
          <p:cNvSpPr/>
          <p:nvPr/>
        </p:nvSpPr>
        <p:spPr>
          <a:xfrm>
            <a:off x="2345324" y="2847229"/>
            <a:ext cx="1515263" cy="2453671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Rectángulo 106"/>
          <p:cNvSpPr/>
          <p:nvPr/>
        </p:nvSpPr>
        <p:spPr>
          <a:xfrm>
            <a:off x="2797797" y="3191711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RE01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63" name="Google Shape;425;p10"/>
          <p:cNvSpPr/>
          <p:nvPr/>
        </p:nvSpPr>
        <p:spPr>
          <a:xfrm>
            <a:off x="2371369" y="335014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de referencias e importes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Google Shape;381;p10"/>
          <p:cNvSpPr txBox="1"/>
          <p:nvPr/>
        </p:nvSpPr>
        <p:spPr>
          <a:xfrm>
            <a:off x="2779445" y="276315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8" name="Conector: angular 457"/>
          <p:cNvCxnSpPr>
            <a:stCxn id="12" idx="3"/>
            <a:endCxn id="63" idx="1"/>
          </p:cNvCxnSpPr>
          <p:nvPr/>
        </p:nvCxnSpPr>
        <p:spPr>
          <a:xfrm>
            <a:off x="1767744" y="2543172"/>
            <a:ext cx="603625" cy="1112973"/>
          </a:xfrm>
          <a:prstGeom prst="bentConnector3">
            <a:avLst>
              <a:gd name="adj1" fmla="val 2934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oogle Shape;423;p10"/>
          <p:cNvCxnSpPr>
            <a:stCxn id="63" idx="3"/>
            <a:endCxn id="7" idx="1"/>
          </p:cNvCxnSpPr>
          <p:nvPr/>
        </p:nvCxnSpPr>
        <p:spPr>
          <a:xfrm flipV="1">
            <a:off x="3811369" y="3647337"/>
            <a:ext cx="2307160" cy="8808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0" name="Google Shape;423;p10"/>
          <p:cNvCxnSpPr>
            <a:stCxn id="12" idx="2"/>
            <a:endCxn id="456" idx="0"/>
          </p:cNvCxnSpPr>
          <p:nvPr/>
        </p:nvCxnSpPr>
        <p:spPr>
          <a:xfrm>
            <a:off x="1047744" y="2849172"/>
            <a:ext cx="2786" cy="155897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Rectángulo 106"/>
          <p:cNvSpPr/>
          <p:nvPr/>
        </p:nvSpPr>
        <p:spPr>
          <a:xfrm>
            <a:off x="2797797" y="4248029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RE02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71369" y="4406463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Reversa Envío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91" name="Google Shape;423;p10"/>
          <p:cNvCxnSpPr>
            <a:stCxn id="456" idx="3"/>
            <a:endCxn id="30" idx="1"/>
          </p:cNvCxnSpPr>
          <p:nvPr/>
        </p:nvCxnSpPr>
        <p:spPr>
          <a:xfrm flipV="1">
            <a:off x="1770530" y="4712463"/>
            <a:ext cx="600839" cy="1679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4" name="Google Shape;423;p10"/>
          <p:cNvCxnSpPr>
            <a:stCxn id="30" idx="3"/>
            <a:endCxn id="509" idx="1"/>
          </p:cNvCxnSpPr>
          <p:nvPr/>
        </p:nvCxnSpPr>
        <p:spPr>
          <a:xfrm flipV="1">
            <a:off x="3811369" y="4706211"/>
            <a:ext cx="320103" cy="625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7" name="Google Shape;423;p10"/>
          <p:cNvCxnSpPr>
            <a:stCxn id="509" idx="3"/>
            <a:endCxn id="66" idx="1"/>
          </p:cNvCxnSpPr>
          <p:nvPr/>
        </p:nvCxnSpPr>
        <p:spPr>
          <a:xfrm flipV="1">
            <a:off x="5571472" y="4698834"/>
            <a:ext cx="463185" cy="7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0" name="Google Shape;423;p10"/>
          <p:cNvCxnSpPr>
            <a:stCxn id="66" idx="3"/>
            <a:endCxn id="74" idx="1"/>
          </p:cNvCxnSpPr>
          <p:nvPr/>
        </p:nvCxnSpPr>
        <p:spPr>
          <a:xfrm>
            <a:off x="7474657" y="4698834"/>
            <a:ext cx="54207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7" name="CuadroTexto 100"/>
          <p:cNvSpPr txBox="1"/>
          <p:nvPr/>
        </p:nvSpPr>
        <p:spPr>
          <a:xfrm>
            <a:off x="4036912" y="5012211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Egreso Caja</a:t>
            </a:r>
            <a:endParaRPr lang="es-MX" sz="1100"/>
          </a:p>
        </p:txBody>
      </p:sp>
      <p:sp>
        <p:nvSpPr>
          <p:cNvPr id="2" name="Google Shape;315;p9"/>
          <p:cNvSpPr txBox="1"/>
          <p:nvPr/>
        </p:nvSpPr>
        <p:spPr>
          <a:xfrm>
            <a:off x="6150115" y="6448039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5" name="Rectangle 39"/>
          <p:cNvSpPr>
            <a:spLocks noChangeAspect="1"/>
          </p:cNvSpPr>
          <p:nvPr/>
        </p:nvSpPr>
        <p:spPr>
          <a:xfrm>
            <a:off x="5988808" y="6517598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9895043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Compensación</a:t>
            </a:r>
          </a:p>
        </p:txBody>
      </p:sp>
      <p:cxnSp>
        <p:nvCxnSpPr>
          <p:cNvPr id="9" name="Google Shape;423;p10"/>
          <p:cNvCxnSpPr>
            <a:endCxn id="6" idx="1"/>
          </p:cNvCxnSpPr>
          <p:nvPr/>
        </p:nvCxnSpPr>
        <p:spPr>
          <a:xfrm>
            <a:off x="9456731" y="4713302"/>
            <a:ext cx="438312" cy="84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CuadroTexto 100"/>
          <p:cNvSpPr txBox="1"/>
          <p:nvPr/>
        </p:nvSpPr>
        <p:spPr>
          <a:xfrm>
            <a:off x="9820631" y="5001489"/>
            <a:ext cx="1695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 podrá realizar compensación de Notas de Cargo y Crédito para el proveedor llamado las partidas abiertas automáticamente, que originan movimientos ya sea de cargo o crédito.</a:t>
            </a:r>
            <a:endParaRPr lang="es-MX" sz="1100"/>
          </a:p>
        </p:txBody>
      </p:sp>
      <p:sp>
        <p:nvSpPr>
          <p:cNvPr id="13" name="Google Shape;443;p10"/>
          <p:cNvSpPr/>
          <p:nvPr/>
        </p:nvSpPr>
        <p:spPr>
          <a:xfrm>
            <a:off x="8016731" y="5044519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11" name="Google Shape;333;p9"/>
          <p:cNvSpPr/>
          <p:nvPr/>
        </p:nvSpPr>
        <p:spPr>
          <a:xfrm>
            <a:off x="5990588" y="5692835"/>
            <a:ext cx="1301994" cy="2049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 MF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CuadroTexto 100"/>
          <p:cNvSpPr txBox="1"/>
          <p:nvPr/>
        </p:nvSpPr>
        <p:spPr>
          <a:xfrm>
            <a:off x="5944476" y="5441958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17" name="Google Shape;425;p10"/>
          <p:cNvSpPr/>
          <p:nvPr/>
        </p:nvSpPr>
        <p:spPr>
          <a:xfrm>
            <a:off x="8017299" y="5699112"/>
            <a:ext cx="1564713" cy="2049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Reversa Ingreso dinero a Caja</a:t>
            </a:r>
          </a:p>
        </p:txBody>
      </p:sp>
      <p:sp>
        <p:nvSpPr>
          <p:cNvPr id="18" name="Google Shape;443;p10"/>
          <p:cNvSpPr/>
          <p:nvPr/>
        </p:nvSpPr>
        <p:spPr>
          <a:xfrm>
            <a:off x="8016731" y="5932991"/>
            <a:ext cx="1381235" cy="26161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cxnSp>
        <p:nvCxnSpPr>
          <p:cNvPr id="20" name="Google Shape;423;p10"/>
          <p:cNvCxnSpPr>
            <a:stCxn id="11" idx="3"/>
            <a:endCxn id="17" idx="1"/>
          </p:cNvCxnSpPr>
          <p:nvPr/>
        </p:nvCxnSpPr>
        <p:spPr>
          <a:xfrm>
            <a:off x="7292582" y="5795325"/>
            <a:ext cx="724717" cy="62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Conector: angular 24"/>
          <p:cNvCxnSpPr>
            <a:stCxn id="509" idx="3"/>
            <a:endCxn id="11" idx="1"/>
          </p:cNvCxnSpPr>
          <p:nvPr/>
        </p:nvCxnSpPr>
        <p:spPr>
          <a:xfrm>
            <a:off x="5571472" y="4706211"/>
            <a:ext cx="419116" cy="1089114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1D95-4C3C-ED9D-C0A6-423BB6E4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712A6512-72F2-827C-1ADA-452CEA8EE00B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E4921833-7459-5A56-9F51-8D0C080ED538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716E3A5-6946-AD6E-164B-20693A2F932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C92F885E-1E6C-75C0-18CA-FC5C2D606D5F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2897935-07DE-E4FE-D815-3D033223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B2EEC61D-79F6-588C-2D1E-8F706930E4E4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942881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554A-F057-8212-0AEA-BE5845B3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4DA6768-9A8E-43DD-2B66-549D6F75F032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C94C01FD-92FD-B35E-0CAB-6864FA680BC5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E656740-80B6-652B-C124-C9FF800BB63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47998B0-EE68-EACA-27FF-2B5F58B53BF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B422C1E-6D61-805C-F703-7145B1191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2904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37944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Remesas / Pago Dinero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 i="0" u="none" strike="noStrike" cap="none">
                    <a:solidFill>
                      <a:srgbClr val="19567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263225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934298" y="978651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23717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Solicitud de registro para Proveedor</a:t>
            </a: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3" y="1073089"/>
            <a:ext cx="501088" cy="246888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084795" y="3990572"/>
            <a:ext cx="1530214" cy="131032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522232" y="3962145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45768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Tipo Servicio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Remesas</a:t>
            </a:r>
          </a:p>
        </p:txBody>
      </p:sp>
      <p:sp>
        <p:nvSpPr>
          <p:cNvPr id="509" name="Google Shape;425;p10"/>
          <p:cNvSpPr/>
          <p:nvPr/>
        </p:nvSpPr>
        <p:spPr>
          <a:xfrm>
            <a:off x="4131472" y="440021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Pago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875826" y="1014857"/>
            <a:ext cx="5994262" cy="5394781"/>
            <a:chOff x="6001348" y="3050999"/>
            <a:chExt cx="3654166" cy="2452016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0977"/>
              <a:ext cx="263352" cy="9444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516056" y="3050999"/>
              <a:ext cx="1084927" cy="2372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S/4HANA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034657" y="4392834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8016731" y="4392834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Nota Crédito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</a:t>
            </a:r>
          </a:p>
        </p:txBody>
      </p:sp>
      <p:sp>
        <p:nvSpPr>
          <p:cNvPr id="362" name="CuadroTexto 100"/>
          <p:cNvSpPr txBox="1"/>
          <p:nvPr/>
        </p:nvSpPr>
        <p:spPr>
          <a:xfrm>
            <a:off x="5939221" y="4145153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7" name="Google Shape;425;p10"/>
          <p:cNvSpPr/>
          <p:nvPr/>
        </p:nvSpPr>
        <p:spPr>
          <a:xfrm>
            <a:off x="6118529" y="3341337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Registros</a:t>
            </a:r>
          </a:p>
        </p:txBody>
      </p:sp>
      <p:sp>
        <p:nvSpPr>
          <p:cNvPr id="16" name="Google Shape;381;p10"/>
          <p:cNvSpPr txBox="1"/>
          <p:nvPr/>
        </p:nvSpPr>
        <p:spPr>
          <a:xfrm>
            <a:off x="2237463" y="2377871"/>
            <a:ext cx="1656289" cy="338514"/>
          </a:xfrm>
          <a:prstGeom prst="rect">
            <a:avLst/>
          </a:prstGeom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ES" sz="1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 PROVEEDOR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CuadroTexto 100"/>
          <p:cNvSpPr txBox="1"/>
          <p:nvPr/>
        </p:nvSpPr>
        <p:spPr>
          <a:xfrm>
            <a:off x="2145473" y="2090474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Actividad del </a:t>
            </a:r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Cajero </a:t>
            </a:r>
            <a:endParaRPr lang="es-MX" sz="1100"/>
          </a:p>
        </p:txBody>
      </p:sp>
      <p:sp>
        <p:nvSpPr>
          <p:cNvPr id="456" name="Google Shape;425;p10"/>
          <p:cNvSpPr/>
          <p:nvPr/>
        </p:nvSpPr>
        <p:spPr>
          <a:xfrm>
            <a:off x="330530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Pago Dinero</a:t>
            </a:r>
          </a:p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(Egreso a Caja)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" name="Google Shape;423;p10"/>
          <p:cNvCxnSpPr>
            <a:stCxn id="12" idx="3"/>
            <a:endCxn id="16" idx="1"/>
          </p:cNvCxnSpPr>
          <p:nvPr/>
        </p:nvCxnSpPr>
        <p:spPr>
          <a:xfrm>
            <a:off x="1767744" y="2543172"/>
            <a:ext cx="469719" cy="3956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423;p10"/>
          <p:cNvCxnSpPr>
            <a:stCxn id="277" idx="2"/>
            <a:endCxn id="12" idx="0"/>
          </p:cNvCxnSpPr>
          <p:nvPr/>
        </p:nvCxnSpPr>
        <p:spPr>
          <a:xfrm>
            <a:off x="1044059" y="2069681"/>
            <a:ext cx="3685" cy="16749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Google Shape;379;p10"/>
          <p:cNvSpPr/>
          <p:nvPr/>
        </p:nvSpPr>
        <p:spPr>
          <a:xfrm>
            <a:off x="2345324" y="2847229"/>
            <a:ext cx="1515263" cy="2453671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Rectángulo 106"/>
          <p:cNvSpPr/>
          <p:nvPr/>
        </p:nvSpPr>
        <p:spPr>
          <a:xfrm>
            <a:off x="2797797" y="3192581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RE01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63" name="Google Shape;425;p10"/>
          <p:cNvSpPr/>
          <p:nvPr/>
        </p:nvSpPr>
        <p:spPr>
          <a:xfrm>
            <a:off x="2371369" y="335014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de referencias e importes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Google Shape;381;p10"/>
          <p:cNvSpPr txBox="1"/>
          <p:nvPr/>
        </p:nvSpPr>
        <p:spPr>
          <a:xfrm>
            <a:off x="2779445" y="276315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8" name="Conector: angular 457"/>
          <p:cNvCxnSpPr>
            <a:stCxn id="12" idx="3"/>
            <a:endCxn id="63" idx="1"/>
          </p:cNvCxnSpPr>
          <p:nvPr/>
        </p:nvCxnSpPr>
        <p:spPr>
          <a:xfrm>
            <a:off x="1767744" y="2543172"/>
            <a:ext cx="603625" cy="1112973"/>
          </a:xfrm>
          <a:prstGeom prst="bentConnector3">
            <a:avLst>
              <a:gd name="adj1" fmla="val 2934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oogle Shape;423;p10"/>
          <p:cNvCxnSpPr>
            <a:stCxn id="63" idx="3"/>
            <a:endCxn id="7" idx="1"/>
          </p:cNvCxnSpPr>
          <p:nvPr/>
        </p:nvCxnSpPr>
        <p:spPr>
          <a:xfrm flipV="1">
            <a:off x="3811369" y="3647337"/>
            <a:ext cx="2307160" cy="8808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0" name="Google Shape;423;p10"/>
          <p:cNvCxnSpPr>
            <a:stCxn id="12" idx="2"/>
            <a:endCxn id="456" idx="0"/>
          </p:cNvCxnSpPr>
          <p:nvPr/>
        </p:nvCxnSpPr>
        <p:spPr>
          <a:xfrm>
            <a:off x="1047744" y="2849172"/>
            <a:ext cx="2786" cy="155897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Rectángulo 106"/>
          <p:cNvSpPr/>
          <p:nvPr/>
        </p:nvSpPr>
        <p:spPr>
          <a:xfrm>
            <a:off x="2797797" y="4248029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RE03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71369" y="4406463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Pago</a:t>
            </a: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91" name="Google Shape;423;p10"/>
          <p:cNvCxnSpPr>
            <a:stCxn id="456" idx="3"/>
            <a:endCxn id="30" idx="1"/>
          </p:cNvCxnSpPr>
          <p:nvPr/>
        </p:nvCxnSpPr>
        <p:spPr>
          <a:xfrm flipV="1">
            <a:off x="1770530" y="4712463"/>
            <a:ext cx="600839" cy="1679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4" name="Google Shape;423;p10"/>
          <p:cNvCxnSpPr>
            <a:stCxn id="30" idx="3"/>
            <a:endCxn id="509" idx="1"/>
          </p:cNvCxnSpPr>
          <p:nvPr/>
        </p:nvCxnSpPr>
        <p:spPr>
          <a:xfrm flipV="1">
            <a:off x="3811369" y="4706211"/>
            <a:ext cx="320103" cy="625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7" name="Google Shape;423;p10"/>
          <p:cNvCxnSpPr>
            <a:stCxn id="509" idx="3"/>
            <a:endCxn id="66" idx="1"/>
          </p:cNvCxnSpPr>
          <p:nvPr/>
        </p:nvCxnSpPr>
        <p:spPr>
          <a:xfrm flipV="1">
            <a:off x="5571472" y="4698834"/>
            <a:ext cx="463185" cy="7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0" name="Google Shape;423;p10"/>
          <p:cNvCxnSpPr>
            <a:stCxn id="66" idx="3"/>
            <a:endCxn id="74" idx="1"/>
          </p:cNvCxnSpPr>
          <p:nvPr/>
        </p:nvCxnSpPr>
        <p:spPr>
          <a:xfrm>
            <a:off x="7474657" y="4698834"/>
            <a:ext cx="54207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7" name="CuadroTexto 100"/>
          <p:cNvSpPr txBox="1"/>
          <p:nvPr/>
        </p:nvSpPr>
        <p:spPr>
          <a:xfrm>
            <a:off x="4036912" y="5012211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Egreso Caja</a:t>
            </a:r>
            <a:endParaRPr lang="es-MX" sz="1100"/>
          </a:p>
        </p:txBody>
      </p:sp>
      <p:sp>
        <p:nvSpPr>
          <p:cNvPr id="2" name="Google Shape;315;p9"/>
          <p:cNvSpPr txBox="1"/>
          <p:nvPr/>
        </p:nvSpPr>
        <p:spPr>
          <a:xfrm>
            <a:off x="6109942" y="6437547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5" name="Rectangle 39"/>
          <p:cNvSpPr>
            <a:spLocks noChangeAspect="1"/>
          </p:cNvSpPr>
          <p:nvPr/>
        </p:nvSpPr>
        <p:spPr>
          <a:xfrm>
            <a:off x="5948635" y="6507106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9895043" y="4394287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Compensación</a:t>
            </a:r>
          </a:p>
        </p:txBody>
      </p:sp>
      <p:cxnSp>
        <p:nvCxnSpPr>
          <p:cNvPr id="9" name="Google Shape;423;p10"/>
          <p:cNvCxnSpPr>
            <a:stCxn id="74" idx="3"/>
            <a:endCxn id="6" idx="1"/>
          </p:cNvCxnSpPr>
          <p:nvPr/>
        </p:nvCxnSpPr>
        <p:spPr>
          <a:xfrm>
            <a:off x="9456731" y="4698834"/>
            <a:ext cx="438312" cy="1453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CuadroTexto 100"/>
          <p:cNvSpPr txBox="1"/>
          <p:nvPr/>
        </p:nvSpPr>
        <p:spPr>
          <a:xfrm>
            <a:off x="9820631" y="5001489"/>
            <a:ext cx="1695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 podrá realizar compensación de Notas de Cargo y Crédito para el proveedor llamado las partidas abiertas automáticamente, que originan movimientos ya sea de cargo o crédito.</a:t>
            </a:r>
            <a:endParaRPr lang="es-MX" sz="1100"/>
          </a:p>
        </p:txBody>
      </p:sp>
      <p:sp>
        <p:nvSpPr>
          <p:cNvPr id="11" name="Google Shape;443;p10"/>
          <p:cNvSpPr/>
          <p:nvPr/>
        </p:nvSpPr>
        <p:spPr>
          <a:xfrm>
            <a:off x="8016731" y="5044519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13" name="Google Shape;389;p10"/>
          <p:cNvSpPr/>
          <p:nvPr/>
        </p:nvSpPr>
        <p:spPr>
          <a:xfrm>
            <a:off x="6034657" y="5258957"/>
            <a:ext cx="1440000" cy="612000"/>
          </a:xfrm>
          <a:prstGeom prst="flowChartPredefinedProcess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  <a:sym typeface="Calibri" panose="020F0502020204030204"/>
              </a:rPr>
              <a:t>Salida de Dinero</a:t>
            </a:r>
          </a:p>
        </p:txBody>
      </p:sp>
      <p:cxnSp>
        <p:nvCxnSpPr>
          <p:cNvPr id="14" name="Conector: angular 13"/>
          <p:cNvCxnSpPr>
            <a:stCxn id="509" idx="3"/>
          </p:cNvCxnSpPr>
          <p:nvPr/>
        </p:nvCxnSpPr>
        <p:spPr>
          <a:xfrm>
            <a:off x="5571472" y="4706211"/>
            <a:ext cx="463185" cy="858746"/>
          </a:xfrm>
          <a:prstGeom prst="bentConnector3">
            <a:avLst>
              <a:gd name="adj1" fmla="val 38036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5DEF-0480-0802-5815-95998FB4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8CE9145-0CE7-1C17-43FF-D9CB382F23B9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Reversa del 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34FFB6E1-C883-8F1A-0235-E94F53EE1E4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278C531E-4D7E-501C-9E86-B8A23B717E5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22F5C2FA-A454-DFFD-70B6-84B78C33297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0338408-AD52-63C0-BA55-43F91C9C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8997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37944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Reversa Remesas / Pago Dinero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 i="0" u="none" strike="noStrike" cap="none">
                    <a:solidFill>
                      <a:srgbClr val="19567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263225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934298" y="978651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23717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Solicitud de registro para Proveedor</a:t>
            </a: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3" y="1073089"/>
            <a:ext cx="501088" cy="246888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084795" y="3990572"/>
            <a:ext cx="1530214" cy="1310328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522232" y="3962145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45768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Tipo Servicio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Remesas</a:t>
            </a:r>
          </a:p>
        </p:txBody>
      </p:sp>
      <p:sp>
        <p:nvSpPr>
          <p:cNvPr id="509" name="Google Shape;425;p10"/>
          <p:cNvSpPr/>
          <p:nvPr/>
        </p:nvSpPr>
        <p:spPr>
          <a:xfrm>
            <a:off x="4131472" y="4400211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PV01-RE02_RE03 Reversa Pago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875826" y="1014857"/>
            <a:ext cx="5994262" cy="5394781"/>
            <a:chOff x="6001348" y="3050999"/>
            <a:chExt cx="3654166" cy="2452016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0977"/>
              <a:ext cx="263352" cy="9444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516056" y="3050999"/>
              <a:ext cx="1084927" cy="2372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S/4HANA 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034657" y="4392834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8016731" y="4392834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Nota Cargo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</a:t>
            </a:r>
          </a:p>
        </p:txBody>
      </p:sp>
      <p:sp>
        <p:nvSpPr>
          <p:cNvPr id="362" name="CuadroTexto 100"/>
          <p:cNvSpPr txBox="1"/>
          <p:nvPr/>
        </p:nvSpPr>
        <p:spPr>
          <a:xfrm>
            <a:off x="5939221" y="4145153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7" name="Google Shape;425;p10"/>
          <p:cNvSpPr/>
          <p:nvPr/>
        </p:nvSpPr>
        <p:spPr>
          <a:xfrm>
            <a:off x="6118529" y="3341337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Registros</a:t>
            </a:r>
          </a:p>
        </p:txBody>
      </p:sp>
      <p:sp>
        <p:nvSpPr>
          <p:cNvPr id="16" name="Google Shape;381;p10"/>
          <p:cNvSpPr txBox="1"/>
          <p:nvPr/>
        </p:nvSpPr>
        <p:spPr>
          <a:xfrm>
            <a:off x="2237463" y="2377871"/>
            <a:ext cx="1656289" cy="338514"/>
          </a:xfrm>
          <a:prstGeom prst="rect">
            <a:avLst/>
          </a:prstGeom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ES" sz="1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URL PROVEEDOR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CuadroTexto 100"/>
          <p:cNvSpPr txBox="1"/>
          <p:nvPr/>
        </p:nvSpPr>
        <p:spPr>
          <a:xfrm>
            <a:off x="2145473" y="2090474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Actividad del </a:t>
            </a:r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Cajero </a:t>
            </a:r>
            <a:endParaRPr lang="es-MX" sz="1100"/>
          </a:p>
        </p:txBody>
      </p:sp>
      <p:sp>
        <p:nvSpPr>
          <p:cNvPr id="456" name="Google Shape;425;p10"/>
          <p:cNvSpPr/>
          <p:nvPr/>
        </p:nvSpPr>
        <p:spPr>
          <a:xfrm>
            <a:off x="330530" y="4408142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Reversa Pago Dinero</a:t>
            </a:r>
          </a:p>
          <a:p>
            <a:pPr algn="ctr">
              <a:buSzPts val="1200"/>
            </a:pPr>
            <a:r>
              <a:rPr lang="es-ES" sz="1100" b="1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(Egreso a Caja)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" name="Google Shape;423;p10"/>
          <p:cNvCxnSpPr>
            <a:stCxn id="12" idx="3"/>
            <a:endCxn id="16" idx="1"/>
          </p:cNvCxnSpPr>
          <p:nvPr/>
        </p:nvCxnSpPr>
        <p:spPr>
          <a:xfrm>
            <a:off x="1767744" y="2543172"/>
            <a:ext cx="469719" cy="3956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423;p10"/>
          <p:cNvCxnSpPr>
            <a:stCxn id="277" idx="2"/>
            <a:endCxn id="12" idx="0"/>
          </p:cNvCxnSpPr>
          <p:nvPr/>
        </p:nvCxnSpPr>
        <p:spPr>
          <a:xfrm>
            <a:off x="1044059" y="2069681"/>
            <a:ext cx="3685" cy="16749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1" name="Google Shape;379;p10"/>
          <p:cNvSpPr/>
          <p:nvPr/>
        </p:nvSpPr>
        <p:spPr>
          <a:xfrm>
            <a:off x="2345324" y="2847229"/>
            <a:ext cx="1515263" cy="2453671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Rectángulo 106"/>
          <p:cNvSpPr/>
          <p:nvPr/>
        </p:nvSpPr>
        <p:spPr>
          <a:xfrm>
            <a:off x="2797797" y="3192581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RE01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63" name="Google Shape;425;p10"/>
          <p:cNvSpPr/>
          <p:nvPr/>
        </p:nvSpPr>
        <p:spPr>
          <a:xfrm>
            <a:off x="2371369" y="335014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de referencias e importes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  <a:p>
            <a:pPr algn="ctr">
              <a:buSzPts val="1200"/>
            </a:pP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Google Shape;381;p10"/>
          <p:cNvSpPr txBox="1"/>
          <p:nvPr/>
        </p:nvSpPr>
        <p:spPr>
          <a:xfrm>
            <a:off x="2779445" y="276315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8" name="Conector: angular 457"/>
          <p:cNvCxnSpPr>
            <a:stCxn id="12" idx="3"/>
            <a:endCxn id="63" idx="1"/>
          </p:cNvCxnSpPr>
          <p:nvPr/>
        </p:nvCxnSpPr>
        <p:spPr>
          <a:xfrm>
            <a:off x="1767744" y="2543172"/>
            <a:ext cx="603625" cy="1112973"/>
          </a:xfrm>
          <a:prstGeom prst="bentConnector3">
            <a:avLst>
              <a:gd name="adj1" fmla="val 2934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Google Shape;423;p10"/>
          <p:cNvCxnSpPr>
            <a:stCxn id="63" idx="3"/>
            <a:endCxn id="7" idx="1"/>
          </p:cNvCxnSpPr>
          <p:nvPr/>
        </p:nvCxnSpPr>
        <p:spPr>
          <a:xfrm flipV="1">
            <a:off x="3811369" y="3647337"/>
            <a:ext cx="2307160" cy="8808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0" name="Google Shape;423;p10"/>
          <p:cNvCxnSpPr>
            <a:stCxn id="12" idx="2"/>
            <a:endCxn id="456" idx="0"/>
          </p:cNvCxnSpPr>
          <p:nvPr/>
        </p:nvCxnSpPr>
        <p:spPr>
          <a:xfrm>
            <a:off x="1047744" y="2849172"/>
            <a:ext cx="2786" cy="155897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Rectángulo 106"/>
          <p:cNvSpPr/>
          <p:nvPr/>
        </p:nvSpPr>
        <p:spPr>
          <a:xfrm>
            <a:off x="2797797" y="4248029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RE03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71369" y="4406463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Reversa Pago</a:t>
            </a: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Dinero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91" name="Google Shape;423;p10"/>
          <p:cNvCxnSpPr>
            <a:stCxn id="456" idx="3"/>
            <a:endCxn id="30" idx="1"/>
          </p:cNvCxnSpPr>
          <p:nvPr/>
        </p:nvCxnSpPr>
        <p:spPr>
          <a:xfrm flipV="1">
            <a:off x="1770530" y="4712463"/>
            <a:ext cx="600839" cy="1679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4" name="Google Shape;423;p10"/>
          <p:cNvCxnSpPr>
            <a:stCxn id="30" idx="3"/>
            <a:endCxn id="509" idx="1"/>
          </p:cNvCxnSpPr>
          <p:nvPr/>
        </p:nvCxnSpPr>
        <p:spPr>
          <a:xfrm flipV="1">
            <a:off x="3811369" y="4706211"/>
            <a:ext cx="320103" cy="625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7" name="Google Shape;423;p10"/>
          <p:cNvCxnSpPr>
            <a:stCxn id="509" idx="3"/>
            <a:endCxn id="66" idx="1"/>
          </p:cNvCxnSpPr>
          <p:nvPr/>
        </p:nvCxnSpPr>
        <p:spPr>
          <a:xfrm flipV="1">
            <a:off x="5571472" y="4698834"/>
            <a:ext cx="463185" cy="7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0" name="Google Shape;423;p10"/>
          <p:cNvCxnSpPr>
            <a:stCxn id="66" idx="3"/>
            <a:endCxn id="74" idx="1"/>
          </p:cNvCxnSpPr>
          <p:nvPr/>
        </p:nvCxnSpPr>
        <p:spPr>
          <a:xfrm>
            <a:off x="7474657" y="4698834"/>
            <a:ext cx="54207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7" name="CuadroTexto 100"/>
          <p:cNvSpPr txBox="1"/>
          <p:nvPr/>
        </p:nvSpPr>
        <p:spPr>
          <a:xfrm>
            <a:off x="4036912" y="5012211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Egreso Caja</a:t>
            </a:r>
            <a:endParaRPr lang="es-MX" sz="1100"/>
          </a:p>
        </p:txBody>
      </p:sp>
      <p:sp>
        <p:nvSpPr>
          <p:cNvPr id="2" name="Google Shape;315;p9"/>
          <p:cNvSpPr txBox="1"/>
          <p:nvPr/>
        </p:nvSpPr>
        <p:spPr>
          <a:xfrm>
            <a:off x="6109942" y="6437547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5" name="Rectangle 39"/>
          <p:cNvSpPr>
            <a:spLocks noChangeAspect="1"/>
          </p:cNvSpPr>
          <p:nvPr/>
        </p:nvSpPr>
        <p:spPr>
          <a:xfrm>
            <a:off x="5948635" y="6507106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9895043" y="4394287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Compensación</a:t>
            </a:r>
          </a:p>
        </p:txBody>
      </p:sp>
      <p:cxnSp>
        <p:nvCxnSpPr>
          <p:cNvPr id="9" name="Google Shape;423;p10"/>
          <p:cNvCxnSpPr>
            <a:stCxn id="74" idx="3"/>
            <a:endCxn id="6" idx="1"/>
          </p:cNvCxnSpPr>
          <p:nvPr/>
        </p:nvCxnSpPr>
        <p:spPr>
          <a:xfrm>
            <a:off x="9456731" y="4698834"/>
            <a:ext cx="438312" cy="1453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CuadroTexto 100"/>
          <p:cNvSpPr txBox="1"/>
          <p:nvPr/>
        </p:nvSpPr>
        <p:spPr>
          <a:xfrm>
            <a:off x="9820631" y="5001489"/>
            <a:ext cx="16957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 podrá realizar compensación de Notas de Cargo y Crédito para el proveedor llamado las partidas abiertas automáticamente, que originan movimientos ya sea de cargo o crédito.</a:t>
            </a:r>
            <a:endParaRPr lang="es-MX" sz="1100"/>
          </a:p>
        </p:txBody>
      </p:sp>
      <p:sp>
        <p:nvSpPr>
          <p:cNvPr id="11" name="Google Shape;443;p10"/>
          <p:cNvSpPr/>
          <p:nvPr/>
        </p:nvSpPr>
        <p:spPr>
          <a:xfrm>
            <a:off x="8016731" y="5044519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13" name="Google Shape;389;p10"/>
          <p:cNvSpPr/>
          <p:nvPr/>
        </p:nvSpPr>
        <p:spPr>
          <a:xfrm>
            <a:off x="6034657" y="5258957"/>
            <a:ext cx="1440000" cy="612000"/>
          </a:xfrm>
          <a:prstGeom prst="flowChartPredefinedProcess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/>
                <a:cs typeface="Calibri" panose="020F0502020204030204" pitchFamily="34" charset="0"/>
                <a:sym typeface="Calibri" panose="020F0502020204030204"/>
              </a:rPr>
              <a:t>Entrada de Dinero</a:t>
            </a:r>
          </a:p>
        </p:txBody>
      </p:sp>
      <p:cxnSp>
        <p:nvCxnSpPr>
          <p:cNvPr id="14" name="Conector: angular 13"/>
          <p:cNvCxnSpPr>
            <a:stCxn id="509" idx="3"/>
          </p:cNvCxnSpPr>
          <p:nvPr/>
        </p:nvCxnSpPr>
        <p:spPr>
          <a:xfrm>
            <a:off x="5571472" y="4706211"/>
            <a:ext cx="463185" cy="858746"/>
          </a:xfrm>
          <a:prstGeom prst="bentConnector3">
            <a:avLst>
              <a:gd name="adj1" fmla="val 38036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F41C-0CCA-09CD-ECF0-65FEE899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0F1E568-7AD5-3969-DF22-6F8D1B166C40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6CED52F-F7A3-5E39-C24B-47E0DD06A49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D1469724-62C7-3483-85E3-CC454DD157B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FC133497-34C5-B211-FBC9-8683F1DF538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F9948C2-FC5F-AF07-189A-EC4036ADE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1E93A23D-1487-874E-F1C0-6F91B786A78B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688370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4402-209A-5131-CA55-6B1C53A5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8CED7925-3EE6-024C-074A-F39176CD2013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609DB6F8-D0F1-3B73-BDE1-1536E094CD8A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8156B752-DDF1-BFE4-B835-D6D6F797A7D6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E4685DB-C005-9D5A-4680-06E4AAB43779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31B4EC2-AA5E-1A67-EC72-B4FE4492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897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379;p10"/>
          <p:cNvSpPr/>
          <p:nvPr/>
        </p:nvSpPr>
        <p:spPr>
          <a:xfrm>
            <a:off x="2225003" y="1036178"/>
            <a:ext cx="1749522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40715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Pago Servicios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 i="0" u="none" strike="noStrike" cap="none">
                    <a:solidFill>
                      <a:srgbClr val="19567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92613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846662" y="104737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325043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/>
              <a:t>Pago de Servicios Referenciados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4" y="1073090"/>
            <a:ext cx="438396" cy="216000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155813" y="1036701"/>
            <a:ext cx="1695755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714089" y="970050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Rectángulo 106"/>
          <p:cNvSpPr/>
          <p:nvPr/>
        </p:nvSpPr>
        <p:spPr>
          <a:xfrm>
            <a:off x="2878375" y="148697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CO05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85473" y="1636078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Pago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554666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/>
              <a:t>Tipo de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5" name="Google Shape;381;p10"/>
          <p:cNvSpPr txBox="1"/>
          <p:nvPr/>
        </p:nvSpPr>
        <p:spPr>
          <a:xfrm>
            <a:off x="2771459" y="955672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9" name="Google Shape;425;p10"/>
          <p:cNvSpPr/>
          <p:nvPr/>
        </p:nvSpPr>
        <p:spPr>
          <a:xfrm>
            <a:off x="4272804" y="1636420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Pagos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994350" y="955674"/>
            <a:ext cx="5873591" cy="5008132"/>
            <a:chOff x="6001348" y="3025308"/>
            <a:chExt cx="3654166" cy="2477707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1965"/>
              <a:ext cx="268762" cy="97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484920" y="3025308"/>
              <a:ext cx="1084927" cy="1541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 </a:t>
              </a:r>
              <a:r>
                <a:rPr lang="es-MX" sz="1600" b="1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</a:t>
              </a: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ANA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140221" y="1636078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7979288" y="1636078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CXP 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 Datalogic</a:t>
            </a:r>
          </a:p>
        </p:txBody>
      </p:sp>
      <p:sp>
        <p:nvSpPr>
          <p:cNvPr id="100" name="Google Shape;425;p10"/>
          <p:cNvSpPr/>
          <p:nvPr/>
        </p:nvSpPr>
        <p:spPr>
          <a:xfrm>
            <a:off x="347114" y="3920958"/>
            <a:ext cx="1440000" cy="56791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Tablas con transacciones para 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86" name="Google Shape;430;p10"/>
          <p:cNvCxnSpPr>
            <a:endCxn id="501" idx="2"/>
          </p:cNvCxnSpPr>
          <p:nvPr/>
        </p:nvCxnSpPr>
        <p:spPr>
          <a:xfrm flipV="1">
            <a:off x="1935032" y="2338898"/>
            <a:ext cx="1164732" cy="819939"/>
          </a:xfrm>
          <a:prstGeom prst="bentConnector2">
            <a:avLst/>
          </a:prstGeom>
          <a:ln w="3175"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3" name="Google Shape;381;p10"/>
          <p:cNvSpPr txBox="1"/>
          <p:nvPr/>
        </p:nvSpPr>
        <p:spPr>
          <a:xfrm>
            <a:off x="2263200" y="4038613"/>
            <a:ext cx="1771621" cy="33851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ES" sz="16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TICKET AL CLIENTE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6" name="Flowchart: Predefined Process 15"/>
          <p:cNvSpPr/>
          <p:nvPr/>
        </p:nvSpPr>
        <p:spPr>
          <a:xfrm>
            <a:off x="9893620" y="1635534"/>
            <a:ext cx="1440000" cy="612000"/>
          </a:xfrm>
          <a:prstGeom prst="flowChartPredefinedProcess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Propuestas de Pago</a:t>
            </a:r>
            <a:endParaRPr lang="es-MX" sz="11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2" name="CuadroTexto 100"/>
          <p:cNvSpPr txBox="1"/>
          <p:nvPr/>
        </p:nvSpPr>
        <p:spPr>
          <a:xfrm>
            <a:off x="6100687" y="1378522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404" name="CuadroTexto 100"/>
          <p:cNvSpPr txBox="1"/>
          <p:nvPr/>
        </p:nvSpPr>
        <p:spPr>
          <a:xfrm>
            <a:off x="3099764" y="2346576"/>
            <a:ext cx="16957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*Pago de servicios con referencia a Ticket</a:t>
            </a:r>
            <a:endParaRPr lang="es-MX" sz="1100"/>
          </a:p>
        </p:txBody>
      </p:sp>
      <p:sp>
        <p:nvSpPr>
          <p:cNvPr id="2" name="Google Shape;425;p10"/>
          <p:cNvSpPr/>
          <p:nvPr/>
        </p:nvSpPr>
        <p:spPr>
          <a:xfrm>
            <a:off x="1171804" y="3030198"/>
            <a:ext cx="756000" cy="21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Efectivo</a:t>
            </a:r>
          </a:p>
        </p:txBody>
      </p:sp>
      <p:sp>
        <p:nvSpPr>
          <p:cNvPr id="4" name="Google Shape;425;p10"/>
          <p:cNvSpPr/>
          <p:nvPr/>
        </p:nvSpPr>
        <p:spPr>
          <a:xfrm>
            <a:off x="1171804" y="3295093"/>
            <a:ext cx="756000" cy="21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T. Debito</a:t>
            </a:r>
          </a:p>
        </p:txBody>
      </p:sp>
      <p:cxnSp>
        <p:nvCxnSpPr>
          <p:cNvPr id="11" name="Google Shape;423;p10"/>
          <p:cNvCxnSpPr>
            <a:stCxn id="277" idx="2"/>
            <a:endCxn id="12" idx="0"/>
          </p:cNvCxnSpPr>
          <p:nvPr/>
        </p:nvCxnSpPr>
        <p:spPr>
          <a:xfrm>
            <a:off x="1044059" y="2166666"/>
            <a:ext cx="3685" cy="158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Google Shape;423;p10"/>
          <p:cNvCxnSpPr>
            <a:stCxn id="12" idx="2"/>
            <a:endCxn id="100" idx="0"/>
          </p:cNvCxnSpPr>
          <p:nvPr/>
        </p:nvCxnSpPr>
        <p:spPr>
          <a:xfrm>
            <a:off x="1047744" y="2937043"/>
            <a:ext cx="19370" cy="983915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oogle Shape;423;p10"/>
          <p:cNvCxnSpPr>
            <a:stCxn id="100" idx="3"/>
            <a:endCxn id="313" idx="1"/>
          </p:cNvCxnSpPr>
          <p:nvPr/>
        </p:nvCxnSpPr>
        <p:spPr>
          <a:xfrm>
            <a:off x="1787114" y="4204916"/>
            <a:ext cx="476086" cy="2954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oogle Shape;423;p10"/>
          <p:cNvCxnSpPr>
            <a:stCxn id="30" idx="3"/>
            <a:endCxn id="509" idx="1"/>
          </p:cNvCxnSpPr>
          <p:nvPr/>
        </p:nvCxnSpPr>
        <p:spPr>
          <a:xfrm>
            <a:off x="3825473" y="1942078"/>
            <a:ext cx="447331" cy="34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423;p10"/>
          <p:cNvCxnSpPr>
            <a:stCxn id="509" idx="3"/>
            <a:endCxn id="66" idx="1"/>
          </p:cNvCxnSpPr>
          <p:nvPr/>
        </p:nvCxnSpPr>
        <p:spPr>
          <a:xfrm flipV="1">
            <a:off x="5712804" y="1942078"/>
            <a:ext cx="427417" cy="34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Google Shape;423;p10"/>
          <p:cNvCxnSpPr>
            <a:stCxn id="66" idx="3"/>
            <a:endCxn id="74" idx="1"/>
          </p:cNvCxnSpPr>
          <p:nvPr/>
        </p:nvCxnSpPr>
        <p:spPr>
          <a:xfrm>
            <a:off x="7580221" y="1942078"/>
            <a:ext cx="399067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" name="Google Shape;423;p10"/>
          <p:cNvCxnSpPr>
            <a:stCxn id="74" idx="3"/>
            <a:endCxn id="346" idx="1"/>
          </p:cNvCxnSpPr>
          <p:nvPr/>
        </p:nvCxnSpPr>
        <p:spPr>
          <a:xfrm flipV="1">
            <a:off x="9419288" y="1941534"/>
            <a:ext cx="474332" cy="544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Google Shape;430;p10"/>
          <p:cNvCxnSpPr>
            <a:stCxn id="4" idx="3"/>
            <a:endCxn id="501" idx="2"/>
          </p:cNvCxnSpPr>
          <p:nvPr/>
        </p:nvCxnSpPr>
        <p:spPr>
          <a:xfrm flipV="1">
            <a:off x="1927804" y="2338898"/>
            <a:ext cx="1171960" cy="1064195"/>
          </a:xfrm>
          <a:prstGeom prst="bentConnector2">
            <a:avLst/>
          </a:prstGeom>
          <a:ln w="3175"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Google Shape;379;p10"/>
          <p:cNvSpPr/>
          <p:nvPr/>
        </p:nvSpPr>
        <p:spPr>
          <a:xfrm>
            <a:off x="2225003" y="4661085"/>
            <a:ext cx="1749522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Rectángulo 106"/>
          <p:cNvSpPr/>
          <p:nvPr/>
        </p:nvSpPr>
        <p:spPr>
          <a:xfrm>
            <a:off x="2779049" y="5124367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>
                <a:cs typeface="Arial" panose="020B0604020202020204"/>
              </a:rPr>
              <a:t>TZ04</a:t>
            </a:r>
          </a:p>
        </p:txBody>
      </p:sp>
      <p:sp>
        <p:nvSpPr>
          <p:cNvPr id="17" name="Google Shape;425;p10"/>
          <p:cNvSpPr/>
          <p:nvPr/>
        </p:nvSpPr>
        <p:spPr>
          <a:xfrm>
            <a:off x="2385473" y="526098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Google Shape;381;p10"/>
          <p:cNvSpPr txBox="1"/>
          <p:nvPr/>
        </p:nvSpPr>
        <p:spPr>
          <a:xfrm>
            <a:off x="2771459" y="4580579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Google Shape;425;p10"/>
          <p:cNvSpPr/>
          <p:nvPr/>
        </p:nvSpPr>
        <p:spPr>
          <a:xfrm>
            <a:off x="6116274" y="5283027"/>
            <a:ext cx="1440000" cy="56791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Google Shape;315;p9"/>
          <p:cNvSpPr txBox="1"/>
          <p:nvPr/>
        </p:nvSpPr>
        <p:spPr>
          <a:xfrm>
            <a:off x="6171807" y="6012902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7" name="Rectangle 39"/>
          <p:cNvSpPr>
            <a:spLocks noChangeAspect="1"/>
          </p:cNvSpPr>
          <p:nvPr/>
        </p:nvSpPr>
        <p:spPr>
          <a:xfrm>
            <a:off x="6010500" y="6082461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Google Shape;430;p10"/>
          <p:cNvCxnSpPr>
            <a:stCxn id="100" idx="2"/>
            <a:endCxn id="17" idx="1"/>
          </p:cNvCxnSpPr>
          <p:nvPr/>
        </p:nvCxnSpPr>
        <p:spPr>
          <a:xfrm rot="16200000" flipH="1">
            <a:off x="1187237" y="4368749"/>
            <a:ext cx="1078112" cy="1318359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Google Shape;430;p10"/>
          <p:cNvCxnSpPr>
            <a:stCxn id="17" idx="3"/>
            <a:endCxn id="25" idx="1"/>
          </p:cNvCxnSpPr>
          <p:nvPr/>
        </p:nvCxnSpPr>
        <p:spPr>
          <a:xfrm>
            <a:off x="3825473" y="5566985"/>
            <a:ext cx="2290801" cy="12700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CuadroTexto 100"/>
          <p:cNvSpPr txBox="1"/>
          <p:nvPr/>
        </p:nvSpPr>
        <p:spPr>
          <a:xfrm>
            <a:off x="7960699" y="2525640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 BP lo enviaría el POS</a:t>
            </a:r>
            <a:endParaRPr lang="es-MX" sz="1100"/>
          </a:p>
        </p:txBody>
      </p:sp>
      <p:sp>
        <p:nvSpPr>
          <p:cNvPr id="5" name="CuadroTexto 100"/>
          <p:cNvSpPr txBox="1"/>
          <p:nvPr/>
        </p:nvSpPr>
        <p:spPr>
          <a:xfrm>
            <a:off x="9765742" y="1356170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Ejecución Manual</a:t>
            </a:r>
            <a:endParaRPr lang="es-MX" sz="1100"/>
          </a:p>
        </p:txBody>
      </p:sp>
      <p:sp>
        <p:nvSpPr>
          <p:cNvPr id="15" name="Google Shape;443;p10"/>
          <p:cNvSpPr/>
          <p:nvPr/>
        </p:nvSpPr>
        <p:spPr>
          <a:xfrm>
            <a:off x="7960699" y="2317038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20" name="Google Shape;333;p9"/>
          <p:cNvSpPr/>
          <p:nvPr/>
        </p:nvSpPr>
        <p:spPr>
          <a:xfrm>
            <a:off x="6142112" y="3379512"/>
            <a:ext cx="1301994" cy="2049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 MF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CuadroTexto 100"/>
          <p:cNvSpPr txBox="1"/>
          <p:nvPr/>
        </p:nvSpPr>
        <p:spPr>
          <a:xfrm>
            <a:off x="6096000" y="3128635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23" name="Google Shape;425;p10"/>
          <p:cNvSpPr/>
          <p:nvPr/>
        </p:nvSpPr>
        <p:spPr>
          <a:xfrm>
            <a:off x="7961000" y="3385789"/>
            <a:ext cx="1564713" cy="2049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Ingreso dinero a Caja</a:t>
            </a:r>
          </a:p>
        </p:txBody>
      </p:sp>
      <p:sp>
        <p:nvSpPr>
          <p:cNvPr id="26" name="Google Shape;443;p10"/>
          <p:cNvSpPr/>
          <p:nvPr/>
        </p:nvSpPr>
        <p:spPr>
          <a:xfrm>
            <a:off x="7960432" y="3619668"/>
            <a:ext cx="1381235" cy="26161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cxnSp>
        <p:nvCxnSpPr>
          <p:cNvPr id="28" name="Google Shape;423;p10"/>
          <p:cNvCxnSpPr>
            <a:stCxn id="20" idx="3"/>
            <a:endCxn id="23" idx="1"/>
          </p:cNvCxnSpPr>
          <p:nvPr/>
        </p:nvCxnSpPr>
        <p:spPr>
          <a:xfrm>
            <a:off x="7444106" y="3482002"/>
            <a:ext cx="516894" cy="62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Conector: angular 30"/>
          <p:cNvCxnSpPr>
            <a:stCxn id="509" idx="3"/>
            <a:endCxn id="20" idx="1"/>
          </p:cNvCxnSpPr>
          <p:nvPr/>
        </p:nvCxnSpPr>
        <p:spPr>
          <a:xfrm>
            <a:off x="5712804" y="1942420"/>
            <a:ext cx="429308" cy="1539582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E53B-C6A3-4E3C-7105-584F632C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14972705-98D9-4F8A-B1EB-2749DE07124B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Reversa del 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DBEA93CA-EDDD-BEBD-E80F-9D5CC9D0402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C043977-3F78-5193-C2D0-18F0A0F432E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6FC96B91-D67B-E06E-DA24-E9744F569A14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5203583-D03A-16D8-7DA6-1C2A20F4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9950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379;p10"/>
          <p:cNvSpPr/>
          <p:nvPr/>
        </p:nvSpPr>
        <p:spPr>
          <a:xfrm>
            <a:off x="2225003" y="1036178"/>
            <a:ext cx="1749522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9"/>
          <p:cNvSpPr txBox="1">
            <a:spLocks noGrp="1"/>
          </p:cNvSpPr>
          <p:nvPr>
            <p:ph type="title"/>
          </p:nvPr>
        </p:nvSpPr>
        <p:spPr>
          <a:xfrm>
            <a:off x="1178486" y="407151"/>
            <a:ext cx="1049208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r>
              <a:rPr lang="es-ES" sz="2400" b="1"/>
              <a:t>Reversa Pago Servicios</a:t>
            </a:r>
            <a:endParaRPr lang="es-MX" sz="2400" b="1"/>
          </a:p>
        </p:txBody>
      </p:sp>
      <p:grpSp>
        <p:nvGrpSpPr>
          <p:cNvPr id="348" name="Google Shape;348;p9"/>
          <p:cNvGrpSpPr/>
          <p:nvPr/>
        </p:nvGrpSpPr>
        <p:grpSpPr>
          <a:xfrm>
            <a:off x="454691" y="336412"/>
            <a:ext cx="705115" cy="598487"/>
            <a:chOff x="4140200" y="2249488"/>
            <a:chExt cx="650875" cy="598487"/>
          </a:xfrm>
        </p:grpSpPr>
        <p:sp>
          <p:nvSpPr>
            <p:cNvPr id="349" name="Google Shape;349;p9"/>
            <p:cNvSpPr/>
            <p:nvPr/>
          </p:nvSpPr>
          <p:spPr>
            <a:xfrm>
              <a:off x="4140200" y="2674938"/>
              <a:ext cx="650875" cy="173037"/>
            </a:xfrm>
            <a:prstGeom prst="ellipse">
              <a:avLst/>
            </a:prstGeom>
            <a:gradFill>
              <a:gsLst>
                <a:gs pos="0">
                  <a:srgbClr val="808080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0000" tIns="90000" rIns="72000" bIns="90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 panose="020F0502020204030204"/>
                <a:buNone/>
              </a:pPr>
              <a:endParaRPr sz="1000" b="0" i="0" u="none" strike="noStrike" cap="none">
                <a:solidFill>
                  <a:srgbClr val="1956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0" name="Google Shape;350;p9"/>
            <p:cNvGrpSpPr/>
            <p:nvPr/>
          </p:nvGrpSpPr>
          <p:grpSpPr>
            <a:xfrm>
              <a:off x="4222750" y="2249488"/>
              <a:ext cx="466725" cy="466725"/>
              <a:chOff x="465" y="2114"/>
              <a:chExt cx="1165" cy="116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465" y="2114"/>
                <a:ext cx="1165" cy="1167"/>
              </a:xfrm>
              <a:prstGeom prst="ellipse">
                <a:avLst/>
              </a:prstGeom>
              <a:gradFill>
                <a:gsLst>
                  <a:gs pos="0">
                    <a:srgbClr val="E8E8E8"/>
                  </a:gs>
                  <a:gs pos="100000">
                    <a:srgbClr val="80808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90000" rIns="72000" bIns="90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95671"/>
                  </a:buClr>
                  <a:buSzPts val="1400"/>
                  <a:buFont typeface="Arial" panose="020B0604020202020204"/>
                  <a:buNone/>
                </a:pPr>
                <a:r>
                  <a:rPr lang="es-ES" sz="1800" b="1" i="0" u="none" strike="noStrike" cap="none">
                    <a:solidFill>
                      <a:srgbClr val="19567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4</a:t>
                </a:r>
                <a:endParaRPr sz="1800" b="1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81" y="2626"/>
                <a:ext cx="1137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8" extrusionOk="0">
                    <a:moveTo>
                      <a:pt x="175" y="151"/>
                    </a:moveTo>
                    <a:cubicBezTo>
                      <a:pt x="86" y="151"/>
                      <a:pt x="13" y="85"/>
                      <a:pt x="2" y="0"/>
                    </a:cubicBezTo>
                    <a:cubicBezTo>
                      <a:pt x="1" y="7"/>
                      <a:pt x="0" y="15"/>
                      <a:pt x="0" y="23"/>
                    </a:cubicBezTo>
                    <a:cubicBezTo>
                      <a:pt x="0" y="119"/>
                      <a:pt x="78" y="198"/>
                      <a:pt x="175" y="198"/>
                    </a:cubicBezTo>
                    <a:cubicBezTo>
                      <a:pt x="272" y="198"/>
                      <a:pt x="350" y="119"/>
                      <a:pt x="350" y="23"/>
                    </a:cubicBezTo>
                    <a:cubicBezTo>
                      <a:pt x="350" y="15"/>
                      <a:pt x="349" y="7"/>
                      <a:pt x="348" y="0"/>
                    </a:cubicBezTo>
                    <a:cubicBezTo>
                      <a:pt x="337" y="85"/>
                      <a:pt x="264" y="151"/>
                      <a:pt x="175" y="1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29292"/>
                  </a:gs>
                  <a:gs pos="100000">
                    <a:srgbClr val="B2B2B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19567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353" name="Google Shape;353;p9"/>
              <p:cNvPicPr preferRelativeResize="0"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677" y="2138"/>
                <a:ext cx="732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140" y="110706"/>
            <a:ext cx="930352" cy="500596"/>
          </a:xfrm>
          <a:prstGeom prst="rect">
            <a:avLst/>
          </a:prstGeom>
        </p:spPr>
      </p:pic>
      <p:sp>
        <p:nvSpPr>
          <p:cNvPr id="8" name="Google Shape;379;p10"/>
          <p:cNvSpPr/>
          <p:nvPr/>
        </p:nvSpPr>
        <p:spPr>
          <a:xfrm>
            <a:off x="183483" y="1037675"/>
            <a:ext cx="1941393" cy="492613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0" name="Google Shape;381;p10"/>
          <p:cNvSpPr txBox="1"/>
          <p:nvPr/>
        </p:nvSpPr>
        <p:spPr>
          <a:xfrm>
            <a:off x="846662" y="1047377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425;p10"/>
          <p:cNvSpPr/>
          <p:nvPr/>
        </p:nvSpPr>
        <p:spPr>
          <a:xfrm>
            <a:off x="327744" y="2325043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/>
              <a:t>Pago de Servicios Referenciados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9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4" y="1073090"/>
            <a:ext cx="438396" cy="216000"/>
          </a:xfrm>
          <a:prstGeom prst="rect">
            <a:avLst/>
          </a:prstGeom>
        </p:spPr>
      </p:pic>
      <p:sp>
        <p:nvSpPr>
          <p:cNvPr id="76" name="Google Shape;379;p10"/>
          <p:cNvSpPr/>
          <p:nvPr/>
        </p:nvSpPr>
        <p:spPr>
          <a:xfrm>
            <a:off x="4155813" y="1036701"/>
            <a:ext cx="1695755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381;p10"/>
          <p:cNvSpPr txBox="1"/>
          <p:nvPr/>
        </p:nvSpPr>
        <p:spPr>
          <a:xfrm>
            <a:off x="4714089" y="970050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Rectángulo 106"/>
          <p:cNvSpPr/>
          <p:nvPr/>
        </p:nvSpPr>
        <p:spPr>
          <a:xfrm>
            <a:off x="2878375" y="148697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CO05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0" name="Google Shape;425;p10"/>
          <p:cNvSpPr/>
          <p:nvPr/>
        </p:nvSpPr>
        <p:spPr>
          <a:xfrm>
            <a:off x="2385473" y="1636078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Reversa Pago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7" name="Google Shape;425;p10"/>
          <p:cNvSpPr/>
          <p:nvPr/>
        </p:nvSpPr>
        <p:spPr>
          <a:xfrm>
            <a:off x="324059" y="1554666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/>
              <a:t>Tipo de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5" name="Google Shape;381;p10"/>
          <p:cNvSpPr txBox="1"/>
          <p:nvPr/>
        </p:nvSpPr>
        <p:spPr>
          <a:xfrm>
            <a:off x="2771459" y="955672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9" name="Google Shape;425;p10"/>
          <p:cNvSpPr/>
          <p:nvPr/>
        </p:nvSpPr>
        <p:spPr>
          <a:xfrm>
            <a:off x="4272804" y="1636420"/>
            <a:ext cx="1440000" cy="61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PV01_CO05 Pagos Servicios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10" name="Google Shape;378;p10"/>
          <p:cNvGrpSpPr/>
          <p:nvPr/>
        </p:nvGrpSpPr>
        <p:grpSpPr>
          <a:xfrm>
            <a:off x="5994350" y="955674"/>
            <a:ext cx="5873591" cy="5008132"/>
            <a:chOff x="6001348" y="3025308"/>
            <a:chExt cx="3654166" cy="2477707"/>
          </a:xfrm>
        </p:grpSpPr>
        <p:sp>
          <p:nvSpPr>
            <p:cNvPr id="511" name="Google Shape;379;p10"/>
            <p:cNvSpPr/>
            <p:nvPr/>
          </p:nvSpPr>
          <p:spPr>
            <a:xfrm>
              <a:off x="6001348" y="3063684"/>
              <a:ext cx="3654166" cy="2439331"/>
            </a:xfrm>
            <a:prstGeom prst="rect">
              <a:avLst/>
            </a:prstGeom>
            <a:ln w="3175"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64" name="Google Shape;380;p10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6012392" y="3061965"/>
              <a:ext cx="268762" cy="9755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65" name="Google Shape;381;p10"/>
            <p:cNvSpPr txBox="1"/>
            <p:nvPr/>
          </p:nvSpPr>
          <p:spPr>
            <a:xfrm>
              <a:off x="7484920" y="3025308"/>
              <a:ext cx="1084927" cy="1541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20204"/>
                <a:buNone/>
              </a:pP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S/4 </a:t>
              </a:r>
              <a:r>
                <a:rPr lang="es-MX" sz="1600" b="1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</a:t>
              </a:r>
              <a:r>
                <a:rPr lang="es-MX" sz="1600" b="1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ANA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333;p9"/>
          <p:cNvSpPr/>
          <p:nvPr/>
        </p:nvSpPr>
        <p:spPr>
          <a:xfrm>
            <a:off x="6140221" y="1636078"/>
            <a:ext cx="1440000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Movimiento Financiero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425;p10"/>
          <p:cNvSpPr/>
          <p:nvPr/>
        </p:nvSpPr>
        <p:spPr>
          <a:xfrm>
            <a:off x="7979288" y="1636078"/>
            <a:ext cx="1440000" cy="612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Nota de Crédito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Proveedor Datalogic</a:t>
            </a:r>
          </a:p>
        </p:txBody>
      </p:sp>
      <p:sp>
        <p:nvSpPr>
          <p:cNvPr id="100" name="Google Shape;425;p10"/>
          <p:cNvSpPr/>
          <p:nvPr/>
        </p:nvSpPr>
        <p:spPr>
          <a:xfrm>
            <a:off x="347114" y="3920958"/>
            <a:ext cx="1440000" cy="56791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Tablas con transacciones para 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86" name="Google Shape;430;p10"/>
          <p:cNvCxnSpPr>
            <a:endCxn id="501" idx="2"/>
          </p:cNvCxnSpPr>
          <p:nvPr/>
        </p:nvCxnSpPr>
        <p:spPr>
          <a:xfrm flipV="1">
            <a:off x="1935032" y="2338898"/>
            <a:ext cx="1164732" cy="819939"/>
          </a:xfrm>
          <a:prstGeom prst="bentConnector2">
            <a:avLst/>
          </a:prstGeom>
          <a:ln w="3175"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3" name="Google Shape;381;p10"/>
          <p:cNvSpPr txBox="1"/>
          <p:nvPr/>
        </p:nvSpPr>
        <p:spPr>
          <a:xfrm>
            <a:off x="2263200" y="4038613"/>
            <a:ext cx="1771621" cy="33851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ES" sz="16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TICKET AL CLIENTE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6" name="Flowchart: Predefined Process 15"/>
          <p:cNvSpPr/>
          <p:nvPr/>
        </p:nvSpPr>
        <p:spPr>
          <a:xfrm>
            <a:off x="9893620" y="1635534"/>
            <a:ext cx="1440000" cy="612000"/>
          </a:xfrm>
          <a:prstGeom prst="flowChartPredefinedProcess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Propuestas de Pago</a:t>
            </a:r>
            <a:endParaRPr lang="es-MX" sz="11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2" name="CuadroTexto 100"/>
          <p:cNvSpPr txBox="1"/>
          <p:nvPr/>
        </p:nvSpPr>
        <p:spPr>
          <a:xfrm>
            <a:off x="6100687" y="1378522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404" name="CuadroTexto 100"/>
          <p:cNvSpPr txBox="1"/>
          <p:nvPr/>
        </p:nvSpPr>
        <p:spPr>
          <a:xfrm>
            <a:off x="3099764" y="2346576"/>
            <a:ext cx="16957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*Pago de servicios con referencia a Ticket</a:t>
            </a:r>
            <a:endParaRPr lang="es-MX" sz="1100"/>
          </a:p>
        </p:txBody>
      </p:sp>
      <p:sp>
        <p:nvSpPr>
          <p:cNvPr id="2" name="Google Shape;425;p10"/>
          <p:cNvSpPr/>
          <p:nvPr/>
        </p:nvSpPr>
        <p:spPr>
          <a:xfrm>
            <a:off x="1171804" y="3030198"/>
            <a:ext cx="756000" cy="21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Efectivo</a:t>
            </a:r>
          </a:p>
        </p:txBody>
      </p:sp>
      <p:sp>
        <p:nvSpPr>
          <p:cNvPr id="4" name="Google Shape;425;p10"/>
          <p:cNvSpPr/>
          <p:nvPr/>
        </p:nvSpPr>
        <p:spPr>
          <a:xfrm>
            <a:off x="1171804" y="3295093"/>
            <a:ext cx="756000" cy="21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</a:rPr>
              <a:t>T. Debito</a:t>
            </a:r>
          </a:p>
        </p:txBody>
      </p:sp>
      <p:cxnSp>
        <p:nvCxnSpPr>
          <p:cNvPr id="11" name="Google Shape;423;p10"/>
          <p:cNvCxnSpPr>
            <a:stCxn id="277" idx="2"/>
            <a:endCxn id="12" idx="0"/>
          </p:cNvCxnSpPr>
          <p:nvPr/>
        </p:nvCxnSpPr>
        <p:spPr>
          <a:xfrm>
            <a:off x="1044059" y="2166666"/>
            <a:ext cx="3685" cy="1583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Google Shape;423;p10"/>
          <p:cNvCxnSpPr>
            <a:stCxn id="12" idx="2"/>
            <a:endCxn id="100" idx="0"/>
          </p:cNvCxnSpPr>
          <p:nvPr/>
        </p:nvCxnSpPr>
        <p:spPr>
          <a:xfrm>
            <a:off x="1047744" y="2937043"/>
            <a:ext cx="19370" cy="983915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oogle Shape;423;p10"/>
          <p:cNvCxnSpPr>
            <a:stCxn id="100" idx="3"/>
            <a:endCxn id="313" idx="1"/>
          </p:cNvCxnSpPr>
          <p:nvPr/>
        </p:nvCxnSpPr>
        <p:spPr>
          <a:xfrm>
            <a:off x="1787114" y="4204916"/>
            <a:ext cx="476086" cy="2954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oogle Shape;423;p10"/>
          <p:cNvCxnSpPr>
            <a:stCxn id="30" idx="3"/>
            <a:endCxn id="509" idx="1"/>
          </p:cNvCxnSpPr>
          <p:nvPr/>
        </p:nvCxnSpPr>
        <p:spPr>
          <a:xfrm>
            <a:off x="3825473" y="1942078"/>
            <a:ext cx="447331" cy="34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oogle Shape;423;p10"/>
          <p:cNvCxnSpPr>
            <a:stCxn id="509" idx="3"/>
            <a:endCxn id="66" idx="1"/>
          </p:cNvCxnSpPr>
          <p:nvPr/>
        </p:nvCxnSpPr>
        <p:spPr>
          <a:xfrm flipV="1">
            <a:off x="5712804" y="1942078"/>
            <a:ext cx="427417" cy="342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Google Shape;423;p10"/>
          <p:cNvCxnSpPr>
            <a:stCxn id="66" idx="3"/>
            <a:endCxn id="74" idx="1"/>
          </p:cNvCxnSpPr>
          <p:nvPr/>
        </p:nvCxnSpPr>
        <p:spPr>
          <a:xfrm>
            <a:off x="7580221" y="1942078"/>
            <a:ext cx="399067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" name="Google Shape;423;p10"/>
          <p:cNvCxnSpPr>
            <a:stCxn id="74" idx="3"/>
            <a:endCxn id="346" idx="1"/>
          </p:cNvCxnSpPr>
          <p:nvPr/>
        </p:nvCxnSpPr>
        <p:spPr>
          <a:xfrm flipV="1">
            <a:off x="9419288" y="1941534"/>
            <a:ext cx="474332" cy="544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8" name="Google Shape;430;p10"/>
          <p:cNvCxnSpPr>
            <a:stCxn id="4" idx="3"/>
            <a:endCxn id="501" idx="2"/>
          </p:cNvCxnSpPr>
          <p:nvPr/>
        </p:nvCxnSpPr>
        <p:spPr>
          <a:xfrm flipV="1">
            <a:off x="1927804" y="2338898"/>
            <a:ext cx="1171960" cy="1064195"/>
          </a:xfrm>
          <a:prstGeom prst="bentConnector2">
            <a:avLst/>
          </a:prstGeom>
          <a:ln w="3175"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Google Shape;379;p10"/>
          <p:cNvSpPr/>
          <p:nvPr/>
        </p:nvSpPr>
        <p:spPr>
          <a:xfrm>
            <a:off x="2225003" y="4661085"/>
            <a:ext cx="1749522" cy="130272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Rectángulo 106"/>
          <p:cNvSpPr/>
          <p:nvPr/>
        </p:nvSpPr>
        <p:spPr>
          <a:xfrm>
            <a:off x="2779049" y="5124367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>
                <a:cs typeface="Arial" panose="020B0604020202020204"/>
              </a:rPr>
              <a:t>TZ04</a:t>
            </a:r>
          </a:p>
        </p:txBody>
      </p:sp>
      <p:sp>
        <p:nvSpPr>
          <p:cNvPr id="17" name="Google Shape;425;p10"/>
          <p:cNvSpPr/>
          <p:nvPr/>
        </p:nvSpPr>
        <p:spPr>
          <a:xfrm>
            <a:off x="2385473" y="5260985"/>
            <a:ext cx="1440000" cy="612000"/>
          </a:xfrm>
          <a:prstGeom prst="rect">
            <a:avLst/>
          </a:prstGeom>
          <a:ln w="3175"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Google Shape;381;p10"/>
          <p:cNvSpPr txBox="1"/>
          <p:nvPr/>
        </p:nvSpPr>
        <p:spPr>
          <a:xfrm>
            <a:off x="2771459" y="4580579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Google Shape;425;p10"/>
          <p:cNvSpPr/>
          <p:nvPr/>
        </p:nvSpPr>
        <p:spPr>
          <a:xfrm>
            <a:off x="6116274" y="5283027"/>
            <a:ext cx="1440000" cy="56791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Tabla Z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Información Datalogic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Google Shape;315;p9"/>
          <p:cNvSpPr txBox="1"/>
          <p:nvPr/>
        </p:nvSpPr>
        <p:spPr>
          <a:xfrm>
            <a:off x="6171807" y="6012902"/>
            <a:ext cx="281682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dentro de SAP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7" name="Rectangle 39"/>
          <p:cNvSpPr>
            <a:spLocks noChangeAspect="1"/>
          </p:cNvSpPr>
          <p:nvPr/>
        </p:nvSpPr>
        <p:spPr>
          <a:xfrm>
            <a:off x="6010500" y="6082461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Google Shape;430;p10"/>
          <p:cNvCxnSpPr>
            <a:stCxn id="100" idx="2"/>
            <a:endCxn id="17" idx="1"/>
          </p:cNvCxnSpPr>
          <p:nvPr/>
        </p:nvCxnSpPr>
        <p:spPr>
          <a:xfrm rot="16200000" flipH="1">
            <a:off x="1187237" y="4368749"/>
            <a:ext cx="1078112" cy="1318359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Google Shape;430;p10"/>
          <p:cNvCxnSpPr>
            <a:stCxn id="17" idx="3"/>
            <a:endCxn id="25" idx="1"/>
          </p:cNvCxnSpPr>
          <p:nvPr/>
        </p:nvCxnSpPr>
        <p:spPr>
          <a:xfrm>
            <a:off x="3825473" y="5566985"/>
            <a:ext cx="2290801" cy="12700"/>
          </a:xfrm>
          <a:prstGeom prst="bentConnector3">
            <a:avLst>
              <a:gd name="adj1" fmla="val 50000"/>
            </a:avLst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CuadroTexto 100"/>
          <p:cNvSpPr txBox="1"/>
          <p:nvPr/>
        </p:nvSpPr>
        <p:spPr>
          <a:xfrm>
            <a:off x="7960699" y="2525640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 BP lo enviaría el POS</a:t>
            </a:r>
            <a:endParaRPr lang="es-MX" sz="1100"/>
          </a:p>
        </p:txBody>
      </p:sp>
      <p:sp>
        <p:nvSpPr>
          <p:cNvPr id="5" name="CuadroTexto 100"/>
          <p:cNvSpPr txBox="1"/>
          <p:nvPr/>
        </p:nvSpPr>
        <p:spPr>
          <a:xfrm>
            <a:off x="9765742" y="1356170"/>
            <a:ext cx="16957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r>
              <a:rPr lang="es-MX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Ejecución Manual</a:t>
            </a:r>
            <a:endParaRPr lang="es-MX" sz="1100"/>
          </a:p>
        </p:txBody>
      </p:sp>
      <p:sp>
        <p:nvSpPr>
          <p:cNvPr id="15" name="Google Shape;443;p10"/>
          <p:cNvSpPr/>
          <p:nvPr/>
        </p:nvSpPr>
        <p:spPr>
          <a:xfrm>
            <a:off x="7960699" y="2317038"/>
            <a:ext cx="1440000" cy="21600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sp>
        <p:nvSpPr>
          <p:cNvPr id="20" name="Google Shape;333;p9"/>
          <p:cNvSpPr/>
          <p:nvPr/>
        </p:nvSpPr>
        <p:spPr>
          <a:xfrm>
            <a:off x="6142112" y="3379512"/>
            <a:ext cx="1301994" cy="2049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 MF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CuadroTexto 100"/>
          <p:cNvSpPr txBox="1"/>
          <p:nvPr/>
        </p:nvSpPr>
        <p:spPr>
          <a:xfrm>
            <a:off x="6096000" y="3128635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23" name="Google Shape;425;p10"/>
          <p:cNvSpPr/>
          <p:nvPr/>
        </p:nvSpPr>
        <p:spPr>
          <a:xfrm>
            <a:off x="7961000" y="3385789"/>
            <a:ext cx="1564713" cy="2049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Salida  dinero a Caja</a:t>
            </a:r>
          </a:p>
        </p:txBody>
      </p:sp>
      <p:sp>
        <p:nvSpPr>
          <p:cNvPr id="26" name="Google Shape;443;p10"/>
          <p:cNvSpPr/>
          <p:nvPr/>
        </p:nvSpPr>
        <p:spPr>
          <a:xfrm>
            <a:off x="7960432" y="3619668"/>
            <a:ext cx="1381235" cy="261610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200">
                <a:latin typeface="Calibri" panose="020F0502020204030204"/>
                <a:cs typeface="Calibri" panose="020F0502020204030204"/>
                <a:sym typeface="Calibri" panose="020F0502020204030204"/>
              </a:rPr>
              <a:t>Documento FI</a:t>
            </a:r>
          </a:p>
        </p:txBody>
      </p:sp>
      <p:cxnSp>
        <p:nvCxnSpPr>
          <p:cNvPr id="28" name="Google Shape;423;p10"/>
          <p:cNvCxnSpPr>
            <a:stCxn id="20" idx="3"/>
            <a:endCxn id="23" idx="1"/>
          </p:cNvCxnSpPr>
          <p:nvPr/>
        </p:nvCxnSpPr>
        <p:spPr>
          <a:xfrm>
            <a:off x="7444106" y="3482002"/>
            <a:ext cx="516894" cy="6277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Conector: angular 30"/>
          <p:cNvCxnSpPr>
            <a:stCxn id="509" idx="3"/>
            <a:endCxn id="20" idx="1"/>
          </p:cNvCxnSpPr>
          <p:nvPr/>
        </p:nvCxnSpPr>
        <p:spPr>
          <a:xfrm>
            <a:off x="5712804" y="1942420"/>
            <a:ext cx="429308" cy="1539582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1ABF-AD77-2597-2F60-D5ABB6A8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71DD244A-9C94-1EB8-012F-B0B55BA71A9C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4AB687BC-9C21-2463-E61A-FE4A0D2B85D9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BF471CB1-62C2-54A5-2350-8DF9F94C5025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8D227828-3AE2-E941-9104-F1E28BEF67C3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BBD7277-723C-CF47-2D11-CD6D26925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FB71E356-C5ED-6FA4-E363-8590C42E91E9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84193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6898F-B4BD-7DD0-C068-AF3B787E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30DB9B08-C4D9-BFA3-C931-5A61246B99ED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27C8A3CA-D182-27EB-C1D8-8012ADF6C53D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0C22223-27B2-D17B-7310-BFA8588C621C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E22F592-16EB-2416-77C2-960C9D4C559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86E23AB-E3CB-8CC6-7753-AFE276C6C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1667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353" y="377119"/>
            <a:ext cx="918318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/>
              <a:t>Solicitud</a:t>
            </a:r>
            <a:r>
              <a:rPr sz="2400" b="1" spc="-65" dirty="0"/>
              <a:t> </a:t>
            </a:r>
            <a:r>
              <a:rPr sz="2400" b="1" dirty="0"/>
              <a:t>de</a:t>
            </a:r>
            <a:r>
              <a:rPr sz="2400" b="1" spc="-35" dirty="0"/>
              <a:t> </a:t>
            </a:r>
            <a:r>
              <a:rPr sz="2400" b="1" dirty="0" err="1"/>
              <a:t>Anticipo</a:t>
            </a:r>
            <a:r>
              <a:rPr sz="2400" b="1" spc="-55" dirty="0"/>
              <a:t> </a:t>
            </a:r>
            <a:r>
              <a:rPr sz="2400" b="1" dirty="0" err="1"/>
              <a:t>Empleado</a:t>
            </a:r>
            <a:r>
              <a:rPr sz="2400" b="1" spc="-50" dirty="0"/>
              <a:t> </a:t>
            </a:r>
            <a:r>
              <a:rPr sz="2400" b="1" dirty="0"/>
              <a:t>/</a:t>
            </a:r>
            <a:r>
              <a:rPr sz="2400" b="1" spc="-40" dirty="0"/>
              <a:t> </a:t>
            </a:r>
            <a:r>
              <a:rPr sz="2400" b="1" dirty="0"/>
              <a:t>Factura</a:t>
            </a:r>
            <a:r>
              <a:rPr sz="2400" b="1" spc="-40" dirty="0"/>
              <a:t> </a:t>
            </a:r>
            <a:r>
              <a:rPr sz="2400" b="1" dirty="0" err="1"/>
              <a:t>Gastos</a:t>
            </a:r>
            <a:r>
              <a:rPr sz="2400" b="1" spc="-40" dirty="0"/>
              <a:t> </a:t>
            </a:r>
            <a:r>
              <a:rPr sz="2400" b="1" spc="-10" dirty="0" err="1"/>
              <a:t>Empleado</a:t>
            </a:r>
            <a:endParaRPr sz="2400" b="1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4151" y="327406"/>
            <a:ext cx="706120" cy="607060"/>
            <a:chOff x="454151" y="327406"/>
            <a:chExt cx="706120" cy="607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151" y="337566"/>
              <a:ext cx="705611" cy="5966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4829" y="337566"/>
              <a:ext cx="506095" cy="466725"/>
            </a:xfrm>
            <a:custGeom>
              <a:avLst/>
              <a:gdLst/>
              <a:ahLst/>
              <a:cxnLst/>
              <a:rect l="l" t="t" r="r" b="b"/>
              <a:pathLst>
                <a:path w="506094" h="466725">
                  <a:moveTo>
                    <a:pt x="0" y="233171"/>
                  </a:moveTo>
                  <a:lnTo>
                    <a:pt x="5139" y="186179"/>
                  </a:lnTo>
                  <a:lnTo>
                    <a:pt x="19879" y="142410"/>
                  </a:lnTo>
                  <a:lnTo>
                    <a:pt x="43204" y="102803"/>
                  </a:lnTo>
                  <a:lnTo>
                    <a:pt x="74094" y="68294"/>
                  </a:lnTo>
                  <a:lnTo>
                    <a:pt x="111535" y="39821"/>
                  </a:lnTo>
                  <a:lnTo>
                    <a:pt x="154508" y="18323"/>
                  </a:lnTo>
                  <a:lnTo>
                    <a:pt x="201997" y="4737"/>
                  </a:lnTo>
                  <a:lnTo>
                    <a:pt x="252984" y="0"/>
                  </a:lnTo>
                  <a:lnTo>
                    <a:pt x="303970" y="4737"/>
                  </a:lnTo>
                  <a:lnTo>
                    <a:pt x="351459" y="18323"/>
                  </a:lnTo>
                  <a:lnTo>
                    <a:pt x="394432" y="39821"/>
                  </a:lnTo>
                  <a:lnTo>
                    <a:pt x="431873" y="68294"/>
                  </a:lnTo>
                  <a:lnTo>
                    <a:pt x="462763" y="102803"/>
                  </a:lnTo>
                  <a:lnTo>
                    <a:pt x="486088" y="142410"/>
                  </a:lnTo>
                  <a:lnTo>
                    <a:pt x="500828" y="186179"/>
                  </a:lnTo>
                  <a:lnTo>
                    <a:pt x="505967" y="233171"/>
                  </a:lnTo>
                  <a:lnTo>
                    <a:pt x="500828" y="280164"/>
                  </a:lnTo>
                  <a:lnTo>
                    <a:pt x="486088" y="323933"/>
                  </a:lnTo>
                  <a:lnTo>
                    <a:pt x="462763" y="363540"/>
                  </a:lnTo>
                  <a:lnTo>
                    <a:pt x="431873" y="398049"/>
                  </a:lnTo>
                  <a:lnTo>
                    <a:pt x="394432" y="426522"/>
                  </a:lnTo>
                  <a:lnTo>
                    <a:pt x="351459" y="448020"/>
                  </a:lnTo>
                  <a:lnTo>
                    <a:pt x="303970" y="461606"/>
                  </a:lnTo>
                  <a:lnTo>
                    <a:pt x="252984" y="466343"/>
                  </a:lnTo>
                  <a:lnTo>
                    <a:pt x="201997" y="461606"/>
                  </a:lnTo>
                  <a:lnTo>
                    <a:pt x="154508" y="448020"/>
                  </a:lnTo>
                  <a:lnTo>
                    <a:pt x="111535" y="426522"/>
                  </a:lnTo>
                  <a:lnTo>
                    <a:pt x="74094" y="398049"/>
                  </a:lnTo>
                  <a:lnTo>
                    <a:pt x="43204" y="363540"/>
                  </a:lnTo>
                  <a:lnTo>
                    <a:pt x="19879" y="323933"/>
                  </a:lnTo>
                  <a:lnTo>
                    <a:pt x="5139" y="280164"/>
                  </a:lnTo>
                  <a:lnTo>
                    <a:pt x="0" y="233171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9183" y="4140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18557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1687" y="345947"/>
            <a:ext cx="492759" cy="451484"/>
            <a:chOff x="551687" y="345947"/>
            <a:chExt cx="492759" cy="45148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541019"/>
              <a:ext cx="492252" cy="2560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7" y="345947"/>
              <a:ext cx="318516" cy="1706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33331" y="139546"/>
            <a:ext cx="926437" cy="47157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63004" y="998156"/>
            <a:ext cx="11506835" cy="5525135"/>
            <a:chOff x="163004" y="998156"/>
            <a:chExt cx="11506835" cy="5525135"/>
          </a:xfrm>
        </p:grpSpPr>
        <p:sp>
          <p:nvSpPr>
            <p:cNvPr id="12" name="object 12"/>
            <p:cNvSpPr/>
            <p:nvPr/>
          </p:nvSpPr>
          <p:spPr>
            <a:xfrm>
              <a:off x="164592" y="999744"/>
              <a:ext cx="11503660" cy="5521960"/>
            </a:xfrm>
            <a:custGeom>
              <a:avLst/>
              <a:gdLst/>
              <a:ahLst/>
              <a:cxnLst/>
              <a:rect l="l" t="t" r="r" b="b"/>
              <a:pathLst>
                <a:path w="11503660" h="5521959">
                  <a:moveTo>
                    <a:pt x="0" y="5521452"/>
                  </a:moveTo>
                  <a:lnTo>
                    <a:pt x="11503152" y="5521452"/>
                  </a:lnTo>
                  <a:lnTo>
                    <a:pt x="11503152" y="0"/>
                  </a:lnTo>
                  <a:lnTo>
                    <a:pt x="0" y="0"/>
                  </a:lnTo>
                  <a:lnTo>
                    <a:pt x="0" y="552145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736" y="1008888"/>
              <a:ext cx="416692" cy="21640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96890" y="969010"/>
            <a:ext cx="818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latin typeface="Calibri" panose="020F0502020204030204"/>
                <a:cs typeface="Calibri" panose="020F0502020204030204"/>
              </a:rPr>
              <a:t>S/4HANA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98675" y="1637410"/>
            <a:ext cx="843915" cy="76200"/>
          </a:xfrm>
          <a:custGeom>
            <a:avLst/>
            <a:gdLst/>
            <a:ahLst/>
            <a:cxnLst/>
            <a:rect l="l" t="t" r="r" b="b"/>
            <a:pathLst>
              <a:path w="843914" h="76200">
                <a:moveTo>
                  <a:pt x="767334" y="0"/>
                </a:moveTo>
                <a:lnTo>
                  <a:pt x="767969" y="76200"/>
                </a:lnTo>
                <a:lnTo>
                  <a:pt x="830165" y="44424"/>
                </a:lnTo>
                <a:lnTo>
                  <a:pt x="780416" y="44424"/>
                </a:lnTo>
                <a:lnTo>
                  <a:pt x="780346" y="37464"/>
                </a:lnTo>
                <a:lnTo>
                  <a:pt x="780289" y="31724"/>
                </a:lnTo>
                <a:lnTo>
                  <a:pt x="832072" y="31724"/>
                </a:lnTo>
                <a:lnTo>
                  <a:pt x="767334" y="0"/>
                </a:lnTo>
                <a:close/>
              </a:path>
              <a:path w="843914" h="76200">
                <a:moveTo>
                  <a:pt x="767598" y="31724"/>
                </a:moveTo>
                <a:lnTo>
                  <a:pt x="0" y="37846"/>
                </a:lnTo>
                <a:lnTo>
                  <a:pt x="0" y="50546"/>
                </a:lnTo>
                <a:lnTo>
                  <a:pt x="767704" y="44424"/>
                </a:lnTo>
                <a:lnTo>
                  <a:pt x="767598" y="31724"/>
                </a:lnTo>
                <a:close/>
              </a:path>
              <a:path w="843914" h="76200">
                <a:moveTo>
                  <a:pt x="832072" y="31724"/>
                </a:moveTo>
                <a:lnTo>
                  <a:pt x="780289" y="31724"/>
                </a:lnTo>
                <a:lnTo>
                  <a:pt x="780346" y="37464"/>
                </a:lnTo>
                <a:lnTo>
                  <a:pt x="780416" y="44424"/>
                </a:lnTo>
                <a:lnTo>
                  <a:pt x="830165" y="44424"/>
                </a:lnTo>
                <a:lnTo>
                  <a:pt x="843788" y="37464"/>
                </a:lnTo>
                <a:lnTo>
                  <a:pt x="832072" y="31724"/>
                </a:lnTo>
                <a:close/>
              </a:path>
            </a:pathLst>
          </a:custGeom>
          <a:solidFill>
            <a:srgbClr val="559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34028" y="1368552"/>
            <a:ext cx="1440180" cy="6127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2890" algn="just">
              <a:lnSpc>
                <a:spcPts val="103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Reporte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Cartera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378460" marR="371475" indent="28575" algn="just">
              <a:lnSpc>
                <a:spcPct val="100000"/>
              </a:lnSpc>
            </a:pPr>
            <a:r>
              <a:rPr sz="1100" spc="-10">
                <a:latin typeface="Calibri" panose="020F0502020204030204"/>
                <a:cs typeface="Calibri" panose="020F0502020204030204"/>
              </a:rPr>
              <a:t>Empleados </a:t>
            </a:r>
            <a:r>
              <a:rPr sz="1100">
                <a:latin typeface="Calibri" panose="020F0502020204030204"/>
                <a:cs typeface="Calibri" panose="020F0502020204030204"/>
              </a:rPr>
              <a:t>(Registro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de </a:t>
            </a:r>
            <a:r>
              <a:rPr sz="1100" spc="-10">
                <a:latin typeface="Calibri" panose="020F0502020204030204"/>
                <a:cs typeface="Calibri" panose="020F0502020204030204"/>
              </a:rPr>
              <a:t>Anticipos)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3152" y="1636776"/>
            <a:ext cx="151130" cy="76200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441448" y="1367027"/>
          <a:ext cx="1440180" cy="612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8780" marR="156845" indent="-23495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100">
                          <a:latin typeface="Calibri" panose="020F0502020204030204"/>
                          <a:cs typeface="Calibri" panose="020F0502020204030204"/>
                        </a:rPr>
                        <a:t>Propuesta</a:t>
                      </a:r>
                      <a:r>
                        <a:rPr sz="1100" spc="-45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>
                          <a:latin typeface="Calibri" panose="020F0502020204030204"/>
                          <a:cs typeface="Calibri" panose="020F0502020204030204"/>
                        </a:rPr>
                        <a:t>de </a:t>
                      </a:r>
                      <a:r>
                        <a:rPr sz="1100" spc="-20">
                          <a:latin typeface="Calibri" panose="020F0502020204030204"/>
                          <a:cs typeface="Calibri" panose="020F0502020204030204"/>
                        </a:rPr>
                        <a:t>Pago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30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269684" y="1362455"/>
            <a:ext cx="2012314" cy="612775"/>
            <a:chOff x="269684" y="1362455"/>
            <a:chExt cx="2012314" cy="612775"/>
          </a:xfrm>
        </p:grpSpPr>
        <p:sp>
          <p:nvSpPr>
            <p:cNvPr id="20" name="object 20"/>
            <p:cNvSpPr/>
            <p:nvPr/>
          </p:nvSpPr>
          <p:spPr>
            <a:xfrm>
              <a:off x="282702" y="149732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35"/>
                  </a:lnTo>
                  <a:lnTo>
                    <a:pt x="53037" y="33064"/>
                  </a:lnTo>
                  <a:lnTo>
                    <a:pt x="24994" y="70171"/>
                  </a:lnTo>
                  <a:lnTo>
                    <a:pt x="6604" y="117238"/>
                  </a:lnTo>
                  <a:lnTo>
                    <a:pt x="0" y="171450"/>
                  </a:lnTo>
                  <a:lnTo>
                    <a:pt x="6604" y="225661"/>
                  </a:lnTo>
                  <a:lnTo>
                    <a:pt x="24994" y="272728"/>
                  </a:lnTo>
                  <a:lnTo>
                    <a:pt x="53037" y="309835"/>
                  </a:lnTo>
                  <a:lnTo>
                    <a:pt x="88596" y="334164"/>
                  </a:lnTo>
                  <a:lnTo>
                    <a:pt x="129539" y="342900"/>
                  </a:lnTo>
                  <a:lnTo>
                    <a:pt x="170483" y="334164"/>
                  </a:lnTo>
                  <a:lnTo>
                    <a:pt x="206042" y="309835"/>
                  </a:lnTo>
                  <a:lnTo>
                    <a:pt x="234085" y="272728"/>
                  </a:lnTo>
                  <a:lnTo>
                    <a:pt x="252475" y="225661"/>
                  </a:lnTo>
                  <a:lnTo>
                    <a:pt x="259079" y="171450"/>
                  </a:lnTo>
                  <a:lnTo>
                    <a:pt x="252475" y="117238"/>
                  </a:lnTo>
                  <a:lnTo>
                    <a:pt x="234085" y="70171"/>
                  </a:lnTo>
                  <a:lnTo>
                    <a:pt x="206042" y="33064"/>
                  </a:lnTo>
                  <a:lnTo>
                    <a:pt x="170483" y="873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2702" y="149732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38"/>
                  </a:lnTo>
                  <a:lnTo>
                    <a:pt x="24994" y="70171"/>
                  </a:lnTo>
                  <a:lnTo>
                    <a:pt x="53037" y="33064"/>
                  </a:lnTo>
                  <a:lnTo>
                    <a:pt x="88596" y="8735"/>
                  </a:lnTo>
                  <a:lnTo>
                    <a:pt x="129539" y="0"/>
                  </a:lnTo>
                  <a:lnTo>
                    <a:pt x="170483" y="8735"/>
                  </a:lnTo>
                  <a:lnTo>
                    <a:pt x="206042" y="33064"/>
                  </a:lnTo>
                  <a:lnTo>
                    <a:pt x="234085" y="70171"/>
                  </a:lnTo>
                  <a:lnTo>
                    <a:pt x="252475" y="117238"/>
                  </a:lnTo>
                  <a:lnTo>
                    <a:pt x="259079" y="171450"/>
                  </a:lnTo>
                  <a:lnTo>
                    <a:pt x="252475" y="225661"/>
                  </a:lnTo>
                  <a:lnTo>
                    <a:pt x="234085" y="272728"/>
                  </a:lnTo>
                  <a:lnTo>
                    <a:pt x="206042" y="309835"/>
                  </a:lnTo>
                  <a:lnTo>
                    <a:pt x="170483" y="334164"/>
                  </a:lnTo>
                  <a:lnTo>
                    <a:pt x="129539" y="342900"/>
                  </a:lnTo>
                  <a:lnTo>
                    <a:pt x="88596" y="334164"/>
                  </a:lnTo>
                  <a:lnTo>
                    <a:pt x="53037" y="309835"/>
                  </a:lnTo>
                  <a:lnTo>
                    <a:pt x="24994" y="272728"/>
                  </a:lnTo>
                  <a:lnTo>
                    <a:pt x="6604" y="225661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1781" y="1631441"/>
              <a:ext cx="300355" cy="76200"/>
            </a:xfrm>
            <a:custGeom>
              <a:avLst/>
              <a:gdLst/>
              <a:ahLst/>
              <a:cxnLst/>
              <a:rect l="l" t="t" r="r" b="b"/>
              <a:pathLst>
                <a:path w="300355" h="76200">
                  <a:moveTo>
                    <a:pt x="223710" y="0"/>
                  </a:moveTo>
                  <a:lnTo>
                    <a:pt x="223710" y="76200"/>
                  </a:lnTo>
                  <a:lnTo>
                    <a:pt x="280098" y="48006"/>
                  </a:lnTo>
                  <a:lnTo>
                    <a:pt x="236410" y="48006"/>
                  </a:lnTo>
                  <a:lnTo>
                    <a:pt x="236410" y="28194"/>
                  </a:lnTo>
                  <a:lnTo>
                    <a:pt x="280098" y="28194"/>
                  </a:lnTo>
                  <a:lnTo>
                    <a:pt x="223710" y="0"/>
                  </a:lnTo>
                  <a:close/>
                </a:path>
                <a:path w="300355" h="76200">
                  <a:moveTo>
                    <a:pt x="223710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223710" y="48006"/>
                  </a:lnTo>
                  <a:lnTo>
                    <a:pt x="223710" y="28194"/>
                  </a:lnTo>
                  <a:close/>
                </a:path>
                <a:path w="300355" h="76200">
                  <a:moveTo>
                    <a:pt x="280098" y="28194"/>
                  </a:moveTo>
                  <a:lnTo>
                    <a:pt x="236410" y="28194"/>
                  </a:lnTo>
                  <a:lnTo>
                    <a:pt x="236410" y="48006"/>
                  </a:lnTo>
                  <a:lnTo>
                    <a:pt x="280098" y="48006"/>
                  </a:lnTo>
                  <a:lnTo>
                    <a:pt x="299910" y="38100"/>
                  </a:lnTo>
                  <a:lnTo>
                    <a:pt x="280098" y="28194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1248" y="1362455"/>
              <a:ext cx="1440180" cy="612775"/>
            </a:xfrm>
            <a:custGeom>
              <a:avLst/>
              <a:gdLst/>
              <a:ahLst/>
              <a:cxnLst/>
              <a:rect l="l" t="t" r="r" b="b"/>
              <a:pathLst>
                <a:path w="1440180" h="612775">
                  <a:moveTo>
                    <a:pt x="1440180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1440180" y="612648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1247" y="1362455"/>
            <a:ext cx="1440180" cy="6127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21920" marR="118110" indent="103505">
              <a:lnSpc>
                <a:spcPct val="100000"/>
              </a:lnSpc>
              <a:spcBef>
                <a:spcPts val="102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Solicitud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Anticipo </a:t>
            </a:r>
            <a:r>
              <a:rPr sz="1100">
                <a:latin typeface="Calibri" panose="020F0502020204030204"/>
                <a:cs typeface="Calibri" panose="020F0502020204030204"/>
              </a:rPr>
              <a:t>Financiero</a:t>
            </a:r>
            <a:r>
              <a:rPr sz="1100" spc="-6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Empleado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40994" y="2022094"/>
            <a:ext cx="1452880" cy="260985"/>
            <a:chOff x="840994" y="2022094"/>
            <a:chExt cx="1452880" cy="260985"/>
          </a:xfrm>
        </p:grpSpPr>
        <p:sp>
          <p:nvSpPr>
            <p:cNvPr id="26" name="object 26"/>
            <p:cNvSpPr/>
            <p:nvPr/>
          </p:nvSpPr>
          <p:spPr>
            <a:xfrm>
              <a:off x="847344" y="2028444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1440180" y="0"/>
                  </a:moveTo>
                  <a:lnTo>
                    <a:pt x="0" y="0"/>
                  </a:lnTo>
                  <a:lnTo>
                    <a:pt x="0" y="234822"/>
                  </a:lnTo>
                  <a:lnTo>
                    <a:pt x="69662" y="238797"/>
                  </a:lnTo>
                  <a:lnTo>
                    <a:pt x="134843" y="242012"/>
                  </a:lnTo>
                  <a:lnTo>
                    <a:pt x="195864" y="244511"/>
                  </a:lnTo>
                  <a:lnTo>
                    <a:pt x="253044" y="246338"/>
                  </a:lnTo>
                  <a:lnTo>
                    <a:pt x="306705" y="247537"/>
                  </a:lnTo>
                  <a:lnTo>
                    <a:pt x="357164" y="248151"/>
                  </a:lnTo>
                  <a:lnTo>
                    <a:pt x="404743" y="248226"/>
                  </a:lnTo>
                  <a:lnTo>
                    <a:pt x="449762" y="247804"/>
                  </a:lnTo>
                  <a:lnTo>
                    <a:pt x="492541" y="246929"/>
                  </a:lnTo>
                  <a:lnTo>
                    <a:pt x="533400" y="245646"/>
                  </a:lnTo>
                  <a:lnTo>
                    <a:pt x="572658" y="243997"/>
                  </a:lnTo>
                  <a:lnTo>
                    <a:pt x="647654" y="239781"/>
                  </a:lnTo>
                  <a:lnTo>
                    <a:pt x="720090" y="234632"/>
                  </a:lnTo>
                  <a:lnTo>
                    <a:pt x="906780" y="219978"/>
                  </a:lnTo>
                  <a:lnTo>
                    <a:pt x="990417" y="214324"/>
                  </a:lnTo>
                  <a:lnTo>
                    <a:pt x="1035436" y="211718"/>
                  </a:lnTo>
                  <a:lnTo>
                    <a:pt x="1083015" y="209317"/>
                  </a:lnTo>
                  <a:lnTo>
                    <a:pt x="1133475" y="207165"/>
                  </a:lnTo>
                  <a:lnTo>
                    <a:pt x="1187135" y="205306"/>
                  </a:lnTo>
                  <a:lnTo>
                    <a:pt x="1244315" y="203783"/>
                  </a:lnTo>
                  <a:lnTo>
                    <a:pt x="1305336" y="202641"/>
                  </a:lnTo>
                  <a:lnTo>
                    <a:pt x="1370517" y="201924"/>
                  </a:lnTo>
                  <a:lnTo>
                    <a:pt x="1440180" y="201675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7344" y="2028444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0" y="0"/>
                  </a:moveTo>
                  <a:lnTo>
                    <a:pt x="1440180" y="0"/>
                  </a:lnTo>
                  <a:lnTo>
                    <a:pt x="1440180" y="201675"/>
                  </a:lnTo>
                  <a:lnTo>
                    <a:pt x="1370517" y="201924"/>
                  </a:lnTo>
                  <a:lnTo>
                    <a:pt x="1305336" y="202641"/>
                  </a:lnTo>
                  <a:lnTo>
                    <a:pt x="1244315" y="203783"/>
                  </a:lnTo>
                  <a:lnTo>
                    <a:pt x="1187135" y="205306"/>
                  </a:lnTo>
                  <a:lnTo>
                    <a:pt x="1133475" y="207165"/>
                  </a:lnTo>
                  <a:lnTo>
                    <a:pt x="1083015" y="209317"/>
                  </a:lnTo>
                  <a:lnTo>
                    <a:pt x="1035436" y="211718"/>
                  </a:lnTo>
                  <a:lnTo>
                    <a:pt x="990417" y="214324"/>
                  </a:lnTo>
                  <a:lnTo>
                    <a:pt x="947638" y="217092"/>
                  </a:lnTo>
                  <a:lnTo>
                    <a:pt x="906780" y="219978"/>
                  </a:lnTo>
                  <a:lnTo>
                    <a:pt x="867521" y="222937"/>
                  </a:lnTo>
                  <a:lnTo>
                    <a:pt x="792525" y="228900"/>
                  </a:lnTo>
                  <a:lnTo>
                    <a:pt x="756147" y="231817"/>
                  </a:lnTo>
                  <a:lnTo>
                    <a:pt x="684032" y="237301"/>
                  </a:lnTo>
                  <a:lnTo>
                    <a:pt x="610636" y="242028"/>
                  </a:lnTo>
                  <a:lnTo>
                    <a:pt x="533400" y="245646"/>
                  </a:lnTo>
                  <a:lnTo>
                    <a:pt x="492541" y="246929"/>
                  </a:lnTo>
                  <a:lnTo>
                    <a:pt x="449762" y="247804"/>
                  </a:lnTo>
                  <a:lnTo>
                    <a:pt x="404743" y="248226"/>
                  </a:lnTo>
                  <a:lnTo>
                    <a:pt x="357164" y="248151"/>
                  </a:lnTo>
                  <a:lnTo>
                    <a:pt x="306705" y="247537"/>
                  </a:lnTo>
                  <a:lnTo>
                    <a:pt x="253044" y="246338"/>
                  </a:lnTo>
                  <a:lnTo>
                    <a:pt x="195864" y="244511"/>
                  </a:lnTo>
                  <a:lnTo>
                    <a:pt x="134843" y="242012"/>
                  </a:lnTo>
                  <a:lnTo>
                    <a:pt x="69662" y="238797"/>
                  </a:lnTo>
                  <a:lnTo>
                    <a:pt x="0" y="234822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3439" y="2023618"/>
            <a:ext cx="14281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Registro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Estadístico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7270" y="1128776"/>
            <a:ext cx="10306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Ejecución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Manual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60142" y="1972437"/>
            <a:ext cx="1246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0">
                <a:latin typeface="Calibri" panose="020F0502020204030204"/>
                <a:cs typeface="Calibri" panose="020F0502020204030204"/>
              </a:rPr>
              <a:t>NOTA: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*Se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realiza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propuesta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pago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por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>
                <a:latin typeface="Calibri" panose="020F0502020204030204"/>
                <a:cs typeface="Calibri" panose="020F0502020204030204"/>
              </a:rPr>
              <a:t>cada </a:t>
            </a:r>
            <a:r>
              <a:rPr sz="1100">
                <a:latin typeface="Calibri" panose="020F0502020204030204"/>
                <a:cs typeface="Calibri" panose="020F0502020204030204"/>
              </a:rPr>
              <a:t>solicitud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anticipo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08150" y="3604005"/>
            <a:ext cx="1452880" cy="260985"/>
            <a:chOff x="1708150" y="3604005"/>
            <a:chExt cx="1452880" cy="260985"/>
          </a:xfrm>
        </p:grpSpPr>
        <p:sp>
          <p:nvSpPr>
            <p:cNvPr id="32" name="object 32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1440180" y="0"/>
                  </a:moveTo>
                  <a:lnTo>
                    <a:pt x="0" y="0"/>
                  </a:lnTo>
                  <a:lnTo>
                    <a:pt x="0" y="234823"/>
                  </a:lnTo>
                  <a:lnTo>
                    <a:pt x="69662" y="238797"/>
                  </a:lnTo>
                  <a:lnTo>
                    <a:pt x="134843" y="242012"/>
                  </a:lnTo>
                  <a:lnTo>
                    <a:pt x="195864" y="244511"/>
                  </a:lnTo>
                  <a:lnTo>
                    <a:pt x="253044" y="246338"/>
                  </a:lnTo>
                  <a:lnTo>
                    <a:pt x="306705" y="247537"/>
                  </a:lnTo>
                  <a:lnTo>
                    <a:pt x="357164" y="248151"/>
                  </a:lnTo>
                  <a:lnTo>
                    <a:pt x="404743" y="248226"/>
                  </a:lnTo>
                  <a:lnTo>
                    <a:pt x="449762" y="247804"/>
                  </a:lnTo>
                  <a:lnTo>
                    <a:pt x="492541" y="246929"/>
                  </a:lnTo>
                  <a:lnTo>
                    <a:pt x="533400" y="245646"/>
                  </a:lnTo>
                  <a:lnTo>
                    <a:pt x="572658" y="243997"/>
                  </a:lnTo>
                  <a:lnTo>
                    <a:pt x="647654" y="239781"/>
                  </a:lnTo>
                  <a:lnTo>
                    <a:pt x="720090" y="234632"/>
                  </a:lnTo>
                  <a:lnTo>
                    <a:pt x="906780" y="219978"/>
                  </a:lnTo>
                  <a:lnTo>
                    <a:pt x="990417" y="214324"/>
                  </a:lnTo>
                  <a:lnTo>
                    <a:pt x="1035436" y="211718"/>
                  </a:lnTo>
                  <a:lnTo>
                    <a:pt x="1083015" y="209317"/>
                  </a:lnTo>
                  <a:lnTo>
                    <a:pt x="1133475" y="207165"/>
                  </a:lnTo>
                  <a:lnTo>
                    <a:pt x="1187135" y="205306"/>
                  </a:lnTo>
                  <a:lnTo>
                    <a:pt x="1244315" y="203783"/>
                  </a:lnTo>
                  <a:lnTo>
                    <a:pt x="1305336" y="202641"/>
                  </a:lnTo>
                  <a:lnTo>
                    <a:pt x="1370517" y="201924"/>
                  </a:lnTo>
                  <a:lnTo>
                    <a:pt x="1440180" y="201676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0" y="0"/>
                  </a:moveTo>
                  <a:lnTo>
                    <a:pt x="1440180" y="0"/>
                  </a:lnTo>
                  <a:lnTo>
                    <a:pt x="1440180" y="201676"/>
                  </a:lnTo>
                  <a:lnTo>
                    <a:pt x="1370517" y="201924"/>
                  </a:lnTo>
                  <a:lnTo>
                    <a:pt x="1305336" y="202641"/>
                  </a:lnTo>
                  <a:lnTo>
                    <a:pt x="1244315" y="203783"/>
                  </a:lnTo>
                  <a:lnTo>
                    <a:pt x="1187135" y="205306"/>
                  </a:lnTo>
                  <a:lnTo>
                    <a:pt x="1133475" y="207165"/>
                  </a:lnTo>
                  <a:lnTo>
                    <a:pt x="1083015" y="209317"/>
                  </a:lnTo>
                  <a:lnTo>
                    <a:pt x="1035436" y="211718"/>
                  </a:lnTo>
                  <a:lnTo>
                    <a:pt x="990417" y="214324"/>
                  </a:lnTo>
                  <a:lnTo>
                    <a:pt x="947638" y="217092"/>
                  </a:lnTo>
                  <a:lnTo>
                    <a:pt x="906780" y="219978"/>
                  </a:lnTo>
                  <a:lnTo>
                    <a:pt x="867521" y="222937"/>
                  </a:lnTo>
                  <a:lnTo>
                    <a:pt x="792525" y="228900"/>
                  </a:lnTo>
                  <a:lnTo>
                    <a:pt x="756147" y="231817"/>
                  </a:lnTo>
                  <a:lnTo>
                    <a:pt x="684032" y="237301"/>
                  </a:lnTo>
                  <a:lnTo>
                    <a:pt x="610636" y="242028"/>
                  </a:lnTo>
                  <a:lnTo>
                    <a:pt x="533400" y="245646"/>
                  </a:lnTo>
                  <a:lnTo>
                    <a:pt x="492541" y="246929"/>
                  </a:lnTo>
                  <a:lnTo>
                    <a:pt x="449762" y="247804"/>
                  </a:lnTo>
                  <a:lnTo>
                    <a:pt x="404743" y="248226"/>
                  </a:lnTo>
                  <a:lnTo>
                    <a:pt x="357164" y="248151"/>
                  </a:lnTo>
                  <a:lnTo>
                    <a:pt x="306705" y="247537"/>
                  </a:lnTo>
                  <a:lnTo>
                    <a:pt x="253044" y="246338"/>
                  </a:lnTo>
                  <a:lnTo>
                    <a:pt x="195864" y="244511"/>
                  </a:lnTo>
                  <a:lnTo>
                    <a:pt x="134843" y="242012"/>
                  </a:lnTo>
                  <a:lnTo>
                    <a:pt x="69662" y="238797"/>
                  </a:lnTo>
                  <a:lnTo>
                    <a:pt x="0" y="23482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20595" y="3606546"/>
            <a:ext cx="14281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Documento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FI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3627" y="2942844"/>
            <a:ext cx="1440180" cy="6115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26060" marR="190500" indent="-27940">
              <a:lnSpc>
                <a:spcPct val="100000"/>
              </a:lnSpc>
              <a:spcBef>
                <a:spcPts val="102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Factura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Financiera </a:t>
            </a:r>
            <a:r>
              <a:rPr sz="1100">
                <a:latin typeface="Calibri" panose="020F0502020204030204"/>
                <a:cs typeface="Calibri" panose="020F0502020204030204"/>
              </a:rPr>
              <a:t>Gastos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Empleado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73807" y="3241294"/>
            <a:ext cx="198755" cy="395605"/>
          </a:xfrm>
          <a:custGeom>
            <a:avLst/>
            <a:gdLst/>
            <a:ahLst/>
            <a:cxnLst/>
            <a:rect l="l" t="t" r="r" b="b"/>
            <a:pathLst>
              <a:path w="198755" h="395604">
                <a:moveTo>
                  <a:pt x="154050" y="319404"/>
                </a:moveTo>
                <a:lnTo>
                  <a:pt x="122300" y="319404"/>
                </a:lnTo>
                <a:lnTo>
                  <a:pt x="160400" y="395604"/>
                </a:lnTo>
                <a:lnTo>
                  <a:pt x="192150" y="332104"/>
                </a:lnTo>
                <a:lnTo>
                  <a:pt x="154050" y="332104"/>
                </a:lnTo>
                <a:lnTo>
                  <a:pt x="154050" y="319404"/>
                </a:lnTo>
                <a:close/>
              </a:path>
              <a:path w="198755" h="395604">
                <a:moveTo>
                  <a:pt x="154050" y="6350"/>
                </a:moveTo>
                <a:lnTo>
                  <a:pt x="154050" y="332104"/>
                </a:lnTo>
                <a:lnTo>
                  <a:pt x="166750" y="332104"/>
                </a:lnTo>
                <a:lnTo>
                  <a:pt x="166750" y="12700"/>
                </a:lnTo>
                <a:lnTo>
                  <a:pt x="160400" y="12700"/>
                </a:lnTo>
                <a:lnTo>
                  <a:pt x="154050" y="6350"/>
                </a:lnTo>
                <a:close/>
              </a:path>
              <a:path w="198755" h="395604">
                <a:moveTo>
                  <a:pt x="198500" y="319404"/>
                </a:moveTo>
                <a:lnTo>
                  <a:pt x="166750" y="319404"/>
                </a:lnTo>
                <a:lnTo>
                  <a:pt x="166750" y="332104"/>
                </a:lnTo>
                <a:lnTo>
                  <a:pt x="192150" y="332104"/>
                </a:lnTo>
                <a:lnTo>
                  <a:pt x="198500" y="319404"/>
                </a:lnTo>
                <a:close/>
              </a:path>
              <a:path w="198755" h="395604">
                <a:moveTo>
                  <a:pt x="163956" y="0"/>
                </a:moveTo>
                <a:lnTo>
                  <a:pt x="0" y="0"/>
                </a:lnTo>
                <a:lnTo>
                  <a:pt x="0" y="12700"/>
                </a:lnTo>
                <a:lnTo>
                  <a:pt x="154050" y="12700"/>
                </a:lnTo>
                <a:lnTo>
                  <a:pt x="154050" y="6350"/>
                </a:lnTo>
                <a:lnTo>
                  <a:pt x="166750" y="6350"/>
                </a:lnTo>
                <a:lnTo>
                  <a:pt x="166750" y="2793"/>
                </a:lnTo>
                <a:lnTo>
                  <a:pt x="163956" y="0"/>
                </a:lnTo>
                <a:close/>
              </a:path>
              <a:path w="198755" h="395604">
                <a:moveTo>
                  <a:pt x="166750" y="6350"/>
                </a:moveTo>
                <a:lnTo>
                  <a:pt x="154050" y="6350"/>
                </a:lnTo>
                <a:lnTo>
                  <a:pt x="160400" y="12700"/>
                </a:lnTo>
                <a:lnTo>
                  <a:pt x="166750" y="12700"/>
                </a:lnTo>
                <a:lnTo>
                  <a:pt x="166750" y="6350"/>
                </a:lnTo>
                <a:close/>
              </a:path>
            </a:pathLst>
          </a:custGeom>
          <a:solidFill>
            <a:srgbClr val="559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034028" y="3435096"/>
            <a:ext cx="1440180" cy="6115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25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Reporte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Cartera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300990" marR="295275" indent="3175" algn="ctr">
              <a:lnSpc>
                <a:spcPct val="100000"/>
              </a:lnSpc>
            </a:pPr>
            <a:r>
              <a:rPr sz="1100" spc="-10">
                <a:latin typeface="Calibri" panose="020F0502020204030204"/>
                <a:cs typeface="Calibri" panose="020F0502020204030204"/>
              </a:rPr>
              <a:t>Empleados </a:t>
            </a:r>
            <a:r>
              <a:rPr sz="1100">
                <a:latin typeface="Calibri" panose="020F0502020204030204"/>
                <a:cs typeface="Calibri" panose="020F0502020204030204"/>
              </a:rPr>
              <a:t>(Facturas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No </a:t>
            </a:r>
            <a:r>
              <a:rPr sz="1100" spc="-10">
                <a:latin typeface="Calibri" panose="020F0502020204030204"/>
                <a:cs typeface="Calibri" panose="020F0502020204030204"/>
              </a:rPr>
              <a:t>Compensadas)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4283" y="3829558"/>
            <a:ext cx="21672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Colocación: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*RFC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Proveedor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*Campo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por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cada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línea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gasto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2335" y="2742057"/>
            <a:ext cx="10306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Ejecución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Manual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69684" y="3038792"/>
            <a:ext cx="3764915" cy="740410"/>
            <a:chOff x="269684" y="3038792"/>
            <a:chExt cx="3764915" cy="740410"/>
          </a:xfrm>
        </p:grpSpPr>
        <p:sp>
          <p:nvSpPr>
            <p:cNvPr id="41" name="object 41"/>
            <p:cNvSpPr/>
            <p:nvPr/>
          </p:nvSpPr>
          <p:spPr>
            <a:xfrm>
              <a:off x="3154679" y="3702557"/>
              <a:ext cx="879475" cy="76200"/>
            </a:xfrm>
            <a:custGeom>
              <a:avLst/>
              <a:gdLst/>
              <a:ahLst/>
              <a:cxnLst/>
              <a:rect l="l" t="t" r="r" b="b"/>
              <a:pathLst>
                <a:path w="879475" h="76200">
                  <a:moveTo>
                    <a:pt x="803402" y="0"/>
                  </a:moveTo>
                  <a:lnTo>
                    <a:pt x="803020" y="76200"/>
                  </a:lnTo>
                  <a:lnTo>
                    <a:pt x="867012" y="44577"/>
                  </a:lnTo>
                  <a:lnTo>
                    <a:pt x="815847" y="44577"/>
                  </a:lnTo>
                  <a:lnTo>
                    <a:pt x="815974" y="31877"/>
                  </a:lnTo>
                  <a:lnTo>
                    <a:pt x="866314" y="31877"/>
                  </a:lnTo>
                  <a:lnTo>
                    <a:pt x="803402" y="0"/>
                  </a:lnTo>
                  <a:close/>
                </a:path>
                <a:path w="879475" h="76200">
                  <a:moveTo>
                    <a:pt x="0" y="27940"/>
                  </a:moveTo>
                  <a:lnTo>
                    <a:pt x="0" y="40640"/>
                  </a:lnTo>
                  <a:lnTo>
                    <a:pt x="815847" y="44577"/>
                  </a:lnTo>
                  <a:lnTo>
                    <a:pt x="803179" y="44577"/>
                  </a:lnTo>
                  <a:lnTo>
                    <a:pt x="803242" y="31877"/>
                  </a:lnTo>
                  <a:lnTo>
                    <a:pt x="815975" y="31877"/>
                  </a:lnTo>
                  <a:lnTo>
                    <a:pt x="0" y="27940"/>
                  </a:lnTo>
                  <a:close/>
                </a:path>
                <a:path w="879475" h="76200">
                  <a:moveTo>
                    <a:pt x="866314" y="31877"/>
                  </a:moveTo>
                  <a:lnTo>
                    <a:pt x="815974" y="31877"/>
                  </a:lnTo>
                  <a:lnTo>
                    <a:pt x="815847" y="44577"/>
                  </a:lnTo>
                  <a:lnTo>
                    <a:pt x="867012" y="44577"/>
                  </a:lnTo>
                  <a:lnTo>
                    <a:pt x="879347" y="38481"/>
                  </a:lnTo>
                  <a:lnTo>
                    <a:pt x="866314" y="31877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702" y="305180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35"/>
                  </a:lnTo>
                  <a:lnTo>
                    <a:pt x="53037" y="33064"/>
                  </a:lnTo>
                  <a:lnTo>
                    <a:pt x="24994" y="70171"/>
                  </a:lnTo>
                  <a:lnTo>
                    <a:pt x="6604" y="117238"/>
                  </a:lnTo>
                  <a:lnTo>
                    <a:pt x="0" y="171450"/>
                  </a:lnTo>
                  <a:lnTo>
                    <a:pt x="6604" y="225661"/>
                  </a:lnTo>
                  <a:lnTo>
                    <a:pt x="24994" y="272728"/>
                  </a:lnTo>
                  <a:lnTo>
                    <a:pt x="53037" y="309835"/>
                  </a:lnTo>
                  <a:lnTo>
                    <a:pt x="88596" y="334164"/>
                  </a:lnTo>
                  <a:lnTo>
                    <a:pt x="129539" y="342900"/>
                  </a:lnTo>
                  <a:lnTo>
                    <a:pt x="170483" y="334164"/>
                  </a:lnTo>
                  <a:lnTo>
                    <a:pt x="206042" y="309835"/>
                  </a:lnTo>
                  <a:lnTo>
                    <a:pt x="234085" y="272728"/>
                  </a:lnTo>
                  <a:lnTo>
                    <a:pt x="252475" y="225661"/>
                  </a:lnTo>
                  <a:lnTo>
                    <a:pt x="259079" y="171450"/>
                  </a:lnTo>
                  <a:lnTo>
                    <a:pt x="252475" y="117238"/>
                  </a:lnTo>
                  <a:lnTo>
                    <a:pt x="234085" y="70171"/>
                  </a:lnTo>
                  <a:lnTo>
                    <a:pt x="206042" y="33064"/>
                  </a:lnTo>
                  <a:lnTo>
                    <a:pt x="170483" y="873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2702" y="305180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38"/>
                  </a:lnTo>
                  <a:lnTo>
                    <a:pt x="24994" y="70171"/>
                  </a:lnTo>
                  <a:lnTo>
                    <a:pt x="53037" y="33064"/>
                  </a:lnTo>
                  <a:lnTo>
                    <a:pt x="88596" y="8735"/>
                  </a:lnTo>
                  <a:lnTo>
                    <a:pt x="129539" y="0"/>
                  </a:lnTo>
                  <a:lnTo>
                    <a:pt x="170483" y="8735"/>
                  </a:lnTo>
                  <a:lnTo>
                    <a:pt x="206042" y="33064"/>
                  </a:lnTo>
                  <a:lnTo>
                    <a:pt x="234085" y="70171"/>
                  </a:lnTo>
                  <a:lnTo>
                    <a:pt x="252475" y="117238"/>
                  </a:lnTo>
                  <a:lnTo>
                    <a:pt x="259079" y="171450"/>
                  </a:lnTo>
                  <a:lnTo>
                    <a:pt x="252475" y="225661"/>
                  </a:lnTo>
                  <a:lnTo>
                    <a:pt x="234085" y="272728"/>
                  </a:lnTo>
                  <a:lnTo>
                    <a:pt x="206042" y="309835"/>
                  </a:lnTo>
                  <a:lnTo>
                    <a:pt x="170483" y="334164"/>
                  </a:lnTo>
                  <a:lnTo>
                    <a:pt x="129539" y="342900"/>
                  </a:lnTo>
                  <a:lnTo>
                    <a:pt x="88596" y="334164"/>
                  </a:lnTo>
                  <a:lnTo>
                    <a:pt x="53037" y="309835"/>
                  </a:lnTo>
                  <a:lnTo>
                    <a:pt x="24994" y="272728"/>
                  </a:lnTo>
                  <a:lnTo>
                    <a:pt x="6604" y="225661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1781" y="3185921"/>
              <a:ext cx="300355" cy="76200"/>
            </a:xfrm>
            <a:custGeom>
              <a:avLst/>
              <a:gdLst/>
              <a:ahLst/>
              <a:cxnLst/>
              <a:rect l="l" t="t" r="r" b="b"/>
              <a:pathLst>
                <a:path w="300355" h="76200">
                  <a:moveTo>
                    <a:pt x="223710" y="0"/>
                  </a:moveTo>
                  <a:lnTo>
                    <a:pt x="223710" y="76200"/>
                  </a:lnTo>
                  <a:lnTo>
                    <a:pt x="280098" y="48005"/>
                  </a:lnTo>
                  <a:lnTo>
                    <a:pt x="236410" y="48005"/>
                  </a:lnTo>
                  <a:lnTo>
                    <a:pt x="236410" y="28193"/>
                  </a:lnTo>
                  <a:lnTo>
                    <a:pt x="280098" y="28193"/>
                  </a:lnTo>
                  <a:lnTo>
                    <a:pt x="223710" y="0"/>
                  </a:lnTo>
                  <a:close/>
                </a:path>
                <a:path w="300355" h="76200">
                  <a:moveTo>
                    <a:pt x="223710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223710" y="48005"/>
                  </a:lnTo>
                  <a:lnTo>
                    <a:pt x="223710" y="28193"/>
                  </a:lnTo>
                  <a:close/>
                </a:path>
                <a:path w="300355" h="76200">
                  <a:moveTo>
                    <a:pt x="280098" y="28193"/>
                  </a:moveTo>
                  <a:lnTo>
                    <a:pt x="236410" y="28193"/>
                  </a:lnTo>
                  <a:lnTo>
                    <a:pt x="236410" y="48005"/>
                  </a:lnTo>
                  <a:lnTo>
                    <a:pt x="280098" y="48005"/>
                  </a:lnTo>
                  <a:lnTo>
                    <a:pt x="299910" y="38100"/>
                  </a:lnTo>
                  <a:lnTo>
                    <a:pt x="280098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034028" y="5398008"/>
            <a:ext cx="1440180" cy="6115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64160" marR="142240" indent="-114300">
              <a:lnSpc>
                <a:spcPct val="100000"/>
              </a:lnSpc>
              <a:spcBef>
                <a:spcPts val="102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Entrada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material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sin </a:t>
            </a:r>
            <a:r>
              <a:rPr sz="1100">
                <a:latin typeface="Calibri" panose="020F0502020204030204"/>
                <a:cs typeface="Calibri" panose="020F0502020204030204"/>
              </a:rPr>
              <a:t>referencia</a:t>
            </a:r>
            <a:r>
              <a:rPr sz="1100" spc="2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a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OC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98576" y="5449823"/>
            <a:ext cx="1508760" cy="508000"/>
          </a:xfrm>
          <a:custGeom>
            <a:avLst/>
            <a:gdLst/>
            <a:ahLst/>
            <a:cxnLst/>
            <a:rect l="l" t="t" r="r" b="b"/>
            <a:pathLst>
              <a:path w="1508760" h="508000">
                <a:moveTo>
                  <a:pt x="0" y="253745"/>
                </a:moveTo>
                <a:lnTo>
                  <a:pt x="754380" y="0"/>
                </a:lnTo>
                <a:lnTo>
                  <a:pt x="1508760" y="253745"/>
                </a:lnTo>
                <a:lnTo>
                  <a:pt x="754380" y="507491"/>
                </a:lnTo>
                <a:lnTo>
                  <a:pt x="0" y="25374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64666" y="5514847"/>
            <a:ext cx="57531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685"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¿Entrada Material?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7076" y="5343905"/>
            <a:ext cx="188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>
                <a:latin typeface="Calibri" panose="020F0502020204030204"/>
                <a:cs typeface="Calibri" panose="020F0502020204030204"/>
              </a:rPr>
              <a:t>No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46173" y="5813856"/>
            <a:ext cx="1219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>
                <a:latin typeface="Calibri" panose="020F0502020204030204"/>
                <a:cs typeface="Calibri" panose="020F0502020204030204"/>
              </a:rPr>
              <a:t>Si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69747" y="3553967"/>
            <a:ext cx="3765550" cy="2334895"/>
            <a:chOff x="269747" y="3553967"/>
            <a:chExt cx="3765550" cy="2334895"/>
          </a:xfrm>
        </p:grpSpPr>
        <p:sp>
          <p:nvSpPr>
            <p:cNvPr id="51" name="object 51"/>
            <p:cNvSpPr/>
            <p:nvPr/>
          </p:nvSpPr>
          <p:spPr>
            <a:xfrm>
              <a:off x="2308097" y="5665469"/>
              <a:ext cx="1727200" cy="76200"/>
            </a:xfrm>
            <a:custGeom>
              <a:avLst/>
              <a:gdLst/>
              <a:ahLst/>
              <a:cxnLst/>
              <a:rect l="l" t="t" r="r" b="b"/>
              <a:pathLst>
                <a:path w="1727200" h="76200">
                  <a:moveTo>
                    <a:pt x="1650746" y="0"/>
                  </a:moveTo>
                  <a:lnTo>
                    <a:pt x="1650746" y="76199"/>
                  </a:lnTo>
                  <a:lnTo>
                    <a:pt x="1707134" y="48005"/>
                  </a:lnTo>
                  <a:lnTo>
                    <a:pt x="1663446" y="48005"/>
                  </a:lnTo>
                  <a:lnTo>
                    <a:pt x="1663446" y="28193"/>
                  </a:lnTo>
                  <a:lnTo>
                    <a:pt x="1707134" y="28193"/>
                  </a:lnTo>
                  <a:lnTo>
                    <a:pt x="1650746" y="0"/>
                  </a:lnTo>
                  <a:close/>
                </a:path>
                <a:path w="1727200" h="76200">
                  <a:moveTo>
                    <a:pt x="1650746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650746" y="48005"/>
                  </a:lnTo>
                  <a:lnTo>
                    <a:pt x="1650746" y="28193"/>
                  </a:lnTo>
                  <a:close/>
                </a:path>
                <a:path w="1727200" h="76200">
                  <a:moveTo>
                    <a:pt x="1707134" y="28193"/>
                  </a:moveTo>
                  <a:lnTo>
                    <a:pt x="1663446" y="28193"/>
                  </a:lnTo>
                  <a:lnTo>
                    <a:pt x="1663446" y="48005"/>
                  </a:lnTo>
                  <a:lnTo>
                    <a:pt x="1707134" y="48005"/>
                  </a:lnTo>
                  <a:lnTo>
                    <a:pt x="1726946" y="38099"/>
                  </a:lnTo>
                  <a:lnTo>
                    <a:pt x="1707134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2701" y="5532882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40"/>
                  </a:lnTo>
                  <a:lnTo>
                    <a:pt x="53037" y="33079"/>
                  </a:lnTo>
                  <a:lnTo>
                    <a:pt x="24994" y="70193"/>
                  </a:lnTo>
                  <a:lnTo>
                    <a:pt x="6604" y="117257"/>
                  </a:lnTo>
                  <a:lnTo>
                    <a:pt x="0" y="171450"/>
                  </a:lnTo>
                  <a:lnTo>
                    <a:pt x="6604" y="225642"/>
                  </a:lnTo>
                  <a:lnTo>
                    <a:pt x="24994" y="272706"/>
                  </a:lnTo>
                  <a:lnTo>
                    <a:pt x="53037" y="309820"/>
                  </a:lnTo>
                  <a:lnTo>
                    <a:pt x="88596" y="334159"/>
                  </a:lnTo>
                  <a:lnTo>
                    <a:pt x="129539" y="342900"/>
                  </a:lnTo>
                  <a:lnTo>
                    <a:pt x="170483" y="334159"/>
                  </a:lnTo>
                  <a:lnTo>
                    <a:pt x="206042" y="309820"/>
                  </a:lnTo>
                  <a:lnTo>
                    <a:pt x="234085" y="272706"/>
                  </a:lnTo>
                  <a:lnTo>
                    <a:pt x="252475" y="225642"/>
                  </a:lnTo>
                  <a:lnTo>
                    <a:pt x="259079" y="171450"/>
                  </a:lnTo>
                  <a:lnTo>
                    <a:pt x="252475" y="117257"/>
                  </a:lnTo>
                  <a:lnTo>
                    <a:pt x="234085" y="70193"/>
                  </a:lnTo>
                  <a:lnTo>
                    <a:pt x="206042" y="33079"/>
                  </a:lnTo>
                  <a:lnTo>
                    <a:pt x="170483" y="8740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2701" y="5532882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57"/>
                  </a:lnTo>
                  <a:lnTo>
                    <a:pt x="24994" y="70193"/>
                  </a:lnTo>
                  <a:lnTo>
                    <a:pt x="53037" y="33079"/>
                  </a:lnTo>
                  <a:lnTo>
                    <a:pt x="88596" y="8740"/>
                  </a:lnTo>
                  <a:lnTo>
                    <a:pt x="129539" y="0"/>
                  </a:lnTo>
                  <a:lnTo>
                    <a:pt x="170483" y="8740"/>
                  </a:lnTo>
                  <a:lnTo>
                    <a:pt x="206042" y="33079"/>
                  </a:lnTo>
                  <a:lnTo>
                    <a:pt x="234085" y="70193"/>
                  </a:lnTo>
                  <a:lnTo>
                    <a:pt x="252475" y="117257"/>
                  </a:lnTo>
                  <a:lnTo>
                    <a:pt x="259079" y="171450"/>
                  </a:lnTo>
                  <a:lnTo>
                    <a:pt x="252475" y="225642"/>
                  </a:lnTo>
                  <a:lnTo>
                    <a:pt x="234085" y="272706"/>
                  </a:lnTo>
                  <a:lnTo>
                    <a:pt x="206042" y="309820"/>
                  </a:lnTo>
                  <a:lnTo>
                    <a:pt x="170483" y="334159"/>
                  </a:lnTo>
                  <a:lnTo>
                    <a:pt x="129539" y="342900"/>
                  </a:lnTo>
                  <a:lnTo>
                    <a:pt x="88596" y="334159"/>
                  </a:lnTo>
                  <a:lnTo>
                    <a:pt x="53037" y="309820"/>
                  </a:lnTo>
                  <a:lnTo>
                    <a:pt x="24994" y="272706"/>
                  </a:lnTo>
                  <a:lnTo>
                    <a:pt x="6604" y="225642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1781" y="5665469"/>
              <a:ext cx="257175" cy="76200"/>
            </a:xfrm>
            <a:custGeom>
              <a:avLst/>
              <a:gdLst/>
              <a:ahLst/>
              <a:cxnLst/>
              <a:rect l="l" t="t" r="r" b="b"/>
              <a:pathLst>
                <a:path w="257175" h="76200">
                  <a:moveTo>
                    <a:pt x="180594" y="0"/>
                  </a:moveTo>
                  <a:lnTo>
                    <a:pt x="180594" y="76199"/>
                  </a:lnTo>
                  <a:lnTo>
                    <a:pt x="236982" y="48005"/>
                  </a:lnTo>
                  <a:lnTo>
                    <a:pt x="193294" y="48005"/>
                  </a:lnTo>
                  <a:lnTo>
                    <a:pt x="193294" y="28193"/>
                  </a:lnTo>
                  <a:lnTo>
                    <a:pt x="236982" y="28193"/>
                  </a:lnTo>
                  <a:lnTo>
                    <a:pt x="180594" y="0"/>
                  </a:lnTo>
                  <a:close/>
                </a:path>
                <a:path w="257175" h="76200">
                  <a:moveTo>
                    <a:pt x="180594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80594" y="48005"/>
                  </a:lnTo>
                  <a:lnTo>
                    <a:pt x="180594" y="28193"/>
                  </a:lnTo>
                  <a:close/>
                </a:path>
                <a:path w="257175" h="76200">
                  <a:moveTo>
                    <a:pt x="236982" y="28193"/>
                  </a:moveTo>
                  <a:lnTo>
                    <a:pt x="193294" y="28193"/>
                  </a:lnTo>
                  <a:lnTo>
                    <a:pt x="193294" y="48005"/>
                  </a:lnTo>
                  <a:lnTo>
                    <a:pt x="236982" y="48005"/>
                  </a:lnTo>
                  <a:lnTo>
                    <a:pt x="256794" y="38099"/>
                  </a:lnTo>
                  <a:lnTo>
                    <a:pt x="236982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16380" y="3553967"/>
              <a:ext cx="76200" cy="1896110"/>
            </a:xfrm>
            <a:custGeom>
              <a:avLst/>
              <a:gdLst/>
              <a:ahLst/>
              <a:cxnLst/>
              <a:rect l="l" t="t" r="r" b="b"/>
              <a:pathLst>
                <a:path w="76200" h="1896110">
                  <a:moveTo>
                    <a:pt x="31750" y="942848"/>
                  </a:moveTo>
                  <a:lnTo>
                    <a:pt x="30225" y="944372"/>
                  </a:lnTo>
                  <a:lnTo>
                    <a:pt x="30225" y="1895729"/>
                  </a:lnTo>
                  <a:lnTo>
                    <a:pt x="42925" y="1895729"/>
                  </a:lnTo>
                  <a:lnTo>
                    <a:pt x="42925" y="954278"/>
                  </a:lnTo>
                  <a:lnTo>
                    <a:pt x="36575" y="954278"/>
                  </a:lnTo>
                  <a:lnTo>
                    <a:pt x="42925" y="947928"/>
                  </a:lnTo>
                  <a:lnTo>
                    <a:pt x="31750" y="947928"/>
                  </a:lnTo>
                  <a:lnTo>
                    <a:pt x="31750" y="942848"/>
                  </a:lnTo>
                  <a:close/>
                </a:path>
                <a:path w="76200" h="1896110">
                  <a:moveTo>
                    <a:pt x="42925" y="947928"/>
                  </a:moveTo>
                  <a:lnTo>
                    <a:pt x="36575" y="954278"/>
                  </a:lnTo>
                  <a:lnTo>
                    <a:pt x="41528" y="954278"/>
                  </a:lnTo>
                  <a:lnTo>
                    <a:pt x="42925" y="952881"/>
                  </a:lnTo>
                  <a:lnTo>
                    <a:pt x="42925" y="947928"/>
                  </a:lnTo>
                  <a:close/>
                </a:path>
                <a:path w="76200" h="1896110">
                  <a:moveTo>
                    <a:pt x="42925" y="952881"/>
                  </a:moveTo>
                  <a:lnTo>
                    <a:pt x="41528" y="954278"/>
                  </a:lnTo>
                  <a:lnTo>
                    <a:pt x="42925" y="954278"/>
                  </a:lnTo>
                  <a:lnTo>
                    <a:pt x="42925" y="952881"/>
                  </a:lnTo>
                  <a:close/>
                </a:path>
                <a:path w="76200" h="1896110">
                  <a:moveTo>
                    <a:pt x="44450" y="941577"/>
                  </a:moveTo>
                  <a:lnTo>
                    <a:pt x="38100" y="941578"/>
                  </a:lnTo>
                  <a:lnTo>
                    <a:pt x="31750" y="947928"/>
                  </a:lnTo>
                  <a:lnTo>
                    <a:pt x="42925" y="947928"/>
                  </a:lnTo>
                  <a:lnTo>
                    <a:pt x="42925" y="952881"/>
                  </a:lnTo>
                  <a:lnTo>
                    <a:pt x="44450" y="951357"/>
                  </a:lnTo>
                  <a:lnTo>
                    <a:pt x="44450" y="941577"/>
                  </a:lnTo>
                  <a:close/>
                </a:path>
                <a:path w="76200" h="1896110">
                  <a:moveTo>
                    <a:pt x="38100" y="941578"/>
                  </a:moveTo>
                  <a:lnTo>
                    <a:pt x="33019" y="941578"/>
                  </a:lnTo>
                  <a:lnTo>
                    <a:pt x="31750" y="942848"/>
                  </a:lnTo>
                  <a:lnTo>
                    <a:pt x="31750" y="947928"/>
                  </a:lnTo>
                  <a:lnTo>
                    <a:pt x="38100" y="941578"/>
                  </a:lnTo>
                  <a:close/>
                </a:path>
                <a:path w="76200" h="189611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942848"/>
                  </a:lnTo>
                  <a:lnTo>
                    <a:pt x="33019" y="941578"/>
                  </a:lnTo>
                  <a:lnTo>
                    <a:pt x="44450" y="941577"/>
                  </a:lnTo>
                  <a:lnTo>
                    <a:pt x="44450" y="63500"/>
                  </a:lnTo>
                  <a:close/>
                </a:path>
                <a:path w="76200" h="189611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89611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764283" y="4332477"/>
            <a:ext cx="3632835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exista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en Portal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Proveedores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*Existirán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conceptos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registros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que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no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lleven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>
                <a:latin typeface="Calibri" panose="020F0502020204030204"/>
                <a:cs typeface="Calibri" panose="020F0502020204030204"/>
              </a:rPr>
              <a:t>UUID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para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que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se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registre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una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sola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vez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en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la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factura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Importe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(menor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o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igual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 spc="-20">
                <a:latin typeface="Calibri" panose="020F0502020204030204"/>
                <a:cs typeface="Calibri" panose="020F0502020204030204"/>
              </a:rPr>
              <a:t>CDFI)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Calibri" panose="020F0502020204030204"/>
              <a:cs typeface="Calibri" panose="020F0502020204030204"/>
            </a:endParaRPr>
          </a:p>
          <a:p>
            <a:pPr marL="233426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MM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Logístico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EFCD-C082-E662-6BB6-8A6A534F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65F7B0FF-C1A1-B7C8-B9B0-F69B701FA9C3}"/>
              </a:ext>
            </a:extLst>
          </p:cNvPr>
          <p:cNvSpPr/>
          <p:nvPr/>
        </p:nvSpPr>
        <p:spPr>
          <a:xfrm>
            <a:off x="1088109" y="2578364"/>
            <a:ext cx="8809560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Reversa del Escenario en Diagrama To Be</a:t>
            </a:r>
            <a:endParaRPr lang="es-MX" sz="2400" b="1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C73F70A9-7C6C-01B1-23C7-E5E56C138FF8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9AD646C5-62D0-C9BB-CB26-2AA8C047DB58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53CAD9FB-17DB-D714-2765-50E60C749BCB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D712595-98E5-5E9E-CDAB-A11C60367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1530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353" y="372616"/>
            <a:ext cx="94014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2400" b="1" dirty="0"/>
              <a:t>Reversa </a:t>
            </a:r>
            <a:r>
              <a:rPr sz="2400" b="1" dirty="0" err="1"/>
              <a:t>Anticipo</a:t>
            </a:r>
            <a:r>
              <a:rPr sz="2400" b="1" spc="-55" dirty="0"/>
              <a:t> </a:t>
            </a:r>
            <a:r>
              <a:rPr lang="es-MX" sz="2400" b="1" spc="-55" dirty="0"/>
              <a:t>a </a:t>
            </a:r>
            <a:r>
              <a:rPr sz="2400" b="1" dirty="0" err="1"/>
              <a:t>Empleado</a:t>
            </a:r>
            <a:r>
              <a:rPr sz="2400" b="1" spc="-50" dirty="0"/>
              <a:t> </a:t>
            </a:r>
            <a:r>
              <a:rPr sz="2400" b="1" dirty="0"/>
              <a:t>/</a:t>
            </a:r>
            <a:r>
              <a:rPr sz="2400" b="1" spc="-40" dirty="0"/>
              <a:t> </a:t>
            </a:r>
            <a:r>
              <a:rPr sz="2400" b="1" dirty="0"/>
              <a:t>Factura</a:t>
            </a:r>
            <a:r>
              <a:rPr sz="2400" b="1" spc="-40" dirty="0"/>
              <a:t> </a:t>
            </a:r>
            <a:r>
              <a:rPr sz="2400" b="1" dirty="0" err="1"/>
              <a:t>Gastos</a:t>
            </a:r>
            <a:r>
              <a:rPr sz="2400" b="1" spc="-40" dirty="0"/>
              <a:t> </a:t>
            </a:r>
            <a:r>
              <a:rPr sz="2400" b="1" spc="-10" dirty="0" err="1"/>
              <a:t>Empleado</a:t>
            </a:r>
            <a:endParaRPr sz="2400" b="1"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454151" y="327406"/>
            <a:ext cx="706120" cy="607060"/>
            <a:chOff x="454151" y="327406"/>
            <a:chExt cx="706120" cy="6070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151" y="337566"/>
              <a:ext cx="705611" cy="5966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4829" y="337566"/>
              <a:ext cx="506095" cy="466725"/>
            </a:xfrm>
            <a:custGeom>
              <a:avLst/>
              <a:gdLst/>
              <a:ahLst/>
              <a:cxnLst/>
              <a:rect l="l" t="t" r="r" b="b"/>
              <a:pathLst>
                <a:path w="506094" h="466725">
                  <a:moveTo>
                    <a:pt x="0" y="233171"/>
                  </a:moveTo>
                  <a:lnTo>
                    <a:pt x="5139" y="186179"/>
                  </a:lnTo>
                  <a:lnTo>
                    <a:pt x="19879" y="142410"/>
                  </a:lnTo>
                  <a:lnTo>
                    <a:pt x="43204" y="102803"/>
                  </a:lnTo>
                  <a:lnTo>
                    <a:pt x="74094" y="68294"/>
                  </a:lnTo>
                  <a:lnTo>
                    <a:pt x="111535" y="39821"/>
                  </a:lnTo>
                  <a:lnTo>
                    <a:pt x="154508" y="18323"/>
                  </a:lnTo>
                  <a:lnTo>
                    <a:pt x="201997" y="4737"/>
                  </a:lnTo>
                  <a:lnTo>
                    <a:pt x="252984" y="0"/>
                  </a:lnTo>
                  <a:lnTo>
                    <a:pt x="303970" y="4737"/>
                  </a:lnTo>
                  <a:lnTo>
                    <a:pt x="351459" y="18323"/>
                  </a:lnTo>
                  <a:lnTo>
                    <a:pt x="394432" y="39821"/>
                  </a:lnTo>
                  <a:lnTo>
                    <a:pt x="431873" y="68294"/>
                  </a:lnTo>
                  <a:lnTo>
                    <a:pt x="462763" y="102803"/>
                  </a:lnTo>
                  <a:lnTo>
                    <a:pt x="486088" y="142410"/>
                  </a:lnTo>
                  <a:lnTo>
                    <a:pt x="500828" y="186179"/>
                  </a:lnTo>
                  <a:lnTo>
                    <a:pt x="505967" y="233171"/>
                  </a:lnTo>
                  <a:lnTo>
                    <a:pt x="500828" y="280164"/>
                  </a:lnTo>
                  <a:lnTo>
                    <a:pt x="486088" y="323933"/>
                  </a:lnTo>
                  <a:lnTo>
                    <a:pt x="462763" y="363540"/>
                  </a:lnTo>
                  <a:lnTo>
                    <a:pt x="431873" y="398049"/>
                  </a:lnTo>
                  <a:lnTo>
                    <a:pt x="394432" y="426522"/>
                  </a:lnTo>
                  <a:lnTo>
                    <a:pt x="351459" y="448020"/>
                  </a:lnTo>
                  <a:lnTo>
                    <a:pt x="303970" y="461606"/>
                  </a:lnTo>
                  <a:lnTo>
                    <a:pt x="252984" y="466343"/>
                  </a:lnTo>
                  <a:lnTo>
                    <a:pt x="201997" y="461606"/>
                  </a:lnTo>
                  <a:lnTo>
                    <a:pt x="154508" y="448020"/>
                  </a:lnTo>
                  <a:lnTo>
                    <a:pt x="111535" y="426522"/>
                  </a:lnTo>
                  <a:lnTo>
                    <a:pt x="74094" y="398049"/>
                  </a:lnTo>
                  <a:lnTo>
                    <a:pt x="43204" y="363540"/>
                  </a:lnTo>
                  <a:lnTo>
                    <a:pt x="19879" y="323933"/>
                  </a:lnTo>
                  <a:lnTo>
                    <a:pt x="5139" y="280164"/>
                  </a:lnTo>
                  <a:lnTo>
                    <a:pt x="0" y="233171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9183" y="4140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>
                <a:solidFill>
                  <a:srgbClr val="18557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1687" y="345947"/>
            <a:ext cx="492759" cy="451484"/>
            <a:chOff x="551687" y="345947"/>
            <a:chExt cx="492759" cy="45148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541019"/>
              <a:ext cx="492252" cy="2560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7" y="345947"/>
              <a:ext cx="318516" cy="1706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33331" y="139546"/>
            <a:ext cx="926437" cy="47157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63004" y="998156"/>
            <a:ext cx="11506835" cy="5525135"/>
            <a:chOff x="163004" y="998156"/>
            <a:chExt cx="11506835" cy="5525135"/>
          </a:xfrm>
        </p:grpSpPr>
        <p:sp>
          <p:nvSpPr>
            <p:cNvPr id="12" name="object 12"/>
            <p:cNvSpPr/>
            <p:nvPr/>
          </p:nvSpPr>
          <p:spPr>
            <a:xfrm>
              <a:off x="164592" y="999744"/>
              <a:ext cx="11503660" cy="5521960"/>
            </a:xfrm>
            <a:custGeom>
              <a:avLst/>
              <a:gdLst/>
              <a:ahLst/>
              <a:cxnLst/>
              <a:rect l="l" t="t" r="r" b="b"/>
              <a:pathLst>
                <a:path w="11503660" h="5521959">
                  <a:moveTo>
                    <a:pt x="0" y="5521452"/>
                  </a:moveTo>
                  <a:lnTo>
                    <a:pt x="11503152" y="5521452"/>
                  </a:lnTo>
                  <a:lnTo>
                    <a:pt x="11503152" y="0"/>
                  </a:lnTo>
                  <a:lnTo>
                    <a:pt x="0" y="0"/>
                  </a:lnTo>
                  <a:lnTo>
                    <a:pt x="0" y="5521452"/>
                  </a:lnTo>
                  <a:close/>
                </a:path>
              </a:pathLst>
            </a:custGeom>
            <a:ln w="31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736" y="1008888"/>
              <a:ext cx="416692" cy="21640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96890" y="969010"/>
            <a:ext cx="818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latin typeface="Calibri" panose="020F0502020204030204"/>
                <a:cs typeface="Calibri" panose="020F0502020204030204"/>
              </a:rPr>
              <a:t>S/4HANA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9684" y="1362455"/>
            <a:ext cx="2012314" cy="612775"/>
            <a:chOff x="269684" y="1362455"/>
            <a:chExt cx="2012314" cy="612775"/>
          </a:xfrm>
        </p:grpSpPr>
        <p:sp>
          <p:nvSpPr>
            <p:cNvPr id="20" name="object 20"/>
            <p:cNvSpPr/>
            <p:nvPr/>
          </p:nvSpPr>
          <p:spPr>
            <a:xfrm>
              <a:off x="282702" y="149732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35"/>
                  </a:lnTo>
                  <a:lnTo>
                    <a:pt x="53037" y="33064"/>
                  </a:lnTo>
                  <a:lnTo>
                    <a:pt x="24994" y="70171"/>
                  </a:lnTo>
                  <a:lnTo>
                    <a:pt x="6604" y="117238"/>
                  </a:lnTo>
                  <a:lnTo>
                    <a:pt x="0" y="171450"/>
                  </a:lnTo>
                  <a:lnTo>
                    <a:pt x="6604" y="225661"/>
                  </a:lnTo>
                  <a:lnTo>
                    <a:pt x="24994" y="272728"/>
                  </a:lnTo>
                  <a:lnTo>
                    <a:pt x="53037" y="309835"/>
                  </a:lnTo>
                  <a:lnTo>
                    <a:pt x="88596" y="334164"/>
                  </a:lnTo>
                  <a:lnTo>
                    <a:pt x="129539" y="342900"/>
                  </a:lnTo>
                  <a:lnTo>
                    <a:pt x="170483" y="334164"/>
                  </a:lnTo>
                  <a:lnTo>
                    <a:pt x="206042" y="309835"/>
                  </a:lnTo>
                  <a:lnTo>
                    <a:pt x="234085" y="272728"/>
                  </a:lnTo>
                  <a:lnTo>
                    <a:pt x="252475" y="225661"/>
                  </a:lnTo>
                  <a:lnTo>
                    <a:pt x="259079" y="171450"/>
                  </a:lnTo>
                  <a:lnTo>
                    <a:pt x="252475" y="117238"/>
                  </a:lnTo>
                  <a:lnTo>
                    <a:pt x="234085" y="70171"/>
                  </a:lnTo>
                  <a:lnTo>
                    <a:pt x="206042" y="33064"/>
                  </a:lnTo>
                  <a:lnTo>
                    <a:pt x="170483" y="873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2702" y="149732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38"/>
                  </a:lnTo>
                  <a:lnTo>
                    <a:pt x="24994" y="70171"/>
                  </a:lnTo>
                  <a:lnTo>
                    <a:pt x="53037" y="33064"/>
                  </a:lnTo>
                  <a:lnTo>
                    <a:pt x="88596" y="8735"/>
                  </a:lnTo>
                  <a:lnTo>
                    <a:pt x="129539" y="0"/>
                  </a:lnTo>
                  <a:lnTo>
                    <a:pt x="170483" y="8735"/>
                  </a:lnTo>
                  <a:lnTo>
                    <a:pt x="206042" y="33064"/>
                  </a:lnTo>
                  <a:lnTo>
                    <a:pt x="234085" y="70171"/>
                  </a:lnTo>
                  <a:lnTo>
                    <a:pt x="252475" y="117238"/>
                  </a:lnTo>
                  <a:lnTo>
                    <a:pt x="259079" y="171450"/>
                  </a:lnTo>
                  <a:lnTo>
                    <a:pt x="252475" y="225661"/>
                  </a:lnTo>
                  <a:lnTo>
                    <a:pt x="234085" y="272728"/>
                  </a:lnTo>
                  <a:lnTo>
                    <a:pt x="206042" y="309835"/>
                  </a:lnTo>
                  <a:lnTo>
                    <a:pt x="170483" y="334164"/>
                  </a:lnTo>
                  <a:lnTo>
                    <a:pt x="129539" y="342900"/>
                  </a:lnTo>
                  <a:lnTo>
                    <a:pt x="88596" y="334164"/>
                  </a:lnTo>
                  <a:lnTo>
                    <a:pt x="53037" y="309835"/>
                  </a:lnTo>
                  <a:lnTo>
                    <a:pt x="24994" y="272728"/>
                  </a:lnTo>
                  <a:lnTo>
                    <a:pt x="6604" y="225661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1781" y="1631441"/>
              <a:ext cx="300355" cy="76200"/>
            </a:xfrm>
            <a:custGeom>
              <a:avLst/>
              <a:gdLst/>
              <a:ahLst/>
              <a:cxnLst/>
              <a:rect l="l" t="t" r="r" b="b"/>
              <a:pathLst>
                <a:path w="300355" h="76200">
                  <a:moveTo>
                    <a:pt x="223710" y="0"/>
                  </a:moveTo>
                  <a:lnTo>
                    <a:pt x="223710" y="76200"/>
                  </a:lnTo>
                  <a:lnTo>
                    <a:pt x="280098" y="48006"/>
                  </a:lnTo>
                  <a:lnTo>
                    <a:pt x="236410" y="48006"/>
                  </a:lnTo>
                  <a:lnTo>
                    <a:pt x="236410" y="28194"/>
                  </a:lnTo>
                  <a:lnTo>
                    <a:pt x="280098" y="28194"/>
                  </a:lnTo>
                  <a:lnTo>
                    <a:pt x="223710" y="0"/>
                  </a:lnTo>
                  <a:close/>
                </a:path>
                <a:path w="300355" h="76200">
                  <a:moveTo>
                    <a:pt x="223710" y="28194"/>
                  </a:moveTo>
                  <a:lnTo>
                    <a:pt x="0" y="28194"/>
                  </a:lnTo>
                  <a:lnTo>
                    <a:pt x="0" y="48006"/>
                  </a:lnTo>
                  <a:lnTo>
                    <a:pt x="223710" y="48006"/>
                  </a:lnTo>
                  <a:lnTo>
                    <a:pt x="223710" y="28194"/>
                  </a:lnTo>
                  <a:close/>
                </a:path>
                <a:path w="300355" h="76200">
                  <a:moveTo>
                    <a:pt x="280098" y="28194"/>
                  </a:moveTo>
                  <a:lnTo>
                    <a:pt x="236410" y="28194"/>
                  </a:lnTo>
                  <a:lnTo>
                    <a:pt x="236410" y="48006"/>
                  </a:lnTo>
                  <a:lnTo>
                    <a:pt x="280098" y="48006"/>
                  </a:lnTo>
                  <a:lnTo>
                    <a:pt x="299910" y="38100"/>
                  </a:lnTo>
                  <a:lnTo>
                    <a:pt x="280098" y="28194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1248" y="1362455"/>
              <a:ext cx="1440180" cy="612775"/>
            </a:xfrm>
            <a:custGeom>
              <a:avLst/>
              <a:gdLst/>
              <a:ahLst/>
              <a:cxnLst/>
              <a:rect l="l" t="t" r="r" b="b"/>
              <a:pathLst>
                <a:path w="1440180" h="612775">
                  <a:moveTo>
                    <a:pt x="1440180" y="0"/>
                  </a:moveTo>
                  <a:lnTo>
                    <a:pt x="0" y="0"/>
                  </a:lnTo>
                  <a:lnTo>
                    <a:pt x="0" y="612648"/>
                  </a:lnTo>
                  <a:lnTo>
                    <a:pt x="1440180" y="612648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27913" y="1361109"/>
            <a:ext cx="1440180" cy="46935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21920" marR="118110" indent="103505">
              <a:lnSpc>
                <a:spcPct val="100000"/>
              </a:lnSpc>
              <a:spcBef>
                <a:spcPts val="1020"/>
              </a:spcBef>
            </a:pPr>
            <a:r>
              <a:rPr lang="es-MX" sz="1100">
                <a:latin typeface="Calibri" panose="020F0502020204030204"/>
                <a:cs typeface="Calibri" panose="020F0502020204030204"/>
              </a:rPr>
              <a:t>Devolución de dinero  a empresa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7270" y="1128776"/>
            <a:ext cx="10306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Ejecución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Manual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08150" y="3604005"/>
            <a:ext cx="1452880" cy="260985"/>
            <a:chOff x="1708150" y="3604005"/>
            <a:chExt cx="1452880" cy="260985"/>
          </a:xfrm>
        </p:grpSpPr>
        <p:sp>
          <p:nvSpPr>
            <p:cNvPr id="32" name="object 32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1440180" y="0"/>
                  </a:moveTo>
                  <a:lnTo>
                    <a:pt x="0" y="0"/>
                  </a:lnTo>
                  <a:lnTo>
                    <a:pt x="0" y="234823"/>
                  </a:lnTo>
                  <a:lnTo>
                    <a:pt x="69662" y="238797"/>
                  </a:lnTo>
                  <a:lnTo>
                    <a:pt x="134843" y="242012"/>
                  </a:lnTo>
                  <a:lnTo>
                    <a:pt x="195864" y="244511"/>
                  </a:lnTo>
                  <a:lnTo>
                    <a:pt x="253044" y="246338"/>
                  </a:lnTo>
                  <a:lnTo>
                    <a:pt x="306705" y="247537"/>
                  </a:lnTo>
                  <a:lnTo>
                    <a:pt x="357164" y="248151"/>
                  </a:lnTo>
                  <a:lnTo>
                    <a:pt x="404743" y="248226"/>
                  </a:lnTo>
                  <a:lnTo>
                    <a:pt x="449762" y="247804"/>
                  </a:lnTo>
                  <a:lnTo>
                    <a:pt x="492541" y="246929"/>
                  </a:lnTo>
                  <a:lnTo>
                    <a:pt x="533400" y="245646"/>
                  </a:lnTo>
                  <a:lnTo>
                    <a:pt x="572658" y="243997"/>
                  </a:lnTo>
                  <a:lnTo>
                    <a:pt x="647654" y="239781"/>
                  </a:lnTo>
                  <a:lnTo>
                    <a:pt x="720090" y="234632"/>
                  </a:lnTo>
                  <a:lnTo>
                    <a:pt x="906780" y="219978"/>
                  </a:lnTo>
                  <a:lnTo>
                    <a:pt x="990417" y="214324"/>
                  </a:lnTo>
                  <a:lnTo>
                    <a:pt x="1035436" y="211718"/>
                  </a:lnTo>
                  <a:lnTo>
                    <a:pt x="1083015" y="209317"/>
                  </a:lnTo>
                  <a:lnTo>
                    <a:pt x="1133475" y="207165"/>
                  </a:lnTo>
                  <a:lnTo>
                    <a:pt x="1187135" y="205306"/>
                  </a:lnTo>
                  <a:lnTo>
                    <a:pt x="1244315" y="203783"/>
                  </a:lnTo>
                  <a:lnTo>
                    <a:pt x="1305336" y="202641"/>
                  </a:lnTo>
                  <a:lnTo>
                    <a:pt x="1370517" y="201924"/>
                  </a:lnTo>
                  <a:lnTo>
                    <a:pt x="1440180" y="201676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0" y="0"/>
                  </a:moveTo>
                  <a:lnTo>
                    <a:pt x="1440180" y="0"/>
                  </a:lnTo>
                  <a:lnTo>
                    <a:pt x="1440180" y="201676"/>
                  </a:lnTo>
                  <a:lnTo>
                    <a:pt x="1370517" y="201924"/>
                  </a:lnTo>
                  <a:lnTo>
                    <a:pt x="1305336" y="202641"/>
                  </a:lnTo>
                  <a:lnTo>
                    <a:pt x="1244315" y="203783"/>
                  </a:lnTo>
                  <a:lnTo>
                    <a:pt x="1187135" y="205306"/>
                  </a:lnTo>
                  <a:lnTo>
                    <a:pt x="1133475" y="207165"/>
                  </a:lnTo>
                  <a:lnTo>
                    <a:pt x="1083015" y="209317"/>
                  </a:lnTo>
                  <a:lnTo>
                    <a:pt x="1035436" y="211718"/>
                  </a:lnTo>
                  <a:lnTo>
                    <a:pt x="990417" y="214324"/>
                  </a:lnTo>
                  <a:lnTo>
                    <a:pt x="947638" y="217092"/>
                  </a:lnTo>
                  <a:lnTo>
                    <a:pt x="906780" y="219978"/>
                  </a:lnTo>
                  <a:lnTo>
                    <a:pt x="867521" y="222937"/>
                  </a:lnTo>
                  <a:lnTo>
                    <a:pt x="792525" y="228900"/>
                  </a:lnTo>
                  <a:lnTo>
                    <a:pt x="756147" y="231817"/>
                  </a:lnTo>
                  <a:lnTo>
                    <a:pt x="684032" y="237301"/>
                  </a:lnTo>
                  <a:lnTo>
                    <a:pt x="610636" y="242028"/>
                  </a:lnTo>
                  <a:lnTo>
                    <a:pt x="533400" y="245646"/>
                  </a:lnTo>
                  <a:lnTo>
                    <a:pt x="492541" y="246929"/>
                  </a:lnTo>
                  <a:lnTo>
                    <a:pt x="449762" y="247804"/>
                  </a:lnTo>
                  <a:lnTo>
                    <a:pt x="404743" y="248226"/>
                  </a:lnTo>
                  <a:lnTo>
                    <a:pt x="357164" y="248151"/>
                  </a:lnTo>
                  <a:lnTo>
                    <a:pt x="306705" y="247537"/>
                  </a:lnTo>
                  <a:lnTo>
                    <a:pt x="253044" y="246338"/>
                  </a:lnTo>
                  <a:lnTo>
                    <a:pt x="195864" y="244511"/>
                  </a:lnTo>
                  <a:lnTo>
                    <a:pt x="134843" y="242012"/>
                  </a:lnTo>
                  <a:lnTo>
                    <a:pt x="69662" y="238797"/>
                  </a:lnTo>
                  <a:lnTo>
                    <a:pt x="0" y="23482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20595" y="3606546"/>
            <a:ext cx="14281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Documento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FI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3627" y="2942844"/>
            <a:ext cx="1440180" cy="6386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26060" marR="190500" indent="-27940">
              <a:lnSpc>
                <a:spcPct val="100000"/>
              </a:lnSpc>
              <a:spcBef>
                <a:spcPts val="1020"/>
              </a:spcBef>
            </a:pPr>
            <a:r>
              <a:rPr lang="es-MX" sz="1100">
                <a:latin typeface="Calibri" panose="020F0502020204030204"/>
                <a:cs typeface="Calibri" panose="020F0502020204030204"/>
              </a:rPr>
              <a:t>Nota de Crédito 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Financiera </a:t>
            </a:r>
            <a:r>
              <a:rPr sz="1100">
                <a:latin typeface="Calibri" panose="020F0502020204030204"/>
                <a:cs typeface="Calibri" panose="020F0502020204030204"/>
              </a:rPr>
              <a:t>Gastos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Empleado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73807" y="3241294"/>
            <a:ext cx="198755" cy="395605"/>
          </a:xfrm>
          <a:custGeom>
            <a:avLst/>
            <a:gdLst/>
            <a:ahLst/>
            <a:cxnLst/>
            <a:rect l="l" t="t" r="r" b="b"/>
            <a:pathLst>
              <a:path w="198755" h="395604">
                <a:moveTo>
                  <a:pt x="154050" y="319404"/>
                </a:moveTo>
                <a:lnTo>
                  <a:pt x="122300" y="319404"/>
                </a:lnTo>
                <a:lnTo>
                  <a:pt x="160400" y="395604"/>
                </a:lnTo>
                <a:lnTo>
                  <a:pt x="192150" y="332104"/>
                </a:lnTo>
                <a:lnTo>
                  <a:pt x="154050" y="332104"/>
                </a:lnTo>
                <a:lnTo>
                  <a:pt x="154050" y="319404"/>
                </a:lnTo>
                <a:close/>
              </a:path>
              <a:path w="198755" h="395604">
                <a:moveTo>
                  <a:pt x="154050" y="6350"/>
                </a:moveTo>
                <a:lnTo>
                  <a:pt x="154050" y="332104"/>
                </a:lnTo>
                <a:lnTo>
                  <a:pt x="166750" y="332104"/>
                </a:lnTo>
                <a:lnTo>
                  <a:pt x="166750" y="12700"/>
                </a:lnTo>
                <a:lnTo>
                  <a:pt x="160400" y="12700"/>
                </a:lnTo>
                <a:lnTo>
                  <a:pt x="154050" y="6350"/>
                </a:lnTo>
                <a:close/>
              </a:path>
              <a:path w="198755" h="395604">
                <a:moveTo>
                  <a:pt x="198500" y="319404"/>
                </a:moveTo>
                <a:lnTo>
                  <a:pt x="166750" y="319404"/>
                </a:lnTo>
                <a:lnTo>
                  <a:pt x="166750" y="332104"/>
                </a:lnTo>
                <a:lnTo>
                  <a:pt x="192150" y="332104"/>
                </a:lnTo>
                <a:lnTo>
                  <a:pt x="198500" y="319404"/>
                </a:lnTo>
                <a:close/>
              </a:path>
              <a:path w="198755" h="395604">
                <a:moveTo>
                  <a:pt x="163956" y="0"/>
                </a:moveTo>
                <a:lnTo>
                  <a:pt x="0" y="0"/>
                </a:lnTo>
                <a:lnTo>
                  <a:pt x="0" y="12700"/>
                </a:lnTo>
                <a:lnTo>
                  <a:pt x="154050" y="12700"/>
                </a:lnTo>
                <a:lnTo>
                  <a:pt x="154050" y="6350"/>
                </a:lnTo>
                <a:lnTo>
                  <a:pt x="166750" y="6350"/>
                </a:lnTo>
                <a:lnTo>
                  <a:pt x="166750" y="2793"/>
                </a:lnTo>
                <a:lnTo>
                  <a:pt x="163956" y="0"/>
                </a:lnTo>
                <a:close/>
              </a:path>
              <a:path w="198755" h="395604">
                <a:moveTo>
                  <a:pt x="166750" y="6350"/>
                </a:moveTo>
                <a:lnTo>
                  <a:pt x="154050" y="6350"/>
                </a:lnTo>
                <a:lnTo>
                  <a:pt x="160400" y="12700"/>
                </a:lnTo>
                <a:lnTo>
                  <a:pt x="166750" y="12700"/>
                </a:lnTo>
                <a:lnTo>
                  <a:pt x="166750" y="6350"/>
                </a:lnTo>
                <a:close/>
              </a:path>
            </a:pathLst>
          </a:custGeom>
          <a:solidFill>
            <a:srgbClr val="559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034028" y="3435096"/>
            <a:ext cx="1440180" cy="61150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25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Reporte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Cartera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300990" marR="295275" indent="3175" algn="ctr">
              <a:lnSpc>
                <a:spcPct val="100000"/>
              </a:lnSpc>
            </a:pPr>
            <a:r>
              <a:rPr sz="1100" spc="-10">
                <a:latin typeface="Calibri" panose="020F0502020204030204"/>
                <a:cs typeface="Calibri" panose="020F0502020204030204"/>
              </a:rPr>
              <a:t>Empleados </a:t>
            </a:r>
            <a:r>
              <a:rPr sz="1100">
                <a:latin typeface="Calibri" panose="020F0502020204030204"/>
                <a:cs typeface="Calibri" panose="020F0502020204030204"/>
              </a:rPr>
              <a:t>(Facturas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No </a:t>
            </a:r>
            <a:r>
              <a:rPr sz="1100" spc="-10">
                <a:latin typeface="Calibri" panose="020F0502020204030204"/>
                <a:cs typeface="Calibri" panose="020F0502020204030204"/>
              </a:rPr>
              <a:t>Compensadas)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4283" y="3829558"/>
            <a:ext cx="216725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Colocación: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*RFC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Proveedor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*Campo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por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cada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línea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gasto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2335" y="2742057"/>
            <a:ext cx="10306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Ejecución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Manual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69684" y="3038792"/>
            <a:ext cx="3764915" cy="740410"/>
            <a:chOff x="269684" y="3038792"/>
            <a:chExt cx="3764915" cy="740410"/>
          </a:xfrm>
        </p:grpSpPr>
        <p:sp>
          <p:nvSpPr>
            <p:cNvPr id="41" name="object 41"/>
            <p:cNvSpPr/>
            <p:nvPr/>
          </p:nvSpPr>
          <p:spPr>
            <a:xfrm>
              <a:off x="3154679" y="3702557"/>
              <a:ext cx="879475" cy="76200"/>
            </a:xfrm>
            <a:custGeom>
              <a:avLst/>
              <a:gdLst/>
              <a:ahLst/>
              <a:cxnLst/>
              <a:rect l="l" t="t" r="r" b="b"/>
              <a:pathLst>
                <a:path w="879475" h="76200">
                  <a:moveTo>
                    <a:pt x="803402" y="0"/>
                  </a:moveTo>
                  <a:lnTo>
                    <a:pt x="803020" y="76200"/>
                  </a:lnTo>
                  <a:lnTo>
                    <a:pt x="867012" y="44577"/>
                  </a:lnTo>
                  <a:lnTo>
                    <a:pt x="815847" y="44577"/>
                  </a:lnTo>
                  <a:lnTo>
                    <a:pt x="815974" y="31877"/>
                  </a:lnTo>
                  <a:lnTo>
                    <a:pt x="866314" y="31877"/>
                  </a:lnTo>
                  <a:lnTo>
                    <a:pt x="803402" y="0"/>
                  </a:lnTo>
                  <a:close/>
                </a:path>
                <a:path w="879475" h="76200">
                  <a:moveTo>
                    <a:pt x="0" y="27940"/>
                  </a:moveTo>
                  <a:lnTo>
                    <a:pt x="0" y="40640"/>
                  </a:lnTo>
                  <a:lnTo>
                    <a:pt x="815847" y="44577"/>
                  </a:lnTo>
                  <a:lnTo>
                    <a:pt x="803179" y="44577"/>
                  </a:lnTo>
                  <a:lnTo>
                    <a:pt x="803242" y="31877"/>
                  </a:lnTo>
                  <a:lnTo>
                    <a:pt x="815975" y="31877"/>
                  </a:lnTo>
                  <a:lnTo>
                    <a:pt x="0" y="27940"/>
                  </a:lnTo>
                  <a:close/>
                </a:path>
                <a:path w="879475" h="76200">
                  <a:moveTo>
                    <a:pt x="866314" y="31877"/>
                  </a:moveTo>
                  <a:lnTo>
                    <a:pt x="815974" y="31877"/>
                  </a:lnTo>
                  <a:lnTo>
                    <a:pt x="815847" y="44577"/>
                  </a:lnTo>
                  <a:lnTo>
                    <a:pt x="867012" y="44577"/>
                  </a:lnTo>
                  <a:lnTo>
                    <a:pt x="879347" y="38481"/>
                  </a:lnTo>
                  <a:lnTo>
                    <a:pt x="866314" y="31877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702" y="305180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35"/>
                  </a:lnTo>
                  <a:lnTo>
                    <a:pt x="53037" y="33064"/>
                  </a:lnTo>
                  <a:lnTo>
                    <a:pt x="24994" y="70171"/>
                  </a:lnTo>
                  <a:lnTo>
                    <a:pt x="6604" y="117238"/>
                  </a:lnTo>
                  <a:lnTo>
                    <a:pt x="0" y="171450"/>
                  </a:lnTo>
                  <a:lnTo>
                    <a:pt x="6604" y="225661"/>
                  </a:lnTo>
                  <a:lnTo>
                    <a:pt x="24994" y="272728"/>
                  </a:lnTo>
                  <a:lnTo>
                    <a:pt x="53037" y="309835"/>
                  </a:lnTo>
                  <a:lnTo>
                    <a:pt x="88596" y="334164"/>
                  </a:lnTo>
                  <a:lnTo>
                    <a:pt x="129539" y="342900"/>
                  </a:lnTo>
                  <a:lnTo>
                    <a:pt x="170483" y="334164"/>
                  </a:lnTo>
                  <a:lnTo>
                    <a:pt x="206042" y="309835"/>
                  </a:lnTo>
                  <a:lnTo>
                    <a:pt x="234085" y="272728"/>
                  </a:lnTo>
                  <a:lnTo>
                    <a:pt x="252475" y="225661"/>
                  </a:lnTo>
                  <a:lnTo>
                    <a:pt x="259079" y="171450"/>
                  </a:lnTo>
                  <a:lnTo>
                    <a:pt x="252475" y="117238"/>
                  </a:lnTo>
                  <a:lnTo>
                    <a:pt x="234085" y="70171"/>
                  </a:lnTo>
                  <a:lnTo>
                    <a:pt x="206042" y="33064"/>
                  </a:lnTo>
                  <a:lnTo>
                    <a:pt x="170483" y="873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2702" y="3051809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38"/>
                  </a:lnTo>
                  <a:lnTo>
                    <a:pt x="24994" y="70171"/>
                  </a:lnTo>
                  <a:lnTo>
                    <a:pt x="53037" y="33064"/>
                  </a:lnTo>
                  <a:lnTo>
                    <a:pt x="88596" y="8735"/>
                  </a:lnTo>
                  <a:lnTo>
                    <a:pt x="129539" y="0"/>
                  </a:lnTo>
                  <a:lnTo>
                    <a:pt x="170483" y="8735"/>
                  </a:lnTo>
                  <a:lnTo>
                    <a:pt x="206042" y="33064"/>
                  </a:lnTo>
                  <a:lnTo>
                    <a:pt x="234085" y="70171"/>
                  </a:lnTo>
                  <a:lnTo>
                    <a:pt x="252475" y="117238"/>
                  </a:lnTo>
                  <a:lnTo>
                    <a:pt x="259079" y="171450"/>
                  </a:lnTo>
                  <a:lnTo>
                    <a:pt x="252475" y="225661"/>
                  </a:lnTo>
                  <a:lnTo>
                    <a:pt x="234085" y="272728"/>
                  </a:lnTo>
                  <a:lnTo>
                    <a:pt x="206042" y="309835"/>
                  </a:lnTo>
                  <a:lnTo>
                    <a:pt x="170483" y="334164"/>
                  </a:lnTo>
                  <a:lnTo>
                    <a:pt x="129539" y="342900"/>
                  </a:lnTo>
                  <a:lnTo>
                    <a:pt x="88596" y="334164"/>
                  </a:lnTo>
                  <a:lnTo>
                    <a:pt x="53037" y="309835"/>
                  </a:lnTo>
                  <a:lnTo>
                    <a:pt x="24994" y="272728"/>
                  </a:lnTo>
                  <a:lnTo>
                    <a:pt x="6604" y="225661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1781" y="3185921"/>
              <a:ext cx="300355" cy="76200"/>
            </a:xfrm>
            <a:custGeom>
              <a:avLst/>
              <a:gdLst/>
              <a:ahLst/>
              <a:cxnLst/>
              <a:rect l="l" t="t" r="r" b="b"/>
              <a:pathLst>
                <a:path w="300355" h="76200">
                  <a:moveTo>
                    <a:pt x="223710" y="0"/>
                  </a:moveTo>
                  <a:lnTo>
                    <a:pt x="223710" y="76200"/>
                  </a:lnTo>
                  <a:lnTo>
                    <a:pt x="280098" y="48005"/>
                  </a:lnTo>
                  <a:lnTo>
                    <a:pt x="236410" y="48005"/>
                  </a:lnTo>
                  <a:lnTo>
                    <a:pt x="236410" y="28193"/>
                  </a:lnTo>
                  <a:lnTo>
                    <a:pt x="280098" y="28193"/>
                  </a:lnTo>
                  <a:lnTo>
                    <a:pt x="223710" y="0"/>
                  </a:lnTo>
                  <a:close/>
                </a:path>
                <a:path w="300355" h="76200">
                  <a:moveTo>
                    <a:pt x="223710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223710" y="48005"/>
                  </a:lnTo>
                  <a:lnTo>
                    <a:pt x="223710" y="28193"/>
                  </a:lnTo>
                  <a:close/>
                </a:path>
                <a:path w="300355" h="76200">
                  <a:moveTo>
                    <a:pt x="280098" y="28193"/>
                  </a:moveTo>
                  <a:lnTo>
                    <a:pt x="236410" y="28193"/>
                  </a:lnTo>
                  <a:lnTo>
                    <a:pt x="236410" y="48005"/>
                  </a:lnTo>
                  <a:lnTo>
                    <a:pt x="280098" y="48005"/>
                  </a:lnTo>
                  <a:lnTo>
                    <a:pt x="299910" y="38100"/>
                  </a:lnTo>
                  <a:lnTo>
                    <a:pt x="280098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034028" y="5398008"/>
            <a:ext cx="1440180" cy="63863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64160" marR="142240" indent="-114300">
              <a:lnSpc>
                <a:spcPct val="100000"/>
              </a:lnSpc>
              <a:spcBef>
                <a:spcPts val="1020"/>
              </a:spcBef>
            </a:pPr>
            <a:r>
              <a:rPr lang="es-MX" sz="1100">
                <a:latin typeface="Calibri" panose="020F0502020204030204"/>
                <a:cs typeface="Calibri" panose="020F0502020204030204"/>
              </a:rPr>
              <a:t>Anulación </a:t>
            </a:r>
            <a:r>
              <a:rPr sz="1100">
                <a:latin typeface="Calibri" panose="020F0502020204030204"/>
                <a:cs typeface="Calibri" panose="020F0502020204030204"/>
              </a:rPr>
              <a:t>Entrada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material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sin </a:t>
            </a:r>
            <a:r>
              <a:rPr sz="1100">
                <a:latin typeface="Calibri" panose="020F0502020204030204"/>
                <a:cs typeface="Calibri" panose="020F0502020204030204"/>
              </a:rPr>
              <a:t>referencia</a:t>
            </a:r>
            <a:r>
              <a:rPr sz="1100" spc="2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a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OC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98701" y="5290057"/>
            <a:ext cx="1508760" cy="793878"/>
          </a:xfrm>
          <a:custGeom>
            <a:avLst/>
            <a:gdLst/>
            <a:ahLst/>
            <a:cxnLst/>
            <a:rect l="l" t="t" r="r" b="b"/>
            <a:pathLst>
              <a:path w="1508760" h="508000">
                <a:moveTo>
                  <a:pt x="0" y="253745"/>
                </a:moveTo>
                <a:lnTo>
                  <a:pt x="754380" y="0"/>
                </a:lnTo>
                <a:lnTo>
                  <a:pt x="1508760" y="253745"/>
                </a:lnTo>
                <a:lnTo>
                  <a:pt x="754380" y="507491"/>
                </a:lnTo>
                <a:lnTo>
                  <a:pt x="0" y="25374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95146" y="5410117"/>
            <a:ext cx="57531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685"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¿</a:t>
            </a:r>
            <a:r>
              <a:rPr lang="es-MX" sz="1100" spc="-10">
                <a:latin typeface="Calibri" panose="020F0502020204030204"/>
                <a:cs typeface="Calibri" panose="020F0502020204030204"/>
              </a:rPr>
              <a:t>Hubo </a:t>
            </a:r>
            <a:r>
              <a:rPr sz="1100" spc="-10">
                <a:latin typeface="Calibri" panose="020F0502020204030204"/>
                <a:cs typeface="Calibri" panose="020F0502020204030204"/>
              </a:rPr>
              <a:t>Entrada Material?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02778" y="5209736"/>
            <a:ext cx="188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>
                <a:latin typeface="Calibri" panose="020F0502020204030204"/>
                <a:cs typeface="Calibri" panose="020F0502020204030204"/>
              </a:rPr>
              <a:t>No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46173" y="5813856"/>
            <a:ext cx="1219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>
                <a:latin typeface="Calibri" panose="020F0502020204030204"/>
                <a:cs typeface="Calibri" panose="020F0502020204030204"/>
              </a:rPr>
              <a:t>Si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82701" y="3553967"/>
            <a:ext cx="3752596" cy="2321815"/>
            <a:chOff x="282701" y="3553967"/>
            <a:chExt cx="3752596" cy="2321815"/>
          </a:xfrm>
        </p:grpSpPr>
        <p:sp>
          <p:nvSpPr>
            <p:cNvPr id="51" name="object 51"/>
            <p:cNvSpPr/>
            <p:nvPr/>
          </p:nvSpPr>
          <p:spPr>
            <a:xfrm>
              <a:off x="2308097" y="5665469"/>
              <a:ext cx="1727200" cy="76200"/>
            </a:xfrm>
            <a:custGeom>
              <a:avLst/>
              <a:gdLst/>
              <a:ahLst/>
              <a:cxnLst/>
              <a:rect l="l" t="t" r="r" b="b"/>
              <a:pathLst>
                <a:path w="1727200" h="76200">
                  <a:moveTo>
                    <a:pt x="1650746" y="0"/>
                  </a:moveTo>
                  <a:lnTo>
                    <a:pt x="1650746" y="76199"/>
                  </a:lnTo>
                  <a:lnTo>
                    <a:pt x="1707134" y="48005"/>
                  </a:lnTo>
                  <a:lnTo>
                    <a:pt x="1663446" y="48005"/>
                  </a:lnTo>
                  <a:lnTo>
                    <a:pt x="1663446" y="28193"/>
                  </a:lnTo>
                  <a:lnTo>
                    <a:pt x="1707134" y="28193"/>
                  </a:lnTo>
                  <a:lnTo>
                    <a:pt x="1650746" y="0"/>
                  </a:lnTo>
                  <a:close/>
                </a:path>
                <a:path w="1727200" h="76200">
                  <a:moveTo>
                    <a:pt x="1650746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650746" y="48005"/>
                  </a:lnTo>
                  <a:lnTo>
                    <a:pt x="1650746" y="28193"/>
                  </a:lnTo>
                  <a:close/>
                </a:path>
                <a:path w="1727200" h="76200">
                  <a:moveTo>
                    <a:pt x="1707134" y="28193"/>
                  </a:moveTo>
                  <a:lnTo>
                    <a:pt x="1663446" y="28193"/>
                  </a:lnTo>
                  <a:lnTo>
                    <a:pt x="1663446" y="48005"/>
                  </a:lnTo>
                  <a:lnTo>
                    <a:pt x="1707134" y="48005"/>
                  </a:lnTo>
                  <a:lnTo>
                    <a:pt x="1726946" y="38099"/>
                  </a:lnTo>
                  <a:lnTo>
                    <a:pt x="1707134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2701" y="5532882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129539" y="0"/>
                  </a:moveTo>
                  <a:lnTo>
                    <a:pt x="88596" y="8740"/>
                  </a:lnTo>
                  <a:lnTo>
                    <a:pt x="53037" y="33079"/>
                  </a:lnTo>
                  <a:lnTo>
                    <a:pt x="24994" y="70193"/>
                  </a:lnTo>
                  <a:lnTo>
                    <a:pt x="6604" y="117257"/>
                  </a:lnTo>
                  <a:lnTo>
                    <a:pt x="0" y="171450"/>
                  </a:lnTo>
                  <a:lnTo>
                    <a:pt x="6604" y="225642"/>
                  </a:lnTo>
                  <a:lnTo>
                    <a:pt x="24994" y="272706"/>
                  </a:lnTo>
                  <a:lnTo>
                    <a:pt x="53037" y="309820"/>
                  </a:lnTo>
                  <a:lnTo>
                    <a:pt x="88596" y="334159"/>
                  </a:lnTo>
                  <a:lnTo>
                    <a:pt x="129539" y="342900"/>
                  </a:lnTo>
                  <a:lnTo>
                    <a:pt x="170483" y="334159"/>
                  </a:lnTo>
                  <a:lnTo>
                    <a:pt x="206042" y="309820"/>
                  </a:lnTo>
                  <a:lnTo>
                    <a:pt x="234085" y="272706"/>
                  </a:lnTo>
                  <a:lnTo>
                    <a:pt x="252475" y="225642"/>
                  </a:lnTo>
                  <a:lnTo>
                    <a:pt x="259079" y="171450"/>
                  </a:lnTo>
                  <a:lnTo>
                    <a:pt x="252475" y="117257"/>
                  </a:lnTo>
                  <a:lnTo>
                    <a:pt x="234085" y="70193"/>
                  </a:lnTo>
                  <a:lnTo>
                    <a:pt x="206042" y="33079"/>
                  </a:lnTo>
                  <a:lnTo>
                    <a:pt x="170483" y="8740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2701" y="5532882"/>
              <a:ext cx="259079" cy="342900"/>
            </a:xfrm>
            <a:custGeom>
              <a:avLst/>
              <a:gdLst/>
              <a:ahLst/>
              <a:cxnLst/>
              <a:rect l="l" t="t" r="r" b="b"/>
              <a:pathLst>
                <a:path w="259079" h="342900">
                  <a:moveTo>
                    <a:pt x="0" y="171450"/>
                  </a:moveTo>
                  <a:lnTo>
                    <a:pt x="6604" y="117257"/>
                  </a:lnTo>
                  <a:lnTo>
                    <a:pt x="24994" y="70193"/>
                  </a:lnTo>
                  <a:lnTo>
                    <a:pt x="53037" y="33079"/>
                  </a:lnTo>
                  <a:lnTo>
                    <a:pt x="88596" y="8740"/>
                  </a:lnTo>
                  <a:lnTo>
                    <a:pt x="129539" y="0"/>
                  </a:lnTo>
                  <a:lnTo>
                    <a:pt x="170483" y="8740"/>
                  </a:lnTo>
                  <a:lnTo>
                    <a:pt x="206042" y="33079"/>
                  </a:lnTo>
                  <a:lnTo>
                    <a:pt x="234085" y="70193"/>
                  </a:lnTo>
                  <a:lnTo>
                    <a:pt x="252475" y="117257"/>
                  </a:lnTo>
                  <a:lnTo>
                    <a:pt x="259079" y="171450"/>
                  </a:lnTo>
                  <a:lnTo>
                    <a:pt x="252475" y="225642"/>
                  </a:lnTo>
                  <a:lnTo>
                    <a:pt x="234085" y="272706"/>
                  </a:lnTo>
                  <a:lnTo>
                    <a:pt x="206042" y="309820"/>
                  </a:lnTo>
                  <a:lnTo>
                    <a:pt x="170483" y="334159"/>
                  </a:lnTo>
                  <a:lnTo>
                    <a:pt x="129539" y="342900"/>
                  </a:lnTo>
                  <a:lnTo>
                    <a:pt x="88596" y="334159"/>
                  </a:lnTo>
                  <a:lnTo>
                    <a:pt x="53037" y="309820"/>
                  </a:lnTo>
                  <a:lnTo>
                    <a:pt x="24994" y="272706"/>
                  </a:lnTo>
                  <a:lnTo>
                    <a:pt x="6604" y="225642"/>
                  </a:lnTo>
                  <a:lnTo>
                    <a:pt x="0" y="171450"/>
                  </a:lnTo>
                  <a:close/>
                </a:path>
              </a:pathLst>
            </a:custGeom>
            <a:ln w="25907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1781" y="5665469"/>
              <a:ext cx="257175" cy="76200"/>
            </a:xfrm>
            <a:custGeom>
              <a:avLst/>
              <a:gdLst/>
              <a:ahLst/>
              <a:cxnLst/>
              <a:rect l="l" t="t" r="r" b="b"/>
              <a:pathLst>
                <a:path w="257175" h="76200">
                  <a:moveTo>
                    <a:pt x="180594" y="0"/>
                  </a:moveTo>
                  <a:lnTo>
                    <a:pt x="180594" y="76199"/>
                  </a:lnTo>
                  <a:lnTo>
                    <a:pt x="236982" y="48005"/>
                  </a:lnTo>
                  <a:lnTo>
                    <a:pt x="193294" y="48005"/>
                  </a:lnTo>
                  <a:lnTo>
                    <a:pt x="193294" y="28193"/>
                  </a:lnTo>
                  <a:lnTo>
                    <a:pt x="236982" y="28193"/>
                  </a:lnTo>
                  <a:lnTo>
                    <a:pt x="180594" y="0"/>
                  </a:lnTo>
                  <a:close/>
                </a:path>
                <a:path w="257175" h="76200">
                  <a:moveTo>
                    <a:pt x="180594" y="28193"/>
                  </a:moveTo>
                  <a:lnTo>
                    <a:pt x="0" y="28193"/>
                  </a:lnTo>
                  <a:lnTo>
                    <a:pt x="0" y="48005"/>
                  </a:lnTo>
                  <a:lnTo>
                    <a:pt x="180594" y="48005"/>
                  </a:lnTo>
                  <a:lnTo>
                    <a:pt x="180594" y="28193"/>
                  </a:lnTo>
                  <a:close/>
                </a:path>
                <a:path w="257175" h="76200">
                  <a:moveTo>
                    <a:pt x="236982" y="28193"/>
                  </a:moveTo>
                  <a:lnTo>
                    <a:pt x="193294" y="28193"/>
                  </a:lnTo>
                  <a:lnTo>
                    <a:pt x="193294" y="48005"/>
                  </a:lnTo>
                  <a:lnTo>
                    <a:pt x="236982" y="48005"/>
                  </a:lnTo>
                  <a:lnTo>
                    <a:pt x="256794" y="38099"/>
                  </a:lnTo>
                  <a:lnTo>
                    <a:pt x="236982" y="28193"/>
                  </a:lnTo>
                  <a:close/>
                </a:path>
              </a:pathLst>
            </a:custGeom>
            <a:solidFill>
              <a:srgbClr val="3E6D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16380" y="3553967"/>
              <a:ext cx="49148" cy="1736090"/>
            </a:xfrm>
            <a:custGeom>
              <a:avLst/>
              <a:gdLst/>
              <a:ahLst/>
              <a:cxnLst/>
              <a:rect l="l" t="t" r="r" b="b"/>
              <a:pathLst>
                <a:path w="76200" h="1896110">
                  <a:moveTo>
                    <a:pt x="31750" y="942848"/>
                  </a:moveTo>
                  <a:lnTo>
                    <a:pt x="30225" y="944372"/>
                  </a:lnTo>
                  <a:lnTo>
                    <a:pt x="30225" y="1895729"/>
                  </a:lnTo>
                  <a:lnTo>
                    <a:pt x="42925" y="1895729"/>
                  </a:lnTo>
                  <a:lnTo>
                    <a:pt x="42925" y="954278"/>
                  </a:lnTo>
                  <a:lnTo>
                    <a:pt x="36575" y="954278"/>
                  </a:lnTo>
                  <a:lnTo>
                    <a:pt x="42925" y="947928"/>
                  </a:lnTo>
                  <a:lnTo>
                    <a:pt x="31750" y="947928"/>
                  </a:lnTo>
                  <a:lnTo>
                    <a:pt x="31750" y="942848"/>
                  </a:lnTo>
                  <a:close/>
                </a:path>
                <a:path w="76200" h="1896110">
                  <a:moveTo>
                    <a:pt x="42925" y="947928"/>
                  </a:moveTo>
                  <a:lnTo>
                    <a:pt x="36575" y="954278"/>
                  </a:lnTo>
                  <a:lnTo>
                    <a:pt x="41528" y="954278"/>
                  </a:lnTo>
                  <a:lnTo>
                    <a:pt x="42925" y="952881"/>
                  </a:lnTo>
                  <a:lnTo>
                    <a:pt x="42925" y="947928"/>
                  </a:lnTo>
                  <a:close/>
                </a:path>
                <a:path w="76200" h="1896110">
                  <a:moveTo>
                    <a:pt x="42925" y="952881"/>
                  </a:moveTo>
                  <a:lnTo>
                    <a:pt x="41528" y="954278"/>
                  </a:lnTo>
                  <a:lnTo>
                    <a:pt x="42925" y="954278"/>
                  </a:lnTo>
                  <a:lnTo>
                    <a:pt x="42925" y="952881"/>
                  </a:lnTo>
                  <a:close/>
                </a:path>
                <a:path w="76200" h="1896110">
                  <a:moveTo>
                    <a:pt x="44450" y="941577"/>
                  </a:moveTo>
                  <a:lnTo>
                    <a:pt x="38100" y="941578"/>
                  </a:lnTo>
                  <a:lnTo>
                    <a:pt x="31750" y="947928"/>
                  </a:lnTo>
                  <a:lnTo>
                    <a:pt x="42925" y="947928"/>
                  </a:lnTo>
                  <a:lnTo>
                    <a:pt x="42925" y="952881"/>
                  </a:lnTo>
                  <a:lnTo>
                    <a:pt x="44450" y="951357"/>
                  </a:lnTo>
                  <a:lnTo>
                    <a:pt x="44450" y="941577"/>
                  </a:lnTo>
                  <a:close/>
                </a:path>
                <a:path w="76200" h="1896110">
                  <a:moveTo>
                    <a:pt x="38100" y="941578"/>
                  </a:moveTo>
                  <a:lnTo>
                    <a:pt x="33019" y="941578"/>
                  </a:lnTo>
                  <a:lnTo>
                    <a:pt x="31750" y="942848"/>
                  </a:lnTo>
                  <a:lnTo>
                    <a:pt x="31750" y="947928"/>
                  </a:lnTo>
                  <a:lnTo>
                    <a:pt x="38100" y="941578"/>
                  </a:lnTo>
                  <a:close/>
                </a:path>
                <a:path w="76200" h="189611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942848"/>
                  </a:lnTo>
                  <a:lnTo>
                    <a:pt x="33019" y="941578"/>
                  </a:lnTo>
                  <a:lnTo>
                    <a:pt x="44450" y="941577"/>
                  </a:lnTo>
                  <a:lnTo>
                    <a:pt x="44450" y="63500"/>
                  </a:lnTo>
                  <a:close/>
                </a:path>
                <a:path w="76200" h="189611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89611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764283" y="4332477"/>
            <a:ext cx="3632835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exista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en Portal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5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Proveedores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>
                <a:latin typeface="Calibri" panose="020F0502020204030204"/>
                <a:cs typeface="Calibri" panose="020F0502020204030204"/>
              </a:rPr>
              <a:t>*Existirán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conceptos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registros</a:t>
            </a:r>
            <a:r>
              <a:rPr sz="1100" spc="-3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que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no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lleven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>
                <a:latin typeface="Calibri" panose="020F0502020204030204"/>
                <a:cs typeface="Calibri" panose="020F0502020204030204"/>
              </a:rPr>
              <a:t>UUID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para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que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se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registre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UUID</a:t>
            </a:r>
            <a:r>
              <a:rPr sz="1100" spc="-2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una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sola</a:t>
            </a:r>
            <a:r>
              <a:rPr sz="1100" spc="-4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vez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en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la</a:t>
            </a:r>
            <a:r>
              <a:rPr sz="1100" spc="-2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factura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*Validación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de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Importe</a:t>
            </a:r>
            <a:r>
              <a:rPr sz="1100" spc="-4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(menor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o</a:t>
            </a:r>
            <a:r>
              <a:rPr sz="1100" spc="-10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igual</a:t>
            </a:r>
            <a:r>
              <a:rPr sz="1100" spc="-15">
                <a:latin typeface="Calibri" panose="020F0502020204030204"/>
                <a:cs typeface="Calibri" panose="020F0502020204030204"/>
              </a:rPr>
              <a:t> </a:t>
            </a:r>
            <a:r>
              <a:rPr sz="1100">
                <a:latin typeface="Calibri" panose="020F0502020204030204"/>
                <a:cs typeface="Calibri" panose="020F0502020204030204"/>
              </a:rPr>
              <a:t>a</a:t>
            </a:r>
            <a:r>
              <a:rPr sz="1100" spc="-5">
                <a:latin typeface="Calibri" panose="020F0502020204030204"/>
                <a:cs typeface="Calibri" panose="020F0502020204030204"/>
              </a:rPr>
              <a:t> </a:t>
            </a:r>
            <a:r>
              <a:rPr sz="1100" spc="-20">
                <a:latin typeface="Calibri" panose="020F0502020204030204"/>
                <a:cs typeface="Calibri" panose="020F0502020204030204"/>
              </a:rPr>
              <a:t>CDFI)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Calibri" panose="020F0502020204030204"/>
              <a:cs typeface="Calibri" panose="020F0502020204030204"/>
            </a:endParaRPr>
          </a:p>
          <a:p>
            <a:pPr marL="2334260">
              <a:lnSpc>
                <a:spcPct val="100000"/>
              </a:lnSpc>
            </a:pPr>
            <a:r>
              <a:rPr sz="1100">
                <a:latin typeface="Calibri" panose="020F0502020204030204"/>
                <a:cs typeface="Calibri" panose="020F0502020204030204"/>
              </a:rPr>
              <a:t>MM</a:t>
            </a:r>
            <a:r>
              <a:rPr sz="1100" spc="-3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>
                <a:latin typeface="Calibri" panose="020F0502020204030204"/>
                <a:cs typeface="Calibri" panose="020F0502020204030204"/>
              </a:rPr>
              <a:t>Logístico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9" name="object 31"/>
          <p:cNvGrpSpPr/>
          <p:nvPr/>
        </p:nvGrpSpPr>
        <p:grpSpPr>
          <a:xfrm>
            <a:off x="1097076" y="1845705"/>
            <a:ext cx="1452880" cy="260985"/>
            <a:chOff x="1708150" y="3604005"/>
            <a:chExt cx="1452880" cy="260985"/>
          </a:xfrm>
        </p:grpSpPr>
        <p:sp>
          <p:nvSpPr>
            <p:cNvPr id="60" name="object 32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1440180" y="0"/>
                  </a:moveTo>
                  <a:lnTo>
                    <a:pt x="0" y="0"/>
                  </a:lnTo>
                  <a:lnTo>
                    <a:pt x="0" y="234823"/>
                  </a:lnTo>
                  <a:lnTo>
                    <a:pt x="69662" y="238797"/>
                  </a:lnTo>
                  <a:lnTo>
                    <a:pt x="134843" y="242012"/>
                  </a:lnTo>
                  <a:lnTo>
                    <a:pt x="195864" y="244511"/>
                  </a:lnTo>
                  <a:lnTo>
                    <a:pt x="253044" y="246338"/>
                  </a:lnTo>
                  <a:lnTo>
                    <a:pt x="306705" y="247537"/>
                  </a:lnTo>
                  <a:lnTo>
                    <a:pt x="357164" y="248151"/>
                  </a:lnTo>
                  <a:lnTo>
                    <a:pt x="404743" y="248226"/>
                  </a:lnTo>
                  <a:lnTo>
                    <a:pt x="449762" y="247804"/>
                  </a:lnTo>
                  <a:lnTo>
                    <a:pt x="492541" y="246929"/>
                  </a:lnTo>
                  <a:lnTo>
                    <a:pt x="533400" y="245646"/>
                  </a:lnTo>
                  <a:lnTo>
                    <a:pt x="572658" y="243997"/>
                  </a:lnTo>
                  <a:lnTo>
                    <a:pt x="647654" y="239781"/>
                  </a:lnTo>
                  <a:lnTo>
                    <a:pt x="720090" y="234632"/>
                  </a:lnTo>
                  <a:lnTo>
                    <a:pt x="906780" y="219978"/>
                  </a:lnTo>
                  <a:lnTo>
                    <a:pt x="990417" y="214324"/>
                  </a:lnTo>
                  <a:lnTo>
                    <a:pt x="1035436" y="211718"/>
                  </a:lnTo>
                  <a:lnTo>
                    <a:pt x="1083015" y="209317"/>
                  </a:lnTo>
                  <a:lnTo>
                    <a:pt x="1133475" y="207165"/>
                  </a:lnTo>
                  <a:lnTo>
                    <a:pt x="1187135" y="205306"/>
                  </a:lnTo>
                  <a:lnTo>
                    <a:pt x="1244315" y="203783"/>
                  </a:lnTo>
                  <a:lnTo>
                    <a:pt x="1305336" y="202641"/>
                  </a:lnTo>
                  <a:lnTo>
                    <a:pt x="1370517" y="201924"/>
                  </a:lnTo>
                  <a:lnTo>
                    <a:pt x="1440180" y="201676"/>
                  </a:lnTo>
                  <a:lnTo>
                    <a:pt x="1440180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33"/>
            <p:cNvSpPr/>
            <p:nvPr/>
          </p:nvSpPr>
          <p:spPr>
            <a:xfrm>
              <a:off x="1714500" y="3610355"/>
              <a:ext cx="1440180" cy="248285"/>
            </a:xfrm>
            <a:custGeom>
              <a:avLst/>
              <a:gdLst/>
              <a:ahLst/>
              <a:cxnLst/>
              <a:rect l="l" t="t" r="r" b="b"/>
              <a:pathLst>
                <a:path w="1440180" h="248285">
                  <a:moveTo>
                    <a:pt x="0" y="0"/>
                  </a:moveTo>
                  <a:lnTo>
                    <a:pt x="1440180" y="0"/>
                  </a:lnTo>
                  <a:lnTo>
                    <a:pt x="1440180" y="201676"/>
                  </a:lnTo>
                  <a:lnTo>
                    <a:pt x="1370517" y="201924"/>
                  </a:lnTo>
                  <a:lnTo>
                    <a:pt x="1305336" y="202641"/>
                  </a:lnTo>
                  <a:lnTo>
                    <a:pt x="1244315" y="203783"/>
                  </a:lnTo>
                  <a:lnTo>
                    <a:pt x="1187135" y="205306"/>
                  </a:lnTo>
                  <a:lnTo>
                    <a:pt x="1133475" y="207165"/>
                  </a:lnTo>
                  <a:lnTo>
                    <a:pt x="1083015" y="209317"/>
                  </a:lnTo>
                  <a:lnTo>
                    <a:pt x="1035436" y="211718"/>
                  </a:lnTo>
                  <a:lnTo>
                    <a:pt x="990417" y="214324"/>
                  </a:lnTo>
                  <a:lnTo>
                    <a:pt x="947638" y="217092"/>
                  </a:lnTo>
                  <a:lnTo>
                    <a:pt x="906780" y="219978"/>
                  </a:lnTo>
                  <a:lnTo>
                    <a:pt x="867521" y="222937"/>
                  </a:lnTo>
                  <a:lnTo>
                    <a:pt x="792525" y="228900"/>
                  </a:lnTo>
                  <a:lnTo>
                    <a:pt x="756147" y="231817"/>
                  </a:lnTo>
                  <a:lnTo>
                    <a:pt x="684032" y="237301"/>
                  </a:lnTo>
                  <a:lnTo>
                    <a:pt x="610636" y="242028"/>
                  </a:lnTo>
                  <a:lnTo>
                    <a:pt x="533400" y="245646"/>
                  </a:lnTo>
                  <a:lnTo>
                    <a:pt x="492541" y="246929"/>
                  </a:lnTo>
                  <a:lnTo>
                    <a:pt x="449762" y="247804"/>
                  </a:lnTo>
                  <a:lnTo>
                    <a:pt x="404743" y="248226"/>
                  </a:lnTo>
                  <a:lnTo>
                    <a:pt x="357164" y="248151"/>
                  </a:lnTo>
                  <a:lnTo>
                    <a:pt x="306705" y="247537"/>
                  </a:lnTo>
                  <a:lnTo>
                    <a:pt x="253044" y="246338"/>
                  </a:lnTo>
                  <a:lnTo>
                    <a:pt x="195864" y="244511"/>
                  </a:lnTo>
                  <a:lnTo>
                    <a:pt x="134843" y="242012"/>
                  </a:lnTo>
                  <a:lnTo>
                    <a:pt x="69662" y="238797"/>
                  </a:lnTo>
                  <a:lnTo>
                    <a:pt x="0" y="23482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34"/>
          <p:cNvSpPr txBox="1"/>
          <p:nvPr/>
        </p:nvSpPr>
        <p:spPr>
          <a:xfrm>
            <a:off x="1191373" y="1873710"/>
            <a:ext cx="14281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 panose="020F0502020204030204"/>
                <a:cs typeface="Calibri" panose="020F0502020204030204"/>
              </a:rPr>
              <a:t>Documento</a:t>
            </a:r>
            <a:r>
              <a:rPr sz="1100" spc="-5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>
                <a:latin typeface="Calibri" panose="020F0502020204030204"/>
                <a:cs typeface="Calibri" panose="020F0502020204030204"/>
              </a:rPr>
              <a:t>FI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B25B-99FB-C045-C51B-2154D23B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CBAE9C0E-3720-CDD8-CC4B-ADC47753C377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318E86B-0591-C978-9103-553EE2791A8B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FB160CA2-A984-9A35-3405-DF3BDDD6F14E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A5375B9F-1F09-31F9-3EA6-F9CC19F034ED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2105544-7320-10AA-C5BB-3060B6BF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A26BA101-B312-6942-0F22-4DA063977365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008371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3303141d252_0_68"/>
          <p:cNvGrpSpPr/>
          <p:nvPr/>
        </p:nvGrpSpPr>
        <p:grpSpPr>
          <a:xfrm>
            <a:off x="203760" y="386640"/>
            <a:ext cx="704400" cy="640500"/>
            <a:chOff x="203760" y="386640"/>
            <a:chExt cx="704400" cy="640500"/>
          </a:xfrm>
        </p:grpSpPr>
        <p:sp>
          <p:nvSpPr>
            <p:cNvPr id="156" name="Google Shape;156;g3303141d252_0_68"/>
            <p:cNvSpPr/>
            <p:nvPr/>
          </p:nvSpPr>
          <p:spPr>
            <a:xfrm>
              <a:off x="317160" y="386640"/>
              <a:ext cx="504600" cy="465900"/>
            </a:xfrm>
            <a:prstGeom prst="ellipse">
              <a:avLst/>
            </a:prstGeom>
            <a:gradFill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g3303141d252_0_68"/>
            <p:cNvSpPr/>
            <p:nvPr/>
          </p:nvSpPr>
          <p:spPr>
            <a:xfrm>
              <a:off x="203760" y="854640"/>
              <a:ext cx="704400" cy="172500"/>
            </a:xfrm>
            <a:prstGeom prst="ellipse">
              <a:avLst/>
            </a:prstGeom>
            <a:gradFill>
              <a:gsLst>
                <a:gs pos="0">
                  <a:srgbClr val="808080">
                    <a:alpha val="49803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158" name="Google Shape;158;g3303141d252_0_6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303141d252_0_68"/>
          <p:cNvSpPr/>
          <p:nvPr/>
        </p:nvSpPr>
        <p:spPr>
          <a:xfrm>
            <a:off x="5302250" y="1375410"/>
            <a:ext cx="18282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303141d252_0_68"/>
          <p:cNvSpPr txBox="1"/>
          <p:nvPr/>
        </p:nvSpPr>
        <p:spPr>
          <a:xfrm>
            <a:off x="5302249" y="1023620"/>
            <a:ext cx="5938179" cy="246181"/>
          </a:xfrm>
          <a:prstGeom prst="rect">
            <a:avLst/>
          </a:prstGeom>
          <a:gradFill>
            <a:gsLst>
              <a:gs pos="0">
                <a:srgbClr val="234E9E"/>
              </a:gs>
              <a:gs pos="80000">
                <a:srgbClr val="2E68CF"/>
              </a:gs>
              <a:gs pos="100000">
                <a:srgbClr val="2C67D3"/>
              </a:gs>
            </a:gsLst>
            <a:lin ang="16200038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SAP S4 HANA</a:t>
            </a:r>
            <a:endParaRPr sz="10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g3303141d252_0_68"/>
          <p:cNvSpPr txBox="1"/>
          <p:nvPr/>
        </p:nvSpPr>
        <p:spPr>
          <a:xfrm>
            <a:off x="316865" y="6403975"/>
            <a:ext cx="86805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Nota:  D-CXCCAR-08 Transacción que ayuda al usuario a generar </a:t>
            </a:r>
            <a:r>
              <a:rPr lang="es-MX" sz="1200" i="1">
                <a:solidFill>
                  <a:schemeClr val="dk1"/>
                </a:solidFill>
              </a:rPr>
              <a:t>depósitos</a:t>
            </a:r>
            <a:r>
              <a:rPr lang="es-MX" sz="1200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y/o reversos correcciones de sobrantes </a:t>
            </a:r>
            <a:endParaRPr sz="1200" i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g3303141d252_0_68"/>
          <p:cNvSpPr/>
          <p:nvPr/>
        </p:nvSpPr>
        <p:spPr>
          <a:xfrm>
            <a:off x="908999" y="438480"/>
            <a:ext cx="10174500" cy="3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dirty="0">
                <a:solidFill>
                  <a:schemeClr val="dk1"/>
                </a:solidFill>
              </a:rPr>
              <a:t>Corrección sobrante caja por error captura</a:t>
            </a:r>
            <a:endParaRPr lang="es-MX" sz="2200" b="1" strike="noStrik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strike="noStrik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3" name="Google Shape;163;g3303141d252_0_68"/>
          <p:cNvSpPr/>
          <p:nvPr/>
        </p:nvSpPr>
        <p:spPr>
          <a:xfrm>
            <a:off x="3181454" y="1375650"/>
            <a:ext cx="20022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g3303141d252_0_68"/>
          <p:cNvSpPr txBox="1"/>
          <p:nvPr/>
        </p:nvSpPr>
        <p:spPr>
          <a:xfrm>
            <a:off x="3181454" y="1023706"/>
            <a:ext cx="2002200" cy="246300"/>
          </a:xfrm>
          <a:prstGeom prst="rect">
            <a:avLst/>
          </a:prstGeom>
          <a:solidFill>
            <a:srgbClr val="0096FF"/>
          </a:solidFill>
          <a:ln w="9525" cap="flat" cmpd="sng">
            <a:solidFill>
              <a:srgbClr val="0096F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 Desarrollo</a:t>
            </a:r>
            <a:endParaRPr sz="10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g3303141d252_0_68"/>
          <p:cNvSpPr/>
          <p:nvPr/>
        </p:nvSpPr>
        <p:spPr>
          <a:xfrm>
            <a:off x="1435982" y="1375650"/>
            <a:ext cx="16518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g3303141d252_0_68"/>
          <p:cNvSpPr txBox="1"/>
          <p:nvPr/>
        </p:nvSpPr>
        <p:spPr>
          <a:xfrm>
            <a:off x="5681980" y="5149215"/>
            <a:ext cx="991800" cy="571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D7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PV01_</a:t>
            </a:r>
            <a:r>
              <a:rPr lang="es-MX" sz="900" b="1">
                <a:solidFill>
                  <a:schemeClr val="lt1"/>
                </a:solidFill>
              </a:rPr>
              <a:t>CSCE</a:t>
            </a:r>
            <a:endParaRPr sz="9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g3303141d252_0_68"/>
          <p:cNvSpPr/>
          <p:nvPr/>
        </p:nvSpPr>
        <p:spPr>
          <a:xfrm>
            <a:off x="1734259" y="1715801"/>
            <a:ext cx="1055100" cy="5655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MAVI POS</a:t>
            </a:r>
            <a:endParaRPr sz="9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g3303141d252_0_68"/>
          <p:cNvCxnSpPr>
            <a:stCxn id="167" idx="2"/>
            <a:endCxn id="169" idx="0"/>
          </p:cNvCxnSpPr>
          <p:nvPr/>
        </p:nvCxnSpPr>
        <p:spPr>
          <a:xfrm rot="16200000" flipH="1">
            <a:off x="833843" y="3709266"/>
            <a:ext cx="2856420" cy="48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0" name="Google Shape;170;g3303141d252_0_68"/>
          <p:cNvSpPr/>
          <p:nvPr/>
        </p:nvSpPr>
        <p:spPr>
          <a:xfrm>
            <a:off x="7285989" y="1375410"/>
            <a:ext cx="3954439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S4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g3303141d252_0_68"/>
          <p:cNvSpPr txBox="1"/>
          <p:nvPr/>
        </p:nvSpPr>
        <p:spPr>
          <a:xfrm>
            <a:off x="7542530" y="5149215"/>
            <a:ext cx="1499100" cy="571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D7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b="1">
                <a:solidFill>
                  <a:schemeClr val="lt1"/>
                </a:solidFill>
              </a:rPr>
              <a:t>CSCE</a:t>
            </a:r>
            <a:endParaRPr sz="9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303141d252_0_68"/>
          <p:cNvSpPr/>
          <p:nvPr/>
        </p:nvSpPr>
        <p:spPr>
          <a:xfrm>
            <a:off x="1644748" y="5137721"/>
            <a:ext cx="1235100" cy="599400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chemeClr val="dk1"/>
                </a:solidFill>
              </a:rPr>
              <a:t>Corrección sobrante caja por error</a:t>
            </a:r>
            <a:endParaRPr sz="9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g3303141d252_0_68"/>
          <p:cNvSpPr/>
          <p:nvPr/>
        </p:nvSpPr>
        <p:spPr>
          <a:xfrm>
            <a:off x="9453607" y="5125252"/>
            <a:ext cx="992196" cy="611982"/>
          </a:xfrm>
          <a:prstGeom prst="flowChartDocumen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1">
                <a:solidFill>
                  <a:schemeClr val="dk1"/>
                </a:solidFill>
              </a:rPr>
              <a:t>Documentos FI Banco Virtual/Caja</a:t>
            </a:r>
            <a:endParaRPr sz="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3" name="Google Shape;173;g3303141d252_0_68"/>
          <p:cNvCxnSpPr>
            <a:stCxn id="166" idx="3"/>
            <a:endCxn id="171" idx="1"/>
          </p:cNvCxnSpPr>
          <p:nvPr/>
        </p:nvCxnSpPr>
        <p:spPr>
          <a:xfrm>
            <a:off x="6673780" y="5434965"/>
            <a:ext cx="868800" cy="600"/>
          </a:xfrm>
          <a:prstGeom prst="bentConnector2">
            <a:avLst/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74" name="Google Shape;174;g3303141d252_0_68"/>
          <p:cNvCxnSpPr>
            <a:stCxn id="171" idx="3"/>
            <a:endCxn id="172" idx="1"/>
          </p:cNvCxnSpPr>
          <p:nvPr/>
        </p:nvCxnSpPr>
        <p:spPr>
          <a:xfrm flipV="1">
            <a:off x="9041630" y="5431243"/>
            <a:ext cx="411977" cy="372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75" name="Google Shape;175;g3303141d252_0_68"/>
          <p:cNvCxnSpPr>
            <a:stCxn id="169" idx="3"/>
            <a:endCxn id="166" idx="1"/>
          </p:cNvCxnSpPr>
          <p:nvPr/>
        </p:nvCxnSpPr>
        <p:spPr>
          <a:xfrm flipV="1">
            <a:off x="2879848" y="5434965"/>
            <a:ext cx="2802132" cy="245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6" name="Google Shape;176;g3303141d252_0_68"/>
          <p:cNvSpPr txBox="1"/>
          <p:nvPr/>
        </p:nvSpPr>
        <p:spPr>
          <a:xfrm>
            <a:off x="1438910" y="1022350"/>
            <a:ext cx="1657500" cy="246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</a:t>
            </a:r>
            <a:endParaRPr sz="10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E683AA3E-D793-126D-E150-5E0728B41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g3303141d252_0_68">
            <a:extLst>
              <a:ext uri="{FF2B5EF4-FFF2-40B4-BE49-F238E27FC236}">
                <a16:creationId xmlns:a16="http://schemas.microsoft.com/office/drawing/2014/main" id="{10DE4CDF-C04E-EB56-D582-1D282391FB00}"/>
              </a:ext>
            </a:extLst>
          </p:cNvPr>
          <p:cNvGrpSpPr/>
          <p:nvPr/>
        </p:nvGrpSpPr>
        <p:grpSpPr>
          <a:xfrm>
            <a:off x="203760" y="386640"/>
            <a:ext cx="704400" cy="640500"/>
            <a:chOff x="203760" y="386640"/>
            <a:chExt cx="704400" cy="640500"/>
          </a:xfrm>
        </p:grpSpPr>
        <p:sp>
          <p:nvSpPr>
            <p:cNvPr id="156" name="Google Shape;156;g3303141d252_0_68">
              <a:extLst>
                <a:ext uri="{FF2B5EF4-FFF2-40B4-BE49-F238E27FC236}">
                  <a16:creationId xmlns:a16="http://schemas.microsoft.com/office/drawing/2014/main" id="{3CFC83D6-E16B-A98F-C0FC-CF5EC49DA164}"/>
                </a:ext>
              </a:extLst>
            </p:cNvPr>
            <p:cNvSpPr/>
            <p:nvPr/>
          </p:nvSpPr>
          <p:spPr>
            <a:xfrm>
              <a:off x="317160" y="386640"/>
              <a:ext cx="504600" cy="465900"/>
            </a:xfrm>
            <a:prstGeom prst="ellipse">
              <a:avLst/>
            </a:prstGeom>
            <a:gradFill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g3303141d252_0_68">
              <a:extLst>
                <a:ext uri="{FF2B5EF4-FFF2-40B4-BE49-F238E27FC236}">
                  <a16:creationId xmlns:a16="http://schemas.microsoft.com/office/drawing/2014/main" id="{C859002E-BF2B-B14E-2A44-74D9EB13DE9A}"/>
                </a:ext>
              </a:extLst>
            </p:cNvPr>
            <p:cNvSpPr/>
            <p:nvPr/>
          </p:nvSpPr>
          <p:spPr>
            <a:xfrm>
              <a:off x="203760" y="854640"/>
              <a:ext cx="704400" cy="172500"/>
            </a:xfrm>
            <a:prstGeom prst="ellipse">
              <a:avLst/>
            </a:prstGeom>
            <a:gradFill>
              <a:gsLst>
                <a:gs pos="0">
                  <a:srgbClr val="808080">
                    <a:alpha val="49803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158" name="Google Shape;158;g3303141d252_0_68">
            <a:extLst>
              <a:ext uri="{FF2B5EF4-FFF2-40B4-BE49-F238E27FC236}">
                <a16:creationId xmlns:a16="http://schemas.microsoft.com/office/drawing/2014/main" id="{F009CB6A-608C-0C3A-9949-456A4690CFB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303141d252_0_68">
            <a:extLst>
              <a:ext uri="{FF2B5EF4-FFF2-40B4-BE49-F238E27FC236}">
                <a16:creationId xmlns:a16="http://schemas.microsoft.com/office/drawing/2014/main" id="{67697182-3986-F9C2-D967-7D29980522F8}"/>
              </a:ext>
            </a:extLst>
          </p:cNvPr>
          <p:cNvSpPr/>
          <p:nvPr/>
        </p:nvSpPr>
        <p:spPr>
          <a:xfrm>
            <a:off x="5302250" y="1375410"/>
            <a:ext cx="18282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303141d252_0_68">
            <a:extLst>
              <a:ext uri="{FF2B5EF4-FFF2-40B4-BE49-F238E27FC236}">
                <a16:creationId xmlns:a16="http://schemas.microsoft.com/office/drawing/2014/main" id="{2F40353F-DCF0-E69A-B001-45FCD233F5E7}"/>
              </a:ext>
            </a:extLst>
          </p:cNvPr>
          <p:cNvSpPr txBox="1"/>
          <p:nvPr/>
        </p:nvSpPr>
        <p:spPr>
          <a:xfrm>
            <a:off x="5302250" y="1023620"/>
            <a:ext cx="5382900" cy="246300"/>
          </a:xfrm>
          <a:prstGeom prst="rect">
            <a:avLst/>
          </a:prstGeom>
          <a:gradFill>
            <a:gsLst>
              <a:gs pos="0">
                <a:srgbClr val="234E9E"/>
              </a:gs>
              <a:gs pos="80000">
                <a:srgbClr val="2E68CF"/>
              </a:gs>
              <a:gs pos="100000">
                <a:srgbClr val="2C67D3"/>
              </a:gs>
            </a:gsLst>
            <a:lin ang="16200038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SAP S4 HANA</a:t>
            </a:r>
            <a:endParaRPr sz="10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g3303141d252_0_68">
            <a:extLst>
              <a:ext uri="{FF2B5EF4-FFF2-40B4-BE49-F238E27FC236}">
                <a16:creationId xmlns:a16="http://schemas.microsoft.com/office/drawing/2014/main" id="{19C47AB0-DF06-1AA5-3BA1-70576A367C0A}"/>
              </a:ext>
            </a:extLst>
          </p:cNvPr>
          <p:cNvSpPr txBox="1"/>
          <p:nvPr/>
        </p:nvSpPr>
        <p:spPr>
          <a:xfrm>
            <a:off x="316865" y="6403975"/>
            <a:ext cx="86805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Nota:  D-CXCCAR-08 Transacción que ayuda al usuario a generar </a:t>
            </a:r>
            <a:r>
              <a:rPr lang="es-MX" sz="1200" i="1">
                <a:solidFill>
                  <a:schemeClr val="dk1"/>
                </a:solidFill>
              </a:rPr>
              <a:t>depósitos</a:t>
            </a:r>
            <a:r>
              <a:rPr lang="es-MX" sz="1200" i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y/o reversos correcciones de sobrantes </a:t>
            </a:r>
            <a:endParaRPr sz="1200" i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g3303141d252_0_68">
            <a:extLst>
              <a:ext uri="{FF2B5EF4-FFF2-40B4-BE49-F238E27FC236}">
                <a16:creationId xmlns:a16="http://schemas.microsoft.com/office/drawing/2014/main" id="{4DE3F0DA-79DF-D828-8CDE-3FBBDF83E1AC}"/>
              </a:ext>
            </a:extLst>
          </p:cNvPr>
          <p:cNvSpPr/>
          <p:nvPr/>
        </p:nvSpPr>
        <p:spPr>
          <a:xfrm>
            <a:off x="908999" y="438480"/>
            <a:ext cx="10174500" cy="3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dirty="0">
                <a:solidFill>
                  <a:schemeClr val="dk1"/>
                </a:solidFill>
              </a:rPr>
              <a:t>Reverso, Corrección sobrante caja por error captura</a:t>
            </a:r>
            <a:endParaRPr lang="es-MX" sz="2200" b="1" strike="noStrik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strike="noStrik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3" name="Google Shape;163;g3303141d252_0_68">
            <a:extLst>
              <a:ext uri="{FF2B5EF4-FFF2-40B4-BE49-F238E27FC236}">
                <a16:creationId xmlns:a16="http://schemas.microsoft.com/office/drawing/2014/main" id="{64B8E9FF-023F-5EA8-05CC-8604D4C067A9}"/>
              </a:ext>
            </a:extLst>
          </p:cNvPr>
          <p:cNvSpPr/>
          <p:nvPr/>
        </p:nvSpPr>
        <p:spPr>
          <a:xfrm>
            <a:off x="3181454" y="1375650"/>
            <a:ext cx="20022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g3303141d252_0_68">
            <a:extLst>
              <a:ext uri="{FF2B5EF4-FFF2-40B4-BE49-F238E27FC236}">
                <a16:creationId xmlns:a16="http://schemas.microsoft.com/office/drawing/2014/main" id="{3D439F73-A40C-26FF-1C0F-179C42013044}"/>
              </a:ext>
            </a:extLst>
          </p:cNvPr>
          <p:cNvSpPr txBox="1"/>
          <p:nvPr/>
        </p:nvSpPr>
        <p:spPr>
          <a:xfrm>
            <a:off x="3181454" y="1023706"/>
            <a:ext cx="2002200" cy="246300"/>
          </a:xfrm>
          <a:prstGeom prst="rect">
            <a:avLst/>
          </a:prstGeom>
          <a:solidFill>
            <a:srgbClr val="0096FF"/>
          </a:solidFill>
          <a:ln w="9525" cap="flat" cmpd="sng">
            <a:solidFill>
              <a:srgbClr val="0096F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Plataforma Desarrollo</a:t>
            </a:r>
            <a:endParaRPr sz="10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g3303141d252_0_68">
            <a:extLst>
              <a:ext uri="{FF2B5EF4-FFF2-40B4-BE49-F238E27FC236}">
                <a16:creationId xmlns:a16="http://schemas.microsoft.com/office/drawing/2014/main" id="{D2AE1953-3C6F-591D-A415-3BA627AA6AFC}"/>
              </a:ext>
            </a:extLst>
          </p:cNvPr>
          <p:cNvSpPr/>
          <p:nvPr/>
        </p:nvSpPr>
        <p:spPr>
          <a:xfrm>
            <a:off x="1435982" y="1375650"/>
            <a:ext cx="16518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g3303141d252_0_68">
            <a:extLst>
              <a:ext uri="{FF2B5EF4-FFF2-40B4-BE49-F238E27FC236}">
                <a16:creationId xmlns:a16="http://schemas.microsoft.com/office/drawing/2014/main" id="{AD6E89F3-63C3-1F69-BC15-DB2B20AEF835}"/>
              </a:ext>
            </a:extLst>
          </p:cNvPr>
          <p:cNvSpPr txBox="1"/>
          <p:nvPr/>
        </p:nvSpPr>
        <p:spPr>
          <a:xfrm>
            <a:off x="5681980" y="5149215"/>
            <a:ext cx="991800" cy="571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D7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PV01_</a:t>
            </a:r>
            <a:r>
              <a:rPr lang="es-MX" sz="900" b="1">
                <a:solidFill>
                  <a:schemeClr val="lt1"/>
                </a:solidFill>
              </a:rPr>
              <a:t>CSCE</a:t>
            </a:r>
            <a:endParaRPr sz="9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g3303141d252_0_68">
            <a:extLst>
              <a:ext uri="{FF2B5EF4-FFF2-40B4-BE49-F238E27FC236}">
                <a16:creationId xmlns:a16="http://schemas.microsoft.com/office/drawing/2014/main" id="{F4BCB556-EC2C-82BA-9311-91646509445C}"/>
              </a:ext>
            </a:extLst>
          </p:cNvPr>
          <p:cNvSpPr/>
          <p:nvPr/>
        </p:nvSpPr>
        <p:spPr>
          <a:xfrm>
            <a:off x="1734259" y="1715801"/>
            <a:ext cx="1055100" cy="5655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MAVI POS</a:t>
            </a:r>
            <a:endParaRPr sz="9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g3303141d252_0_68">
            <a:extLst>
              <a:ext uri="{FF2B5EF4-FFF2-40B4-BE49-F238E27FC236}">
                <a16:creationId xmlns:a16="http://schemas.microsoft.com/office/drawing/2014/main" id="{1184C0D8-D556-9C40-02EF-DC4C50654B3E}"/>
              </a:ext>
            </a:extLst>
          </p:cNvPr>
          <p:cNvCxnSpPr>
            <a:stCxn id="167" idx="2"/>
            <a:endCxn id="169" idx="0"/>
          </p:cNvCxnSpPr>
          <p:nvPr/>
        </p:nvCxnSpPr>
        <p:spPr>
          <a:xfrm rot="16200000" flipH="1">
            <a:off x="833843" y="3709266"/>
            <a:ext cx="2856421" cy="48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0" name="Google Shape;170;g3303141d252_0_68">
            <a:extLst>
              <a:ext uri="{FF2B5EF4-FFF2-40B4-BE49-F238E27FC236}">
                <a16:creationId xmlns:a16="http://schemas.microsoft.com/office/drawing/2014/main" id="{3FA39E4D-CEBA-6CF0-1617-978121330E0D}"/>
              </a:ext>
            </a:extLst>
          </p:cNvPr>
          <p:cNvSpPr/>
          <p:nvPr/>
        </p:nvSpPr>
        <p:spPr>
          <a:xfrm>
            <a:off x="7285990" y="1375410"/>
            <a:ext cx="3398400" cy="4803900"/>
          </a:xfrm>
          <a:prstGeom prst="rect">
            <a:avLst/>
          </a:prstGeom>
          <a:noFill/>
          <a:ln w="9525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S4</a:t>
            </a:r>
            <a:endParaRPr sz="1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g3303141d252_0_68">
            <a:extLst>
              <a:ext uri="{FF2B5EF4-FFF2-40B4-BE49-F238E27FC236}">
                <a16:creationId xmlns:a16="http://schemas.microsoft.com/office/drawing/2014/main" id="{2730EBE2-11B8-EB36-E71A-D774A5D5104F}"/>
              </a:ext>
            </a:extLst>
          </p:cNvPr>
          <p:cNvSpPr txBox="1"/>
          <p:nvPr/>
        </p:nvSpPr>
        <p:spPr>
          <a:xfrm>
            <a:off x="7542530" y="5149215"/>
            <a:ext cx="1298867" cy="571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D7D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b="1">
                <a:solidFill>
                  <a:schemeClr val="lt1"/>
                </a:solidFill>
              </a:rPr>
              <a:t>CSCE</a:t>
            </a:r>
            <a:endParaRPr sz="9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g3303141d252_0_68">
            <a:extLst>
              <a:ext uri="{FF2B5EF4-FFF2-40B4-BE49-F238E27FC236}">
                <a16:creationId xmlns:a16="http://schemas.microsoft.com/office/drawing/2014/main" id="{9AD97754-BC1F-EF1E-2529-0BB929E093D9}"/>
              </a:ext>
            </a:extLst>
          </p:cNvPr>
          <p:cNvSpPr/>
          <p:nvPr/>
        </p:nvSpPr>
        <p:spPr>
          <a:xfrm>
            <a:off x="1644748" y="5137722"/>
            <a:ext cx="1235100" cy="599400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>
                <a:solidFill>
                  <a:schemeClr val="dk1"/>
                </a:solidFill>
              </a:rPr>
              <a:t>Reverso Corrección sobrante caja por error</a:t>
            </a:r>
            <a:endParaRPr sz="9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g3303141d252_0_68">
            <a:extLst>
              <a:ext uri="{FF2B5EF4-FFF2-40B4-BE49-F238E27FC236}">
                <a16:creationId xmlns:a16="http://schemas.microsoft.com/office/drawing/2014/main" id="{93D8B242-3674-656D-7FD4-9C085E6B25DA}"/>
              </a:ext>
            </a:extLst>
          </p:cNvPr>
          <p:cNvSpPr/>
          <p:nvPr/>
        </p:nvSpPr>
        <p:spPr>
          <a:xfrm>
            <a:off x="9453607" y="5125252"/>
            <a:ext cx="992196" cy="611982"/>
          </a:xfrm>
          <a:prstGeom prst="flowChartDocumen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1">
                <a:solidFill>
                  <a:schemeClr val="dk1"/>
                </a:solidFill>
              </a:rPr>
              <a:t>Documentos FI Caja/Banco Virtual</a:t>
            </a:r>
            <a:endParaRPr sz="800" b="1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3" name="Google Shape;173;g3303141d252_0_68">
            <a:extLst>
              <a:ext uri="{FF2B5EF4-FFF2-40B4-BE49-F238E27FC236}">
                <a16:creationId xmlns:a16="http://schemas.microsoft.com/office/drawing/2014/main" id="{7019A52E-26A5-F97E-A5A5-92231C36297A}"/>
              </a:ext>
            </a:extLst>
          </p:cNvPr>
          <p:cNvCxnSpPr>
            <a:cxnSpLocks/>
            <a:stCxn id="166" idx="3"/>
            <a:endCxn id="171" idx="1"/>
          </p:cNvCxnSpPr>
          <p:nvPr/>
        </p:nvCxnSpPr>
        <p:spPr>
          <a:xfrm>
            <a:off x="6673780" y="5434965"/>
            <a:ext cx="868750" cy="12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74" name="Google Shape;174;g3303141d252_0_68">
            <a:extLst>
              <a:ext uri="{FF2B5EF4-FFF2-40B4-BE49-F238E27FC236}">
                <a16:creationId xmlns:a16="http://schemas.microsoft.com/office/drawing/2014/main" id="{22799F1C-3AA2-95F8-6111-801625532D22}"/>
              </a:ext>
            </a:extLst>
          </p:cNvPr>
          <p:cNvCxnSpPr>
            <a:cxnSpLocks/>
            <a:stCxn id="171" idx="3"/>
            <a:endCxn id="172" idx="1"/>
          </p:cNvCxnSpPr>
          <p:nvPr/>
        </p:nvCxnSpPr>
        <p:spPr>
          <a:xfrm flipV="1">
            <a:off x="8841397" y="5431243"/>
            <a:ext cx="612210" cy="372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175" name="Google Shape;175;g3303141d252_0_68">
            <a:extLst>
              <a:ext uri="{FF2B5EF4-FFF2-40B4-BE49-F238E27FC236}">
                <a16:creationId xmlns:a16="http://schemas.microsoft.com/office/drawing/2014/main" id="{55C49C3C-2D61-6733-01DC-FAB05180E9F5}"/>
              </a:ext>
            </a:extLst>
          </p:cNvPr>
          <p:cNvCxnSpPr>
            <a:stCxn id="169" idx="3"/>
            <a:endCxn id="166" idx="1"/>
          </p:cNvCxnSpPr>
          <p:nvPr/>
        </p:nvCxnSpPr>
        <p:spPr>
          <a:xfrm flipV="1">
            <a:off x="2879848" y="5434965"/>
            <a:ext cx="2802132" cy="245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E6EC2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176" name="Google Shape;176;g3303141d252_0_68">
            <a:extLst>
              <a:ext uri="{FF2B5EF4-FFF2-40B4-BE49-F238E27FC236}">
                <a16:creationId xmlns:a16="http://schemas.microsoft.com/office/drawing/2014/main" id="{F1C9A533-02C9-C089-8978-D65F2BCC3F6F}"/>
              </a:ext>
            </a:extLst>
          </p:cNvPr>
          <p:cNvSpPr txBox="1"/>
          <p:nvPr/>
        </p:nvSpPr>
        <p:spPr>
          <a:xfrm>
            <a:off x="1438910" y="1022350"/>
            <a:ext cx="1657500" cy="246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</a:t>
            </a:r>
            <a:endParaRPr sz="10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0595518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319D-022E-1728-961F-A4C5AD68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46113723-5AA6-3D90-BCB1-CB3353AD45EA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2D8D88AA-CF8E-07CC-6754-084F740C0E34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3EC5ED95-D990-C348-13EF-B0B4AB53EBD0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998B7A2-E9FB-0FB6-36E7-4806359726DA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FC3F0B4-B1BA-C84F-6996-205D88C0C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EF094FA2-33D2-411B-EA64-E993AAFFB351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86403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379;p10"/>
          <p:cNvSpPr/>
          <p:nvPr/>
        </p:nvSpPr>
        <p:spPr>
          <a:xfrm>
            <a:off x="207747" y="1054135"/>
            <a:ext cx="3821340" cy="50141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D8B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7" name="Google Shape;379;p10"/>
          <p:cNvSpPr/>
          <p:nvPr/>
        </p:nvSpPr>
        <p:spPr>
          <a:xfrm>
            <a:off x="7667896" y="1058923"/>
            <a:ext cx="4112915" cy="5013372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67896" y="1065317"/>
            <a:ext cx="432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81;p10"/>
          <p:cNvSpPr txBox="1"/>
          <p:nvPr/>
        </p:nvSpPr>
        <p:spPr>
          <a:xfrm>
            <a:off x="9284571" y="1028441"/>
            <a:ext cx="1453048" cy="32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S/4HANA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Google Shape;379;p10"/>
          <p:cNvSpPr/>
          <p:nvPr/>
        </p:nvSpPr>
        <p:spPr>
          <a:xfrm>
            <a:off x="4147574" y="1058091"/>
            <a:ext cx="1595486" cy="50141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130810" y="1057026"/>
            <a:ext cx="43172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381;p10"/>
          <p:cNvSpPr txBox="1"/>
          <p:nvPr/>
        </p:nvSpPr>
        <p:spPr>
          <a:xfrm>
            <a:off x="4664255" y="987401"/>
            <a:ext cx="80245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" name="Google Shape;381;p10"/>
          <p:cNvSpPr txBox="1"/>
          <p:nvPr/>
        </p:nvSpPr>
        <p:spPr>
          <a:xfrm>
            <a:off x="2021211" y="1015040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425;p10"/>
          <p:cNvSpPr/>
          <p:nvPr/>
        </p:nvSpPr>
        <p:spPr>
          <a:xfrm>
            <a:off x="460914" y="1792925"/>
            <a:ext cx="1440943" cy="30903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Corte de Caja y Cierre de Turno</a:t>
            </a:r>
            <a:endParaRPr lang="es-ES"/>
          </a:p>
        </p:txBody>
      </p:sp>
      <p:pic>
        <p:nvPicPr>
          <p:cNvPr id="65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16" y="1087416"/>
            <a:ext cx="501088" cy="246888"/>
          </a:xfrm>
          <a:prstGeom prst="rect">
            <a:avLst/>
          </a:prstGeom>
        </p:spPr>
      </p:pic>
      <p:sp>
        <p:nvSpPr>
          <p:cNvPr id="69" name="Google Shape;379;p10"/>
          <p:cNvSpPr/>
          <p:nvPr/>
        </p:nvSpPr>
        <p:spPr>
          <a:xfrm>
            <a:off x="5941918" y="1039278"/>
            <a:ext cx="1624255" cy="50319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0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42562" y="1058091"/>
            <a:ext cx="43172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381;p10"/>
          <p:cNvSpPr txBox="1"/>
          <p:nvPr/>
        </p:nvSpPr>
        <p:spPr>
          <a:xfrm>
            <a:off x="6476007" y="974664"/>
            <a:ext cx="81713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CuadroTexto 100"/>
          <p:cNvSpPr txBox="1"/>
          <p:nvPr/>
        </p:nvSpPr>
        <p:spPr>
          <a:xfrm>
            <a:off x="7965549" y="4209059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323" name="Google Shape;333;p9"/>
          <p:cNvSpPr/>
          <p:nvPr/>
        </p:nvSpPr>
        <p:spPr>
          <a:xfrm>
            <a:off x="8046473" y="4427525"/>
            <a:ext cx="1440000" cy="4387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</a:p>
        </p:txBody>
      </p:sp>
      <p:cxnSp>
        <p:nvCxnSpPr>
          <p:cNvPr id="329" name="Google Shape;423;p10"/>
          <p:cNvCxnSpPr>
            <a:stCxn id="323" idx="3"/>
            <a:endCxn id="337" idx="1"/>
          </p:cNvCxnSpPr>
          <p:nvPr/>
        </p:nvCxnSpPr>
        <p:spPr>
          <a:xfrm flipV="1">
            <a:off x="9486473" y="4642626"/>
            <a:ext cx="482025" cy="42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443;p10"/>
          <p:cNvSpPr/>
          <p:nvPr/>
        </p:nvSpPr>
        <p:spPr>
          <a:xfrm>
            <a:off x="9968498" y="4322743"/>
            <a:ext cx="1443364" cy="639765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Documento FI 	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Bancos / Diferencia Deposito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425;p10"/>
          <p:cNvSpPr/>
          <p:nvPr/>
        </p:nvSpPr>
        <p:spPr>
          <a:xfrm>
            <a:off x="6053985" y="1792925"/>
            <a:ext cx="1440000" cy="306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Movimientos Diferencias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139" y="110705"/>
            <a:ext cx="945701" cy="508855"/>
          </a:xfrm>
          <a:prstGeom prst="rect">
            <a:avLst/>
          </a:prstGeom>
        </p:spPr>
      </p:pic>
      <p:sp>
        <p:nvSpPr>
          <p:cNvPr id="4" name="Rectángulo 15"/>
          <p:cNvSpPr/>
          <p:nvPr/>
        </p:nvSpPr>
        <p:spPr>
          <a:xfrm>
            <a:off x="909019" y="438335"/>
            <a:ext cx="9520856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s-ES" sz="24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Seguimiento Faltante Caja</a:t>
            </a:r>
          </a:p>
        </p:txBody>
      </p:sp>
      <p:grpSp>
        <p:nvGrpSpPr>
          <p:cNvPr id="3" name="Grupo 22"/>
          <p:cNvGrpSpPr/>
          <p:nvPr/>
        </p:nvGrpSpPr>
        <p:grpSpPr>
          <a:xfrm>
            <a:off x="203904" y="438335"/>
            <a:ext cx="705115" cy="641226"/>
            <a:chOff x="2818242" y="3696011"/>
            <a:chExt cx="705115" cy="641226"/>
          </a:xfrm>
        </p:grpSpPr>
        <p:sp>
          <p:nvSpPr>
            <p:cNvPr id="7" name="Oval 40"/>
            <p:cNvSpPr>
              <a:spLocks noChangeAspect="1" noChangeArrowheads="1"/>
            </p:cNvSpPr>
            <p:nvPr/>
          </p:nvSpPr>
          <p:spPr bwMode="gray">
            <a:xfrm>
              <a:off x="2931559" y="3696011"/>
              <a:ext cx="505619" cy="466725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gamma/>
                    <a:tint val="24314"/>
                    <a:invGamma/>
                  </a:srgbClr>
                </a:gs>
                <a:gs pos="100000">
                  <a:srgbClr val="80808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s-MX" sz="1400" b="1" i="0" u="none" strike="noStrike" kern="0" cap="none" spc="0" normalizeH="0" baseline="0" noProof="0">
                  <a:ln>
                    <a:noFill/>
                  </a:ln>
                  <a:solidFill>
                    <a:srgbClr val="123E51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</a:rPr>
                <a:t>4</a:t>
              </a:r>
              <a:endParaRPr kumimoji="0" lang="es-MX" sz="1800" b="1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" name="Oval 3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>
              <a:off x="2818242" y="4164200"/>
              <a:ext cx="705115" cy="173037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alpha val="50000"/>
                  </a:srgbClr>
                </a:gs>
                <a:gs pos="100000">
                  <a:srgbClr val="808080">
                    <a:gamma/>
                    <a:tint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chemeClr val="bg1"/>
                  </a:solidFill>
                  <a:round/>
                </a14:hiddenLine>
              </a:ext>
            </a:extLst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s-MX" sz="1000" b="0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" name="CuadroTexto 100"/>
          <p:cNvSpPr txBox="1"/>
          <p:nvPr/>
        </p:nvSpPr>
        <p:spPr>
          <a:xfrm>
            <a:off x="387456" y="1492126"/>
            <a:ext cx="14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Tienda X / Caja Y</a:t>
            </a:r>
          </a:p>
        </p:txBody>
      </p:sp>
      <p:sp>
        <p:nvSpPr>
          <p:cNvPr id="74" name="Google Shape;425;p10"/>
          <p:cNvSpPr/>
          <p:nvPr/>
        </p:nvSpPr>
        <p:spPr>
          <a:xfrm>
            <a:off x="456561" y="2363334"/>
            <a:ext cx="1440943" cy="3798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*Tabla Z Diferencias Corte</a:t>
            </a:r>
            <a:endParaRPr lang="es-ES"/>
          </a:p>
        </p:txBody>
      </p:sp>
      <p:sp>
        <p:nvSpPr>
          <p:cNvPr id="78" name="Google Shape;333;p9"/>
          <p:cNvSpPr/>
          <p:nvPr/>
        </p:nvSpPr>
        <p:spPr>
          <a:xfrm>
            <a:off x="6053985" y="3231976"/>
            <a:ext cx="1440000" cy="51706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CORTE DE CAJA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425;p10"/>
          <p:cNvSpPr/>
          <p:nvPr/>
        </p:nvSpPr>
        <p:spPr>
          <a:xfrm>
            <a:off x="465271" y="3195003"/>
            <a:ext cx="1440943" cy="5932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Se Audita Corte de Caja con un Faltante</a:t>
            </a:r>
            <a:endParaRPr lang="es-ES"/>
          </a:p>
        </p:txBody>
      </p:sp>
      <p:sp>
        <p:nvSpPr>
          <p:cNvPr id="94" name="93 Decisión"/>
          <p:cNvSpPr/>
          <p:nvPr/>
        </p:nvSpPr>
        <p:spPr>
          <a:xfrm>
            <a:off x="470263" y="4206239"/>
            <a:ext cx="1423852" cy="875212"/>
          </a:xfrm>
          <a:prstGeom prst="flowChartDecision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ea typeface="Arial" panose="020B0604020202020204"/>
                <a:cs typeface="Calibri" panose="020F0502020204030204"/>
                <a:sym typeface="Calibri" panose="020F0502020204030204"/>
              </a:rPr>
              <a:t>Se cobra el faltante</a:t>
            </a:r>
          </a:p>
        </p:txBody>
      </p:sp>
      <p:cxnSp>
        <p:nvCxnSpPr>
          <p:cNvPr id="98" name="97 Conector recto de flecha"/>
          <p:cNvCxnSpPr>
            <a:endCxn id="81" idx="0"/>
          </p:cNvCxnSpPr>
          <p:nvPr/>
        </p:nvCxnSpPr>
        <p:spPr>
          <a:xfrm>
            <a:off x="1176450" y="2757057"/>
            <a:ext cx="9293" cy="4379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 de flecha"/>
          <p:cNvCxnSpPr/>
          <p:nvPr/>
        </p:nvCxnSpPr>
        <p:spPr>
          <a:xfrm>
            <a:off x="1172096" y="3797731"/>
            <a:ext cx="0" cy="408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1690324" y="4308786"/>
            <a:ext cx="4659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</a:p>
        </p:txBody>
      </p:sp>
      <p:sp>
        <p:nvSpPr>
          <p:cNvPr id="102" name="CuadroTexto 100"/>
          <p:cNvSpPr txBox="1"/>
          <p:nvPr/>
        </p:nvSpPr>
        <p:spPr>
          <a:xfrm>
            <a:off x="771430" y="4987277"/>
            <a:ext cx="4659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103" name="Google Shape;425;p10"/>
          <p:cNvSpPr/>
          <p:nvPr/>
        </p:nvSpPr>
        <p:spPr>
          <a:xfrm>
            <a:off x="2249470" y="4397306"/>
            <a:ext cx="1248717" cy="4930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Generar </a:t>
            </a:r>
          </a:p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Cobro Dif Caja</a:t>
            </a:r>
            <a:endParaRPr lang="es-ES"/>
          </a:p>
        </p:txBody>
      </p:sp>
      <p:sp>
        <p:nvSpPr>
          <p:cNvPr id="104" name="Google Shape;425;p10"/>
          <p:cNvSpPr/>
          <p:nvPr/>
        </p:nvSpPr>
        <p:spPr>
          <a:xfrm>
            <a:off x="2248529" y="5223306"/>
            <a:ext cx="1248717" cy="4930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Generar </a:t>
            </a:r>
          </a:p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Canc Dif Caja</a:t>
            </a:r>
            <a:endParaRPr lang="es-ES"/>
          </a:p>
        </p:txBody>
      </p:sp>
      <p:cxnSp>
        <p:nvCxnSpPr>
          <p:cNvPr id="109" name="108 Conector angular"/>
          <p:cNvCxnSpPr>
            <a:stCxn id="94" idx="2"/>
            <a:endCxn id="104" idx="1"/>
          </p:cNvCxnSpPr>
          <p:nvPr/>
        </p:nvCxnSpPr>
        <p:spPr>
          <a:xfrm rot="16200000" flipH="1">
            <a:off x="1521162" y="4742478"/>
            <a:ext cx="388394" cy="106634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18 Conector recto de flecha"/>
          <p:cNvCxnSpPr>
            <a:stCxn id="78" idx="1"/>
            <a:endCxn id="81" idx="3"/>
          </p:cNvCxnSpPr>
          <p:nvPr/>
        </p:nvCxnSpPr>
        <p:spPr>
          <a:xfrm flipH="1">
            <a:off x="1906214" y="3490508"/>
            <a:ext cx="4147771" cy="1108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Google Shape;333;p9"/>
          <p:cNvSpPr/>
          <p:nvPr/>
        </p:nvSpPr>
        <p:spPr>
          <a:xfrm>
            <a:off x="8046473" y="5264352"/>
            <a:ext cx="1440000" cy="4387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</a:p>
        </p:txBody>
      </p:sp>
      <p:cxnSp>
        <p:nvCxnSpPr>
          <p:cNvPr id="127" name="Google Shape;423;p10"/>
          <p:cNvCxnSpPr>
            <a:stCxn id="126" idx="3"/>
            <a:endCxn id="128" idx="1"/>
          </p:cNvCxnSpPr>
          <p:nvPr/>
        </p:nvCxnSpPr>
        <p:spPr>
          <a:xfrm>
            <a:off x="9486473" y="5483707"/>
            <a:ext cx="490733" cy="259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443;p10"/>
          <p:cNvSpPr/>
          <p:nvPr/>
        </p:nvSpPr>
        <p:spPr>
          <a:xfrm>
            <a:off x="9977206" y="5186943"/>
            <a:ext cx="1443364" cy="598721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Documento FI 	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Gastos / Diferencia Deposito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53" name="152 Conector angular"/>
          <p:cNvCxnSpPr>
            <a:stCxn id="365" idx="2"/>
            <a:endCxn id="74" idx="3"/>
          </p:cNvCxnSpPr>
          <p:nvPr/>
        </p:nvCxnSpPr>
        <p:spPr>
          <a:xfrm rot="5400000">
            <a:off x="4108575" y="-112145"/>
            <a:ext cx="454341" cy="4876481"/>
          </a:xfrm>
          <a:prstGeom prst="bent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CuadroTexto 100"/>
          <p:cNvSpPr txBox="1"/>
          <p:nvPr/>
        </p:nvSpPr>
        <p:spPr>
          <a:xfrm>
            <a:off x="7944750" y="5071306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31" name="Google Shape;425;p10"/>
          <p:cNvSpPr/>
          <p:nvPr/>
        </p:nvSpPr>
        <p:spPr>
          <a:xfrm>
            <a:off x="4227457" y="4490845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Mov. Financiero Faltante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106"/>
          <p:cNvSpPr/>
          <p:nvPr/>
        </p:nvSpPr>
        <p:spPr>
          <a:xfrm>
            <a:off x="4655943" y="433218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CI04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3" name="Google Shape;425;p10"/>
          <p:cNvSpPr/>
          <p:nvPr/>
        </p:nvSpPr>
        <p:spPr>
          <a:xfrm>
            <a:off x="6053985" y="4493836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Mov. Financiero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Cobro Dif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35" name="Google Shape;423;p10"/>
          <p:cNvCxnSpPr>
            <a:stCxn id="103" idx="3"/>
            <a:endCxn id="31" idx="1"/>
          </p:cNvCxnSpPr>
          <p:nvPr/>
        </p:nvCxnSpPr>
        <p:spPr>
          <a:xfrm>
            <a:off x="3498187" y="4643845"/>
            <a:ext cx="72927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" name="Google Shape;423;p10"/>
          <p:cNvCxnSpPr>
            <a:stCxn id="31" idx="3"/>
            <a:endCxn id="33" idx="1"/>
          </p:cNvCxnSpPr>
          <p:nvPr/>
        </p:nvCxnSpPr>
        <p:spPr>
          <a:xfrm>
            <a:off x="5667457" y="4643845"/>
            <a:ext cx="386528" cy="299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" name="Google Shape;423;p10"/>
          <p:cNvCxnSpPr>
            <a:stCxn id="33" idx="3"/>
            <a:endCxn id="323" idx="1"/>
          </p:cNvCxnSpPr>
          <p:nvPr/>
        </p:nvCxnSpPr>
        <p:spPr>
          <a:xfrm>
            <a:off x="7493985" y="4646836"/>
            <a:ext cx="552488" cy="4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" name="Google Shape;425;p10"/>
          <p:cNvSpPr/>
          <p:nvPr/>
        </p:nvSpPr>
        <p:spPr>
          <a:xfrm>
            <a:off x="4227457" y="5309983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Mov. Financiero Faltante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ángulo 106"/>
          <p:cNvSpPr/>
          <p:nvPr/>
        </p:nvSpPr>
        <p:spPr>
          <a:xfrm>
            <a:off x="4655943" y="5151323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CI04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47" name="Google Shape;425;p10"/>
          <p:cNvSpPr/>
          <p:nvPr/>
        </p:nvSpPr>
        <p:spPr>
          <a:xfrm>
            <a:off x="6053985" y="5312974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Mov. Financiero</a:t>
            </a: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Canc Dif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8" name="Google Shape;423;p10"/>
          <p:cNvCxnSpPr>
            <a:stCxn id="45" idx="3"/>
            <a:endCxn id="47" idx="1"/>
          </p:cNvCxnSpPr>
          <p:nvPr/>
        </p:nvCxnSpPr>
        <p:spPr>
          <a:xfrm>
            <a:off x="5667457" y="5462983"/>
            <a:ext cx="386528" cy="299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423;p10"/>
          <p:cNvCxnSpPr>
            <a:stCxn id="47" idx="3"/>
          </p:cNvCxnSpPr>
          <p:nvPr/>
        </p:nvCxnSpPr>
        <p:spPr>
          <a:xfrm>
            <a:off x="7493985" y="5465974"/>
            <a:ext cx="552488" cy="4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" name="Google Shape;423;p10"/>
          <p:cNvCxnSpPr>
            <a:stCxn id="104" idx="3"/>
            <a:endCxn id="45" idx="1"/>
          </p:cNvCxnSpPr>
          <p:nvPr/>
        </p:nvCxnSpPr>
        <p:spPr>
          <a:xfrm flipV="1">
            <a:off x="3497246" y="5462983"/>
            <a:ext cx="730211" cy="686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423;p10"/>
          <p:cNvCxnSpPr>
            <a:stCxn id="94" idx="3"/>
            <a:endCxn id="103" idx="1"/>
          </p:cNvCxnSpPr>
          <p:nvPr/>
        </p:nvCxnSpPr>
        <p:spPr>
          <a:xfrm>
            <a:off x="1894115" y="4643845"/>
            <a:ext cx="35535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" name="Google Shape;315;p9"/>
          <p:cNvSpPr txBox="1"/>
          <p:nvPr/>
        </p:nvSpPr>
        <p:spPr>
          <a:xfrm>
            <a:off x="6439427" y="6056491"/>
            <a:ext cx="150315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en CAR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66" name="Rectangle 39"/>
          <p:cNvSpPr>
            <a:spLocks noChangeAspect="1"/>
          </p:cNvSpPr>
          <p:nvPr/>
        </p:nvSpPr>
        <p:spPr>
          <a:xfrm>
            <a:off x="6278120" y="6126050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4223520" y="2431818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Expo movimientos diferencias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ángulo 106"/>
          <p:cNvSpPr/>
          <p:nvPr/>
        </p:nvSpPr>
        <p:spPr>
          <a:xfrm>
            <a:off x="4652006" y="2273158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CI02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11" name="CuadroTexto 100"/>
          <p:cNvSpPr txBox="1"/>
          <p:nvPr/>
        </p:nvSpPr>
        <p:spPr>
          <a:xfrm>
            <a:off x="5631983" y="2542038"/>
            <a:ext cx="1781473" cy="26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Exposición hacia el POS</a:t>
            </a:r>
            <a:endParaRPr lang="es-MX" sz="1100"/>
          </a:p>
        </p:txBody>
      </p:sp>
      <p:sp>
        <p:nvSpPr>
          <p:cNvPr id="12" name="Google Shape;425;p10"/>
          <p:cNvSpPr/>
          <p:nvPr/>
        </p:nvSpPr>
        <p:spPr>
          <a:xfrm>
            <a:off x="4237375" y="3327228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Expo Reporte </a:t>
            </a:r>
          </a:p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Corte de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ángulo 106"/>
          <p:cNvSpPr/>
          <p:nvPr/>
        </p:nvSpPr>
        <p:spPr>
          <a:xfrm>
            <a:off x="4665861" y="3168568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CI03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19" name="CuadroTexto 100"/>
          <p:cNvSpPr txBox="1"/>
          <p:nvPr/>
        </p:nvSpPr>
        <p:spPr>
          <a:xfrm>
            <a:off x="4014326" y="6010365"/>
            <a:ext cx="23731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La interfaz CI02 Y CI03 pueden realizarse por medio del consumo de una Z API o una conexión directa a la base de datos ODBC</a:t>
            </a:r>
            <a:endParaRPr lang="es-MX" sz="1100"/>
          </a:p>
        </p:txBody>
      </p:sp>
      <p:sp>
        <p:nvSpPr>
          <p:cNvPr id="25" name="CuadroTexto 100"/>
          <p:cNvSpPr txBox="1"/>
          <p:nvPr/>
        </p:nvSpPr>
        <p:spPr>
          <a:xfrm>
            <a:off x="113945" y="6021481"/>
            <a:ext cx="23731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*El desarrollo, lógica y mantenimiento es responsabilidad del POS</a:t>
            </a:r>
            <a:endParaRPr lang="es-MX" sz="110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379;p10"/>
          <p:cNvSpPr/>
          <p:nvPr/>
        </p:nvSpPr>
        <p:spPr>
          <a:xfrm>
            <a:off x="207747" y="1054135"/>
            <a:ext cx="3821340" cy="50141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D8B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endParaRPr>
              <a:sym typeface="Calibri" panose="020F0502020204030204"/>
            </a:endParaRPr>
          </a:p>
        </p:txBody>
      </p:sp>
      <p:sp>
        <p:nvSpPr>
          <p:cNvPr id="17" name="Google Shape;379;p10"/>
          <p:cNvSpPr/>
          <p:nvPr/>
        </p:nvSpPr>
        <p:spPr>
          <a:xfrm>
            <a:off x="7667896" y="1058923"/>
            <a:ext cx="4112915" cy="5013372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67896" y="1065317"/>
            <a:ext cx="432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81;p10"/>
          <p:cNvSpPr txBox="1"/>
          <p:nvPr/>
        </p:nvSpPr>
        <p:spPr>
          <a:xfrm>
            <a:off x="9284571" y="1028441"/>
            <a:ext cx="1453048" cy="32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S/4HANA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Google Shape;379;p10"/>
          <p:cNvSpPr/>
          <p:nvPr/>
        </p:nvSpPr>
        <p:spPr>
          <a:xfrm>
            <a:off x="4147574" y="1058091"/>
            <a:ext cx="1595486" cy="50141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130810" y="1057026"/>
            <a:ext cx="43172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381;p10"/>
          <p:cNvSpPr txBox="1"/>
          <p:nvPr/>
        </p:nvSpPr>
        <p:spPr>
          <a:xfrm>
            <a:off x="4664255" y="987401"/>
            <a:ext cx="80245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CPI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" name="Google Shape;381;p10"/>
          <p:cNvSpPr txBox="1"/>
          <p:nvPr/>
        </p:nvSpPr>
        <p:spPr>
          <a:xfrm>
            <a:off x="2021211" y="1015040"/>
            <a:ext cx="10811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POS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425;p10"/>
          <p:cNvSpPr/>
          <p:nvPr/>
        </p:nvSpPr>
        <p:spPr>
          <a:xfrm>
            <a:off x="460914" y="1792925"/>
            <a:ext cx="1440943" cy="30903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Corte de Caja y Cierre de Turno</a:t>
            </a:r>
            <a:endParaRPr lang="es-ES"/>
          </a:p>
        </p:txBody>
      </p:sp>
      <p:pic>
        <p:nvPicPr>
          <p:cNvPr id="65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16" y="1087416"/>
            <a:ext cx="501088" cy="246888"/>
          </a:xfrm>
          <a:prstGeom prst="rect">
            <a:avLst/>
          </a:prstGeom>
        </p:spPr>
      </p:pic>
      <p:sp>
        <p:nvSpPr>
          <p:cNvPr id="69" name="Google Shape;379;p10"/>
          <p:cNvSpPr/>
          <p:nvPr/>
        </p:nvSpPr>
        <p:spPr>
          <a:xfrm>
            <a:off x="5941918" y="1039278"/>
            <a:ext cx="1624255" cy="50319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0" name="Google Shape;380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42562" y="1058091"/>
            <a:ext cx="43172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381;p10"/>
          <p:cNvSpPr txBox="1"/>
          <p:nvPr/>
        </p:nvSpPr>
        <p:spPr>
          <a:xfrm>
            <a:off x="6476007" y="974664"/>
            <a:ext cx="81713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CuadroTexto 100"/>
          <p:cNvSpPr txBox="1"/>
          <p:nvPr/>
        </p:nvSpPr>
        <p:spPr>
          <a:xfrm>
            <a:off x="7965549" y="4209059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323" name="Google Shape;333;p9"/>
          <p:cNvSpPr/>
          <p:nvPr/>
        </p:nvSpPr>
        <p:spPr>
          <a:xfrm>
            <a:off x="8046473" y="4427525"/>
            <a:ext cx="1440000" cy="4387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</a:p>
        </p:txBody>
      </p:sp>
      <p:cxnSp>
        <p:nvCxnSpPr>
          <p:cNvPr id="329" name="Google Shape;423;p10"/>
          <p:cNvCxnSpPr>
            <a:stCxn id="323" idx="3"/>
            <a:endCxn id="337" idx="1"/>
          </p:cNvCxnSpPr>
          <p:nvPr/>
        </p:nvCxnSpPr>
        <p:spPr>
          <a:xfrm flipV="1">
            <a:off x="9486473" y="4642626"/>
            <a:ext cx="482025" cy="425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443;p10"/>
          <p:cNvSpPr/>
          <p:nvPr/>
        </p:nvSpPr>
        <p:spPr>
          <a:xfrm>
            <a:off x="9968498" y="4322743"/>
            <a:ext cx="1443364" cy="639765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Documento FI 	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Bancos / Diferencia Deposito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425;p10"/>
          <p:cNvSpPr/>
          <p:nvPr/>
        </p:nvSpPr>
        <p:spPr>
          <a:xfrm>
            <a:off x="6053985" y="1792925"/>
            <a:ext cx="1440000" cy="306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ES" sz="1100">
                <a:latin typeface="Calibri" panose="020F0502020204030204"/>
                <a:cs typeface="Calibri" panose="020F0502020204030204"/>
                <a:sym typeface="Calibri" panose="020F0502020204030204"/>
              </a:rPr>
              <a:t>Movimientos Diferencias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139" y="110705"/>
            <a:ext cx="945701" cy="508855"/>
          </a:xfrm>
          <a:prstGeom prst="rect">
            <a:avLst/>
          </a:prstGeom>
        </p:spPr>
      </p:pic>
      <p:sp>
        <p:nvSpPr>
          <p:cNvPr id="4" name="Rectángulo 15"/>
          <p:cNvSpPr/>
          <p:nvPr/>
        </p:nvSpPr>
        <p:spPr>
          <a:xfrm>
            <a:off x="909019" y="438335"/>
            <a:ext cx="9520856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s-MX" altLang="es-ES" sz="24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Reverso </a:t>
            </a:r>
            <a:r>
              <a:rPr lang="es-ES" sz="2400" b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Seguimiento Faltante Caja</a:t>
            </a:r>
          </a:p>
        </p:txBody>
      </p:sp>
      <p:grpSp>
        <p:nvGrpSpPr>
          <p:cNvPr id="3" name="Grupo 22"/>
          <p:cNvGrpSpPr/>
          <p:nvPr/>
        </p:nvGrpSpPr>
        <p:grpSpPr>
          <a:xfrm>
            <a:off x="203904" y="438335"/>
            <a:ext cx="705115" cy="641226"/>
            <a:chOff x="2818242" y="3696011"/>
            <a:chExt cx="705115" cy="641226"/>
          </a:xfrm>
        </p:grpSpPr>
        <p:sp>
          <p:nvSpPr>
            <p:cNvPr id="7" name="Oval 40"/>
            <p:cNvSpPr>
              <a:spLocks noChangeAspect="1" noChangeArrowheads="1"/>
            </p:cNvSpPr>
            <p:nvPr/>
          </p:nvSpPr>
          <p:spPr bwMode="gray">
            <a:xfrm>
              <a:off x="2931559" y="3696011"/>
              <a:ext cx="505619" cy="466725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gamma/>
                    <a:tint val="24314"/>
                    <a:invGamma/>
                  </a:srgbClr>
                </a:gs>
                <a:gs pos="100000">
                  <a:srgbClr val="80808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s-MX" sz="1400" b="1" i="0" u="none" strike="noStrike" kern="0" cap="none" spc="0" normalizeH="0" baseline="0" noProof="0">
                  <a:ln>
                    <a:noFill/>
                  </a:ln>
                  <a:solidFill>
                    <a:srgbClr val="123E51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</a:rPr>
                <a:t>4</a:t>
              </a:r>
              <a:endParaRPr kumimoji="0" lang="es-MX" sz="1800" b="1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" name="Oval 3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>
              <a:off x="2818242" y="4164200"/>
              <a:ext cx="705115" cy="173037"/>
            </a:xfrm>
            <a:prstGeom prst="ellipse">
              <a:avLst/>
            </a:prstGeom>
            <a:gradFill rotWithShape="1">
              <a:gsLst>
                <a:gs pos="0">
                  <a:srgbClr val="808080">
                    <a:alpha val="50000"/>
                  </a:srgbClr>
                </a:gs>
                <a:gs pos="100000">
                  <a:srgbClr val="808080">
                    <a:gamma/>
                    <a:tint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chemeClr val="bg1"/>
                  </a:solidFill>
                  <a:round/>
                </a14:hiddenLine>
              </a:ext>
            </a:extLst>
          </p:spPr>
          <p:txBody>
            <a:bodyPr wrap="none" lIns="90000" tIns="90000" rIns="72000" bIns="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s-MX" sz="1000" b="0" i="0" u="none" strike="noStrike" kern="0" cap="none" spc="0" normalizeH="0" baseline="0" noProof="0">
                <a:ln>
                  <a:noFill/>
                </a:ln>
                <a:solidFill>
                  <a:srgbClr val="123E51">
                    <a:lumMod val="90000"/>
                    <a:lumOff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" name="CuadroTexto 100"/>
          <p:cNvSpPr txBox="1"/>
          <p:nvPr/>
        </p:nvSpPr>
        <p:spPr>
          <a:xfrm>
            <a:off x="387456" y="1492126"/>
            <a:ext cx="14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Tienda X / Caja Y</a:t>
            </a:r>
          </a:p>
        </p:txBody>
      </p:sp>
      <p:sp>
        <p:nvSpPr>
          <p:cNvPr id="74" name="Google Shape;425;p10"/>
          <p:cNvSpPr/>
          <p:nvPr/>
        </p:nvSpPr>
        <p:spPr>
          <a:xfrm>
            <a:off x="456561" y="2363334"/>
            <a:ext cx="1440943" cy="3798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*Tabla Z Diferencias Corte</a:t>
            </a:r>
            <a:endParaRPr lang="es-ES"/>
          </a:p>
        </p:txBody>
      </p:sp>
      <p:sp>
        <p:nvSpPr>
          <p:cNvPr id="78" name="Google Shape;333;p9"/>
          <p:cNvSpPr/>
          <p:nvPr/>
        </p:nvSpPr>
        <p:spPr>
          <a:xfrm>
            <a:off x="6053985" y="3231976"/>
            <a:ext cx="1440000" cy="51706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CORTE DE CAJA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425;p10"/>
          <p:cNvSpPr/>
          <p:nvPr/>
        </p:nvSpPr>
        <p:spPr>
          <a:xfrm>
            <a:off x="465271" y="3195003"/>
            <a:ext cx="1440943" cy="5932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Se Audita Corte de Caja con un Faltante</a:t>
            </a:r>
            <a:endParaRPr lang="es-ES"/>
          </a:p>
        </p:txBody>
      </p:sp>
      <p:sp>
        <p:nvSpPr>
          <p:cNvPr id="94" name="93 Decisión"/>
          <p:cNvSpPr/>
          <p:nvPr/>
        </p:nvSpPr>
        <p:spPr>
          <a:xfrm>
            <a:off x="427766" y="4119280"/>
            <a:ext cx="1506659" cy="1025092"/>
          </a:xfrm>
          <a:prstGeom prst="flowChartDecision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ea typeface="Arial" panose="020B0604020202020204"/>
                <a:cs typeface="Calibri" panose="020F0502020204030204"/>
                <a:sym typeface="Calibri" panose="020F0502020204030204"/>
              </a:rPr>
              <a:t>Se reversa el cobro del faltante</a:t>
            </a:r>
          </a:p>
        </p:txBody>
      </p:sp>
      <p:cxnSp>
        <p:nvCxnSpPr>
          <p:cNvPr id="98" name="97 Conector recto de flecha"/>
          <p:cNvCxnSpPr>
            <a:endCxn id="81" idx="0"/>
          </p:cNvCxnSpPr>
          <p:nvPr/>
        </p:nvCxnSpPr>
        <p:spPr>
          <a:xfrm>
            <a:off x="1176450" y="2757057"/>
            <a:ext cx="9293" cy="4379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 de flecha"/>
          <p:cNvCxnSpPr/>
          <p:nvPr/>
        </p:nvCxnSpPr>
        <p:spPr>
          <a:xfrm>
            <a:off x="1172096" y="3797731"/>
            <a:ext cx="0" cy="3215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1690324" y="4308786"/>
            <a:ext cx="4659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</a:p>
        </p:txBody>
      </p:sp>
      <p:sp>
        <p:nvSpPr>
          <p:cNvPr id="102" name="CuadroTexto 100"/>
          <p:cNvSpPr txBox="1"/>
          <p:nvPr/>
        </p:nvSpPr>
        <p:spPr>
          <a:xfrm>
            <a:off x="1422303" y="5476517"/>
            <a:ext cx="4659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103" name="Google Shape;425;p10"/>
          <p:cNvSpPr/>
          <p:nvPr/>
        </p:nvSpPr>
        <p:spPr>
          <a:xfrm>
            <a:off x="2249470" y="4397306"/>
            <a:ext cx="1248717" cy="4930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Generar Reverso </a:t>
            </a:r>
          </a:p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Cobro Dif Caja</a:t>
            </a:r>
            <a:endParaRPr lang="es-ES"/>
          </a:p>
        </p:txBody>
      </p:sp>
      <p:sp>
        <p:nvSpPr>
          <p:cNvPr id="104" name="Google Shape;425;p10"/>
          <p:cNvSpPr/>
          <p:nvPr/>
        </p:nvSpPr>
        <p:spPr>
          <a:xfrm>
            <a:off x="2248529" y="5223306"/>
            <a:ext cx="1248717" cy="4930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Generar  Reverso</a:t>
            </a:r>
          </a:p>
          <a:p>
            <a:pPr algn="ctr"/>
            <a:r>
              <a:rPr lang="es-MX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Canc Dif Caja</a:t>
            </a:r>
            <a:endParaRPr lang="es-ES"/>
          </a:p>
        </p:txBody>
      </p:sp>
      <p:cxnSp>
        <p:nvCxnSpPr>
          <p:cNvPr id="109" name="108 Conector angular"/>
          <p:cNvCxnSpPr>
            <a:stCxn id="94" idx="2"/>
            <a:endCxn id="104" idx="1"/>
          </p:cNvCxnSpPr>
          <p:nvPr/>
        </p:nvCxnSpPr>
        <p:spPr>
          <a:xfrm rot="16200000" flipH="1">
            <a:off x="1552076" y="4773391"/>
            <a:ext cx="325473" cy="106743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18 Conector recto de flecha"/>
          <p:cNvCxnSpPr>
            <a:stCxn id="78" idx="1"/>
            <a:endCxn id="81" idx="3"/>
          </p:cNvCxnSpPr>
          <p:nvPr/>
        </p:nvCxnSpPr>
        <p:spPr>
          <a:xfrm flipH="1">
            <a:off x="1906214" y="3490508"/>
            <a:ext cx="4147771" cy="1108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Google Shape;333;p9"/>
          <p:cNvSpPr/>
          <p:nvPr/>
        </p:nvSpPr>
        <p:spPr>
          <a:xfrm>
            <a:off x="8046473" y="5264352"/>
            <a:ext cx="1440000" cy="43870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WPUFIB</a:t>
            </a:r>
          </a:p>
        </p:txBody>
      </p:sp>
      <p:cxnSp>
        <p:nvCxnSpPr>
          <p:cNvPr id="127" name="Google Shape;423;p10"/>
          <p:cNvCxnSpPr>
            <a:stCxn id="126" idx="3"/>
            <a:endCxn id="128" idx="1"/>
          </p:cNvCxnSpPr>
          <p:nvPr/>
        </p:nvCxnSpPr>
        <p:spPr>
          <a:xfrm>
            <a:off x="9486473" y="5483707"/>
            <a:ext cx="490733" cy="259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8" name="Google Shape;443;p10"/>
          <p:cNvSpPr/>
          <p:nvPr/>
        </p:nvSpPr>
        <p:spPr>
          <a:xfrm>
            <a:off x="9977206" y="5186943"/>
            <a:ext cx="1443364" cy="598721"/>
          </a:xfrm>
          <a:prstGeom prst="flowChartDocument">
            <a:avLst/>
          </a:prstGeom>
          <a:solidFill>
            <a:srgbClr val="F9CB9C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Documento FI 	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Gastos / Diferencia Deposito</a:t>
            </a:r>
            <a:endParaRPr lang="es-MX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53" name="152 Conector angular"/>
          <p:cNvCxnSpPr>
            <a:stCxn id="365" idx="2"/>
            <a:endCxn id="74" idx="3"/>
          </p:cNvCxnSpPr>
          <p:nvPr/>
        </p:nvCxnSpPr>
        <p:spPr>
          <a:xfrm rot="5400000">
            <a:off x="4108575" y="-112145"/>
            <a:ext cx="454341" cy="4876481"/>
          </a:xfrm>
          <a:prstGeom prst="bentConnector2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CuadroTexto 100"/>
          <p:cNvSpPr txBox="1"/>
          <p:nvPr/>
        </p:nvSpPr>
        <p:spPr>
          <a:xfrm>
            <a:off x="7944750" y="5071306"/>
            <a:ext cx="14438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IDocs de Entrada</a:t>
            </a:r>
            <a:endParaRPr lang="es-MX" sz="1100"/>
          </a:p>
        </p:txBody>
      </p:sp>
      <p:sp>
        <p:nvSpPr>
          <p:cNvPr id="31" name="Google Shape;425;p10"/>
          <p:cNvSpPr/>
          <p:nvPr/>
        </p:nvSpPr>
        <p:spPr>
          <a:xfrm>
            <a:off x="4227457" y="4490845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Mov. Financiero Faltante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106"/>
          <p:cNvSpPr/>
          <p:nvPr/>
        </p:nvSpPr>
        <p:spPr>
          <a:xfrm>
            <a:off x="4655943" y="4332185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CI04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33" name="Google Shape;425;p10"/>
          <p:cNvSpPr/>
          <p:nvPr/>
        </p:nvSpPr>
        <p:spPr>
          <a:xfrm>
            <a:off x="6053985" y="4493836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MX" alt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PV01_CI04 reverso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buSzPts val="1200"/>
            </a:pP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Cobro Dif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35" name="Google Shape;423;p10"/>
          <p:cNvCxnSpPr>
            <a:stCxn id="103" idx="3"/>
            <a:endCxn id="31" idx="1"/>
          </p:cNvCxnSpPr>
          <p:nvPr/>
        </p:nvCxnSpPr>
        <p:spPr>
          <a:xfrm>
            <a:off x="3498187" y="4643845"/>
            <a:ext cx="72927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" name="Google Shape;423;p10"/>
          <p:cNvCxnSpPr>
            <a:stCxn id="31" idx="3"/>
            <a:endCxn id="33" idx="1"/>
          </p:cNvCxnSpPr>
          <p:nvPr/>
        </p:nvCxnSpPr>
        <p:spPr>
          <a:xfrm>
            <a:off x="5667457" y="4643845"/>
            <a:ext cx="386528" cy="299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" name="Google Shape;423;p10"/>
          <p:cNvCxnSpPr>
            <a:stCxn id="33" idx="3"/>
            <a:endCxn id="323" idx="1"/>
          </p:cNvCxnSpPr>
          <p:nvPr/>
        </p:nvCxnSpPr>
        <p:spPr>
          <a:xfrm>
            <a:off x="7493985" y="4646836"/>
            <a:ext cx="552488" cy="4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" name="Google Shape;425;p10"/>
          <p:cNvSpPr/>
          <p:nvPr/>
        </p:nvSpPr>
        <p:spPr>
          <a:xfrm>
            <a:off x="4227457" y="5309983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Mov. Financiero Faltante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ángulo 106"/>
          <p:cNvSpPr/>
          <p:nvPr/>
        </p:nvSpPr>
        <p:spPr>
          <a:xfrm>
            <a:off x="4655943" y="5151323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CI04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47" name="Google Shape;425;p10"/>
          <p:cNvSpPr/>
          <p:nvPr/>
        </p:nvSpPr>
        <p:spPr>
          <a:xfrm>
            <a:off x="6053985" y="5312974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s-MX" alt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PV01_CI04 reverso </a:t>
            </a:r>
            <a:r>
              <a:rPr lang="es-ES" sz="110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Canc Dif Caja</a:t>
            </a:r>
            <a:endParaRPr lang="es-ES" sz="110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48" name="Google Shape;423;p10"/>
          <p:cNvCxnSpPr>
            <a:stCxn id="45" idx="3"/>
            <a:endCxn id="47" idx="1"/>
          </p:cNvCxnSpPr>
          <p:nvPr/>
        </p:nvCxnSpPr>
        <p:spPr>
          <a:xfrm>
            <a:off x="5667457" y="5462983"/>
            <a:ext cx="386528" cy="299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423;p10"/>
          <p:cNvCxnSpPr>
            <a:stCxn id="47" idx="3"/>
          </p:cNvCxnSpPr>
          <p:nvPr/>
        </p:nvCxnSpPr>
        <p:spPr>
          <a:xfrm>
            <a:off x="7493985" y="5465974"/>
            <a:ext cx="552488" cy="4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" name="Google Shape;423;p10"/>
          <p:cNvCxnSpPr>
            <a:stCxn id="104" idx="3"/>
            <a:endCxn id="45" idx="1"/>
          </p:cNvCxnSpPr>
          <p:nvPr/>
        </p:nvCxnSpPr>
        <p:spPr>
          <a:xfrm flipV="1">
            <a:off x="3497246" y="5462983"/>
            <a:ext cx="730211" cy="686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423;p10"/>
          <p:cNvCxnSpPr>
            <a:stCxn id="94" idx="3"/>
            <a:endCxn id="103" idx="1"/>
          </p:cNvCxnSpPr>
          <p:nvPr/>
        </p:nvCxnSpPr>
        <p:spPr>
          <a:xfrm>
            <a:off x="1934425" y="4631826"/>
            <a:ext cx="315045" cy="1201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" name="Google Shape;315;p9"/>
          <p:cNvSpPr txBox="1"/>
          <p:nvPr/>
        </p:nvSpPr>
        <p:spPr>
          <a:xfrm>
            <a:off x="6439427" y="6056491"/>
            <a:ext cx="150315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s-CO" sz="120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Desarrollo en CAR</a:t>
            </a:r>
            <a:endParaRPr lang="es-CO" sz="120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sp>
        <p:nvSpPr>
          <p:cNvPr id="66" name="Rectangle 39"/>
          <p:cNvSpPr>
            <a:spLocks noChangeAspect="1"/>
          </p:cNvSpPr>
          <p:nvPr/>
        </p:nvSpPr>
        <p:spPr>
          <a:xfrm>
            <a:off x="6278120" y="6126050"/>
            <a:ext cx="161307" cy="1613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425;p10"/>
          <p:cNvSpPr/>
          <p:nvPr/>
        </p:nvSpPr>
        <p:spPr>
          <a:xfrm>
            <a:off x="4223520" y="2431818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Expo movimientos diferencias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ángulo 106"/>
          <p:cNvSpPr/>
          <p:nvPr/>
        </p:nvSpPr>
        <p:spPr>
          <a:xfrm>
            <a:off x="4652006" y="2273158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CI02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11" name="CuadroTexto 100"/>
          <p:cNvSpPr txBox="1"/>
          <p:nvPr/>
        </p:nvSpPr>
        <p:spPr>
          <a:xfrm>
            <a:off x="5631983" y="2542038"/>
            <a:ext cx="1781473" cy="26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Exposición hacia el POS</a:t>
            </a:r>
            <a:endParaRPr lang="es-MX" sz="1100"/>
          </a:p>
        </p:txBody>
      </p:sp>
      <p:sp>
        <p:nvSpPr>
          <p:cNvPr id="12" name="Google Shape;425;p10"/>
          <p:cNvSpPr/>
          <p:nvPr/>
        </p:nvSpPr>
        <p:spPr>
          <a:xfrm>
            <a:off x="4237375" y="3327228"/>
            <a:ext cx="1440000" cy="306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Expo Reporte </a:t>
            </a:r>
          </a:p>
          <a:p>
            <a:pPr algn="ctr">
              <a:buSzPts val="1800"/>
            </a:pPr>
            <a:r>
              <a:rPr lang="es-ES" sz="11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Corte de Caja</a:t>
            </a:r>
            <a:endParaRPr lang="es-ES" sz="11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ángulo 106"/>
          <p:cNvSpPr/>
          <p:nvPr/>
        </p:nvSpPr>
        <p:spPr>
          <a:xfrm>
            <a:off x="4665861" y="3168568"/>
            <a:ext cx="535051" cy="1586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050" b="1"/>
              <a:t>CI03</a:t>
            </a:r>
            <a:endParaRPr lang="es-ES" sz="1050" b="1">
              <a:cs typeface="Arial" panose="020B0604020202020204"/>
            </a:endParaRPr>
          </a:p>
        </p:txBody>
      </p:sp>
      <p:sp>
        <p:nvSpPr>
          <p:cNvPr id="19" name="CuadroTexto 100"/>
          <p:cNvSpPr txBox="1"/>
          <p:nvPr/>
        </p:nvSpPr>
        <p:spPr>
          <a:xfrm>
            <a:off x="4014326" y="6010365"/>
            <a:ext cx="23731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La interfaz CI02 Y CI03 pueden realizarse por medio del consumo de una Z API o una conexión directa a la base de datos ODBC</a:t>
            </a:r>
            <a:endParaRPr lang="es-MX" sz="1100"/>
          </a:p>
        </p:txBody>
      </p:sp>
      <p:sp>
        <p:nvSpPr>
          <p:cNvPr id="25" name="CuadroTexto 100"/>
          <p:cNvSpPr txBox="1"/>
          <p:nvPr/>
        </p:nvSpPr>
        <p:spPr>
          <a:xfrm>
            <a:off x="113945" y="6021481"/>
            <a:ext cx="23731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/>
              <a:t>*El desarrollo, lógica y mantenimiento es responsabilidad del POS</a:t>
            </a:r>
            <a:endParaRPr lang="es-MX" sz="110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DA92-5758-5DDA-A40B-3861BFE3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2C5024E4-9E93-C12B-FD40-EB3CA083DE78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70C69E64-57C7-A63F-C059-7BD908F74258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C33630BE-ED87-611A-E700-2BFA7FBAF57A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EA52C72E-FCEA-D473-38A4-9C1D6858D17E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C7AFBD5-D147-0FDB-54E2-3D46395E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FBF0CBFA-8A81-2F71-8412-0EADAA2DBB8C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525751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0F11-1F07-416E-243D-2D4D50081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15">
            <a:extLst>
              <a:ext uri="{FF2B5EF4-FFF2-40B4-BE49-F238E27FC236}">
                <a16:creationId xmlns:a16="http://schemas.microsoft.com/office/drawing/2014/main" id="{C0C59C10-BE1C-3129-8E30-BA3A5698CF6C}"/>
              </a:ext>
            </a:extLst>
          </p:cNvPr>
          <p:cNvSpPr/>
          <p:nvPr/>
        </p:nvSpPr>
        <p:spPr>
          <a:xfrm>
            <a:off x="909000" y="438480"/>
            <a:ext cx="8809560" cy="1088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Indice</a:t>
            </a:r>
          </a:p>
          <a:p>
            <a:pPr>
              <a:lnSpc>
                <a:spcPct val="90000"/>
              </a:lnSpc>
            </a:pPr>
            <a:r>
              <a:rPr lang="es-MX" sz="2400" b="1" spc="-1">
                <a:latin typeface="Arial"/>
              </a:rPr>
              <a:t>
</a:t>
            </a:r>
            <a:endParaRPr lang="es-MX" sz="2400" b="0" strike="noStrike" spc="-1">
              <a:latin typeface="Arial"/>
            </a:endParaRPr>
          </a:p>
        </p:txBody>
      </p:sp>
      <p:grpSp>
        <p:nvGrpSpPr>
          <p:cNvPr id="45" name="Grupo 16">
            <a:extLst>
              <a:ext uri="{FF2B5EF4-FFF2-40B4-BE49-F238E27FC236}">
                <a16:creationId xmlns:a16="http://schemas.microsoft.com/office/drawing/2014/main" id="{FE6EE5F3-1E4E-175F-1217-F5D245E2D067}"/>
              </a:ext>
            </a:extLst>
          </p:cNvPr>
          <p:cNvGrpSpPr/>
          <p:nvPr/>
        </p:nvGrpSpPr>
        <p:grpSpPr>
          <a:xfrm>
            <a:off x="203760" y="386640"/>
            <a:ext cx="704520" cy="640440"/>
            <a:chOff x="203760" y="386640"/>
            <a:chExt cx="704520" cy="640440"/>
          </a:xfrm>
        </p:grpSpPr>
        <p:sp>
          <p:nvSpPr>
            <p:cNvPr id="46" name="Oval 40">
              <a:extLst>
                <a:ext uri="{FF2B5EF4-FFF2-40B4-BE49-F238E27FC236}">
                  <a16:creationId xmlns:a16="http://schemas.microsoft.com/office/drawing/2014/main" id="{60D5F307-3E65-468A-7D73-41B5C55F6F5F}"/>
                </a:ext>
              </a:extLst>
            </p:cNvPr>
            <p:cNvSpPr/>
            <p:nvPr/>
          </p:nvSpPr>
          <p:spPr>
            <a:xfrm>
              <a:off x="317160" y="386640"/>
              <a:ext cx="504720" cy="465840"/>
            </a:xfrm>
            <a:prstGeom prst="ellipse">
              <a:avLst/>
            </a:prstGeom>
            <a:gradFill rotWithShape="0">
              <a:gsLst>
                <a:gs pos="0">
                  <a:srgbClr val="E0E0E0"/>
                </a:gs>
                <a:gs pos="100000">
                  <a:srgbClr val="808080"/>
                </a:gs>
              </a:gsLst>
              <a:path path="rect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/>
            <a:lstStyle/>
            <a:p>
              <a:pPr algn="ctr"/>
              <a:endParaRPr lang="es-MX"/>
            </a:p>
          </p:txBody>
        </p:sp>
        <p:sp>
          <p:nvSpPr>
            <p:cNvPr id="47" name="Oval 36">
              <a:extLst>
                <a:ext uri="{FF2B5EF4-FFF2-40B4-BE49-F238E27FC236}">
                  <a16:creationId xmlns:a16="http://schemas.microsoft.com/office/drawing/2014/main" id="{1DC43254-A94C-8C0A-44E2-7CD1193085D8}"/>
                </a:ext>
              </a:extLst>
            </p:cNvPr>
            <p:cNvSpPr/>
            <p:nvPr/>
          </p:nvSpPr>
          <p:spPr>
            <a:xfrm>
              <a:off x="203760" y="854640"/>
              <a:ext cx="704520" cy="172440"/>
            </a:xfrm>
            <a:prstGeom prst="ellipse">
              <a:avLst/>
            </a:prstGeom>
            <a:gradFill rotWithShape="0">
              <a:gsLst>
                <a:gs pos="0">
                  <a:srgbClr val="808080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s-MX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C88652B-154D-9159-40C8-480F5D4C5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75" y="137920"/>
            <a:ext cx="945701" cy="508855"/>
          </a:xfrm>
          <a:prstGeom prst="rect">
            <a:avLst/>
          </a:prstGeom>
        </p:spPr>
      </p:pic>
      <p:sp>
        <p:nvSpPr>
          <p:cNvPr id="16" name="1 CuadroTexto">
            <a:extLst>
              <a:ext uri="{FF2B5EF4-FFF2-40B4-BE49-F238E27FC236}">
                <a16:creationId xmlns:a16="http://schemas.microsoft.com/office/drawing/2014/main" id="{04AC0652-E23D-7662-CDE5-427F1E2C7C36}"/>
              </a:ext>
            </a:extLst>
          </p:cNvPr>
          <p:cNvSpPr/>
          <p:nvPr/>
        </p:nvSpPr>
        <p:spPr>
          <a:xfrm>
            <a:off x="995400" y="1007500"/>
            <a:ext cx="9077728" cy="52769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Mercaderías/ 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(llenado tabla ZREFERENCIA)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– Moratorios: Credilanas, Mercaderías, Débitos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Credilanas (En este escenario no se requiere N-CXC-01)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Mercaderías/Débito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Seguros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Referenciados Notas Cargo/Crédito Espejo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Mercaderías - Nota de crédito Convenio RD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Credilanas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Cobros Mercaderias Adjudicaciones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- Notas Crédito en S4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Cargo en S4 (Mercaderías/Débitos/Credilanas/Seguros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Notas Crédito en S4 (Mercaderías/Débitos/Seguros Vida)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Cancelación Seguros de Vida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Credilanas Mavicob - Cuentas incobrables-Generación Notas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Mercaderias/Debitos Mavicob - Cuentas incobrables –Generación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Mercaderias/Credilanas Mavicob - Reactivación cuentas incobrables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Envío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Remesas / Pago Dinero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Pago Servicios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Solicitud de Anticipo Empleado / Factura Gastos Empleado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Diferencia Caja CI01 (Cierre de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Seguimiento Faltante Caja CI04 (Cobro Dif Caja y Canc Dif Caja)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Deltas de Desarrollo (D-CXP-03 Desarrollo para cada factura que contenga retenciones deberá crear póliza en automático para cumplir pago con autoridad)</a:t>
            </a:r>
          </a:p>
          <a:p>
            <a:pPr marL="630238" indent="-630238">
              <a:buClr>
                <a:schemeClr val="bg1">
                  <a:lumMod val="85000"/>
                </a:schemeClr>
              </a:buClr>
              <a:buSzPct val="125000"/>
              <a:buFont typeface="+mj-lt"/>
              <a:buAutoNum type="arabicPeriod"/>
            </a:pPr>
            <a:r>
              <a:rPr lang="es-MX" sz="1100" b="1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" panose="020B0504020202020204" pitchFamily="34" charset="0"/>
              </a:rPr>
              <a:t>Creación de nueva tabla Z para detalle de Cobro de Moratorios y poder generar las reversas de Cobros de Moratorios</a:t>
            </a:r>
          </a:p>
          <a:p>
            <a:pPr marL="630238" indent="-630238">
              <a:buClr>
                <a:schemeClr val="accent1">
                  <a:lumMod val="75000"/>
                </a:schemeClr>
              </a:buClr>
              <a:buSzPct val="125000"/>
              <a:buFont typeface="Wingdings" panose="05000000000000000000" pitchFamily="2" charset="2"/>
              <a:buChar char="q"/>
            </a:pPr>
            <a:endParaRPr lang="es-MX" b="1" spc="-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39880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cXZaUsuLUG2gzxcVVc3T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cXZaUsuLUG2gzxcVVc3T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cXZaUsuLUG2gzxcVVc3T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cXZaUsuLUG2gzxcVVc3T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53690B85E85247B5AE153F3D29C053" ma:contentTypeVersion="18" ma:contentTypeDescription="Crear nuevo documento." ma:contentTypeScope="" ma:versionID="f4185059e9a17893a747046fe3f05e45">
  <xsd:schema xmlns:xsd="http://www.w3.org/2001/XMLSchema" xmlns:xs="http://www.w3.org/2001/XMLSchema" xmlns:p="http://schemas.microsoft.com/office/2006/metadata/properties" xmlns:ns2="e87e2bcd-b1b6-4fd5-a7f0-948e38baacf9" xmlns:ns3="63fcb357-11f1-45af-a8df-618d4fad36fa" targetNamespace="http://schemas.microsoft.com/office/2006/metadata/properties" ma:root="true" ma:fieldsID="06c0ba467f1716b7c4d2d53d38a5c800" ns2:_="" ns3:_="">
    <xsd:import namespace="e87e2bcd-b1b6-4fd5-a7f0-948e38baacf9"/>
    <xsd:import namespace="63fcb357-11f1-45af-a8df-618d4fad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Integraciones" minOccurs="0"/>
                <xsd:element ref="ns2:Firmado" minOccurs="0"/>
                <xsd:element ref="ns2:No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e2bcd-b1b6-4fd5-a7f0-948e38baac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fed0b54c-f611-47ab-9451-8326267b03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Integraciones" ma:index="17" nillable="true" ma:displayName="Integraciones" ma:default="0" ma:format="Dropdown" ma:internalName="Integraciones">
      <xsd:simpleType>
        <xsd:restriction base="dms:Boolean"/>
      </xsd:simpleType>
    </xsd:element>
    <xsd:element name="Firmado" ma:index="18" nillable="true" ma:displayName="Firmado" ma:default="0" ma:description="Archivo aceptado" ma:format="Dropdown" ma:internalName="Firmado">
      <xsd:simpleType>
        <xsd:restriction base="dms:Boolean"/>
      </xsd:simpleType>
    </xsd:element>
    <xsd:element name="Nota" ma:index="19" nillable="true" ma:displayName="Nota" ma:description="Notas" ma:format="Dropdown" ma:internalName="Nota">
      <xsd:simpleType>
        <xsd:restriction base="dms:Text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cb357-11f1-45af-a8df-618d4fad36f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85036ae-50b0-468b-b9fe-4151716bb8b7}" ma:internalName="TaxCatchAll" ma:showField="CatchAllData" ma:web="63fcb357-11f1-45af-a8df-618d4fad36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3fcb357-11f1-45af-a8df-618d4fad36fa" xsi:nil="true"/>
    <Firmado xmlns="e87e2bcd-b1b6-4fd5-a7f0-948e38baacf9">false</Firmado>
    <Nota xmlns="e87e2bcd-b1b6-4fd5-a7f0-948e38baacf9" xsi:nil="true"/>
    <lcf76f155ced4ddcb4097134ff3c332f xmlns="e87e2bcd-b1b6-4fd5-a7f0-948e38baacf9">
      <Terms xmlns="http://schemas.microsoft.com/office/infopath/2007/PartnerControls"/>
    </lcf76f155ced4ddcb4097134ff3c332f>
    <Integraciones xmlns="e87e2bcd-b1b6-4fd5-a7f0-948e38baacf9">false</Integracione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45C04B-89B0-4DA1-8834-7FCA34F80A96}">
  <ds:schemaRefs>
    <ds:schemaRef ds:uri="63fcb357-11f1-45af-a8df-618d4fad36fa"/>
    <ds:schemaRef ds:uri="e87e2bcd-b1b6-4fd5-a7f0-948e38baac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6738CE-B779-436A-AEBF-D309E21CBC5E}">
  <ds:schemaRefs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63fcb357-11f1-45af-a8df-618d4fad36fa"/>
    <ds:schemaRef ds:uri="e87e2bcd-b1b6-4fd5-a7f0-948e38baacf9"/>
  </ds:schemaRefs>
</ds:datastoreItem>
</file>

<file path=customXml/itemProps3.xml><?xml version="1.0" encoding="utf-8"?>
<ds:datastoreItem xmlns:ds="http://schemas.openxmlformats.org/officeDocument/2006/customXml" ds:itemID="{8A5C5F0B-A756-45A6-AAE6-3E0F2D7FB7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21928</Words>
  <Application>Microsoft Macintosh PowerPoint</Application>
  <PresentationFormat>Panorámica</PresentationFormat>
  <Paragraphs>5472</Paragraphs>
  <Slides>178</Slides>
  <Notes>104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178</vt:i4>
      </vt:variant>
    </vt:vector>
  </HeadingPairs>
  <TitlesOfParts>
    <vt:vector size="188" baseType="lpstr">
      <vt:lpstr>Arial Unicode MS</vt:lpstr>
      <vt:lpstr>Aptos</vt:lpstr>
      <vt:lpstr>Arial</vt:lpstr>
      <vt:lpstr>Arial Nova</vt:lpstr>
      <vt:lpstr>Calibri</vt:lpstr>
      <vt:lpstr>Century Gothic</vt:lpstr>
      <vt:lpstr>Symbol</vt:lpstr>
      <vt:lpstr>Times New Roman</vt:lpstr>
      <vt:lpstr>Wingdings</vt:lpstr>
      <vt:lpstr>Office Theme</vt:lpstr>
      <vt:lpstr>MAVI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Remesas / Envío Dinero</vt:lpstr>
      <vt:lpstr>Presentación de PowerPoint</vt:lpstr>
      <vt:lpstr>Reverso Remesas / Envío Dinero</vt:lpstr>
      <vt:lpstr>Presentación de PowerPoint</vt:lpstr>
      <vt:lpstr>Presentación de PowerPoint</vt:lpstr>
      <vt:lpstr>Remesas / Pago Dinero</vt:lpstr>
      <vt:lpstr>Presentación de PowerPoint</vt:lpstr>
      <vt:lpstr>Reversa Remesas / Pago Dinero</vt:lpstr>
      <vt:lpstr>Presentación de PowerPoint</vt:lpstr>
      <vt:lpstr>Presentación de PowerPoint</vt:lpstr>
      <vt:lpstr>Pago Servicios</vt:lpstr>
      <vt:lpstr>Presentación de PowerPoint</vt:lpstr>
      <vt:lpstr>Reversa Pago Servicios</vt:lpstr>
      <vt:lpstr>Presentación de PowerPoint</vt:lpstr>
      <vt:lpstr>Presentación de PowerPoint</vt:lpstr>
      <vt:lpstr>Solicitud de Anticipo Empleado / Factura Gastos Empleado</vt:lpstr>
      <vt:lpstr>Presentación de PowerPoint</vt:lpstr>
      <vt:lpstr>Reversa Anticipo a Empleado / Factura Gastos Empleado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Ximena Alejandra Porras Gonzalez</dc:creator>
  <dc:description/>
  <cp:lastModifiedBy>Flaquita Feliz</cp:lastModifiedBy>
  <cp:revision>1</cp:revision>
  <dcterms:created xsi:type="dcterms:W3CDTF">2018-11-12T16:22:45Z</dcterms:created>
  <dcterms:modified xsi:type="dcterms:W3CDTF">2025-03-06T15:23:01Z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Panorámica</vt:lpwstr>
  </property>
  <property fmtid="{D5CDD505-2E9C-101B-9397-08002B2CF9AE}" pid="4" name="Slides">
    <vt:i4>12</vt:i4>
  </property>
  <property fmtid="{D5CDD505-2E9C-101B-9397-08002B2CF9AE}" pid="5" name="ContentTypeId">
    <vt:lpwstr>0x0101001C53690B85E85247B5AE153F3D29C053</vt:lpwstr>
  </property>
  <property fmtid="{D5CDD505-2E9C-101B-9397-08002B2CF9AE}" pid="6" name="MediaServiceImageTags">
    <vt:lpwstr/>
  </property>
</Properties>
</file>